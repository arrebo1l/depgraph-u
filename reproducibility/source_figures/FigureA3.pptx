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5cfbbb17224d07" /><Relationship Type="http://schemas.openxmlformats.org/officeDocument/2006/relationships/extended-properties" Target="/docProps/app.xml" Id="R56c65d0e1d1344ac" /><Relationship Type="http://schemas.openxmlformats.org/officeDocument/2006/relationships/officeDocument" Target="/ppt/presentation.xml" Id="Rdc2d648d1b9a421c" /></Relationships>
</file>

<file path=ppt/presentation.xml><?xml version="1.0" encoding="utf-8"?>
<p:presentation xmlns:p="http://schemas.openxmlformats.org/presentationml/2006/main">
  <p:sldMasterIdLst>
    <p:sldMasterId xmlns:r="http://schemas.openxmlformats.org/officeDocument/2006/relationships" id="2147483648" r:id="Rdc05c42159114992"/>
  </p:sldMasterIdLst>
  <p:notesMasterIdLst>
    <p:notesMasterId xmlns:r="http://schemas.openxmlformats.org/officeDocument/2006/relationships" r:id="R5461adf2a4bf4ed3"/>
  </p:notesMasterIdLst>
  <p:sldIdLst>
    <p:sldId xmlns:r="http://schemas.openxmlformats.org/officeDocument/2006/relationships" id="256" r:id="Rfed612cf22f540bf"/>
  </p:sldIdLst>
  <p:sldSz cx="9525000" cy="57531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f9008993d14eaa" /><Relationship Type="http://schemas.openxmlformats.org/officeDocument/2006/relationships/slideMaster" Target="/ppt/slideMasters/slideMaster1.xml" Id="Rdc05c42159114992" /><Relationship Type="http://schemas.openxmlformats.org/officeDocument/2006/relationships/notesMaster" Target="/ppt/notesMasters/notesMaster1.xml" Id="R5461adf2a4bf4ed3" /><Relationship Type="http://schemas.openxmlformats.org/officeDocument/2006/relationships/presProps" Target="/ppt/presProps.xml" Id="R086dd294431549cb" /><Relationship Type="http://schemas.openxmlformats.org/officeDocument/2006/relationships/tableStyles" Target="/ppt/tableStyles.xml" Id="Rf68d4bdc9b064ec1" /><Relationship Type="http://schemas.openxmlformats.org/officeDocument/2006/relationships/slide" Target="/ppt/slides/slide1.xml" Id="Rfed612cf22f540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fd2018c15142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0261b48e504b10" /><Relationship Type="http://schemas.openxmlformats.org/officeDocument/2006/relationships/notesMaster" Target="/ppt/notesMasters/notesMaster1.xml" Id="Rf0322155bc324d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A3. Native Show-o2 and the complete DepGraph-U system. Show-o2-1.5B, GenEval, seed 0, 432 × 432.</a:t>
            </a:r>
          </a:p>
          <a:p xmlns:a="http://schemas.openxmlformats.org/drawingml/2006/main">
            <a:r>
              <a:t/>
            </a:r>
          </a:p>
          <a:p xmlns:a="http://schemas.openxmlformats.org/drawingml/2006/main">
            <a:r>
              <a:t>DepGraph-U includes the inherited FlashU pruning/cache policy and the CADD/VocabBypass execution rewrites. Native and system schedules use 100 and 70 timepoints, respectively.</a:t>
            </a:r>
          </a:p>
          <a:p xmlns:a="http://schemas.openxmlformats.org/drawingml/2006/main">
            <a:r>
              <a:t/>
            </a:r>
          </a:p>
          <a:p xmlns:a="http://schemas.openxmlformats.org/drawingml/2006/main">
            <a:r>
              <a:t>The four examples have identical rewritten prompts and seed labels, but come from separate archived runs. They do not establish matched initial noise or output equivalence. These illustrative cases were selected from an existing six-case visual shortlist and do not estimate aggregate quality. No per-example latency or speedup is assigned.</a:t>
            </a:r>
          </a:p>
          <a:p xmlns:a="http://schemas.openxmlformats.org/drawingml/2006/main">
            <a:r>
              <a:t/>
            </a:r>
          </a:p>
          <a:p xmlns:a="http://schemas.openxmlformats.org/drawingml/2006/main">
            <a:r>
              <a:t>Sources: paper_rewrite_20260908/figure1_figma_20260909/geneval_candidates_20260909/{showo,full}/. Native source: ShowO2_1p5b_geneval_local_latency_20260908/formal/seed0/output/Baseline. Full system source: FlashU_geneval_rewritten_ab_20260823/final_seed0/FlashU_rp20_rLS20_T70_HN21_CADD_LOGBYPASS.</a:t>
            </a:r>
          </a:p>
          <a:p xmlns:a="http://schemas.openxmlformats.org/drawingml/2006/main">
            <a:r>
              <a:t/>
            </a:r>
          </a:p>
          <a:p xmlns:a="http://schemas.openxmlformats.org/drawingml/2006/main">
            <a:r>
              <a:t>Prompt IDs in display order: 451, 514, 548, 506. The full prompt text, original-file hashes, scorer records, and source paths are retained in figureA3_native_comparison_20260923/evidence/SELECTED_CASES.json.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ec17e8a3ac42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d7d9daddff4bfe" /><Relationship Type="http://schemas.openxmlformats.org/officeDocument/2006/relationships/slideLayout" Target="/ppt/slideLayouts/slideLayout1.xml" Id="Red84be1ef9d643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84be1ef9d643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8adcb41a7647a8" /><Relationship Type="http://schemas.openxmlformats.org/officeDocument/2006/relationships/image" Target="/ppt/media/image.png" Id="Re33511a02612407a" /><Relationship Type="http://schemas.openxmlformats.org/officeDocument/2006/relationships/image" Target="/ppt/media/image2.png" Id="R1ec151e2832f4e31" /><Relationship Type="http://schemas.openxmlformats.org/officeDocument/2006/relationships/image" Target="/ppt/media/image3.png" Id="R0f3e005113384e66" /><Relationship Type="http://schemas.openxmlformats.org/officeDocument/2006/relationships/image" Target="/ppt/media/image4.png" Id="Rd00cc9b1a57e4ba5" /><Relationship Type="http://schemas.openxmlformats.org/officeDocument/2006/relationships/image" Target="/ppt/media/image5.png" Id="Rf0afb7d8614a4d72" /><Relationship Type="http://schemas.openxmlformats.org/officeDocument/2006/relationships/image" Target="/ppt/media/image6.png" Id="Rf5ca38ab78104515" /><Relationship Type="http://schemas.openxmlformats.org/officeDocument/2006/relationships/image" Target="/ppt/media/image7.png" Id="Rc4aa07e7dd2e4a94" /><Relationship Type="http://schemas.openxmlformats.org/officeDocument/2006/relationships/image" Target="/ppt/media/image8.png" Id="Rb63b2a5098a84438" /><Relationship Type="http://schemas.openxmlformats.org/officeDocument/2006/relationships/notesSlide" Target="/ppt/notesSlides/notesSlide1.xml" Id="R25dc6e5c649d4f3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a) Donut below a cat">
            <a:extLst xmlns:a="http://schemas.openxmlformats.org/drawingml/2006/main">
              <a:ext uri="{FF2B5EF4-FFF2-40B4-BE49-F238E27FC236}">
                <a16:creationId xmlns:a16="http://schemas.microsoft.com/office/drawing/2014/main" id="{C51DCB19-4C26-4319-A1D8-D9FB27F2B85E}"/>
              </a:ext>
            </a:extLst>
          </p:cNvPr>
          <p:cNvSpPr>
            <a:spLocks xmlns:a="http://schemas.openxmlformats.org/drawingml/2006/main" noGrp="1"/>
          </p:cNvSpPr>
          <p:nvPr/>
        </p:nvSpPr>
        <p:spPr>
          <a:xfrm xmlns:a="http://schemas.openxmlformats.org/drawingml/2006/main">
            <a:off x="38100" y="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1717"/>
                </a:solidFill>
                <a:latin typeface="Times New Roman"/>
                <a:ea typeface="Times New Roman"/>
                <a:cs typeface="Times New Roman"/>
              </a:defRPr>
            </a:pPr>
            <a:r>
              <a:rPr sz="1800" b="0">
                <a:solidFill>
                  <a:srgbClr val="171717"/>
                </a:solidFill>
                <a:latin typeface="Times New Roman"/>
                <a:ea typeface="Times New Roman"/>
                <a:cs typeface="Times New Roman"/>
              </a:rPr>
              <a:t>(a) Donut below a cat</a:t>
            </a:r>
          </a:p>
        </p:txBody>
      </p:sp>
      <p:sp>
        <p:nvSpPr>
          <p:cNvPr id="2" name="Show-o2">
            <a:extLst xmlns:a="http://schemas.openxmlformats.org/drawingml/2006/main">
              <a:ext uri="{FF2B5EF4-FFF2-40B4-BE49-F238E27FC236}">
                <a16:creationId xmlns:a16="http://schemas.microsoft.com/office/drawing/2014/main" id="{9B8169EC-87C9-49BF-A17C-483CC396890C}"/>
              </a:ext>
            </a:extLst>
          </p:cNvPr>
          <p:cNvSpPr>
            <a:spLocks xmlns:a="http://schemas.openxmlformats.org/drawingml/2006/main" noGrp="1"/>
          </p:cNvSpPr>
          <p:nvPr/>
        </p:nvSpPr>
        <p:spPr>
          <a:xfrm xmlns:a="http://schemas.openxmlformats.org/drawingml/2006/main">
            <a:off x="38100" y="2667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Show-o2</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33511a02612407a"/>
          <a:stretch xmlns:a="http://schemas.openxmlformats.org/drawingml/2006/main"/>
        </p:blipFill>
        <p:spPr>
          <a:xfrm xmlns:a="http://schemas.openxmlformats.org/drawingml/2006/main">
            <a:off x="38100" y="514350"/>
            <a:ext cx="2305050" cy="2305050"/>
          </a:xfrm>
          <a:prstGeom xmlns:a="http://schemas.openxmlformats.org/drawingml/2006/main" prst="rect">
            <a:avLst/>
          </a:prstGeom>
        </p:spPr>
      </p:pic>
      <p:sp>
        <p:nvSpPr>
          <p:cNvPr id="4" name="DepGraph-U">
            <a:extLst xmlns:a="http://schemas.openxmlformats.org/drawingml/2006/main">
              <a:ext uri="{FF2B5EF4-FFF2-40B4-BE49-F238E27FC236}">
                <a16:creationId xmlns:a16="http://schemas.microsoft.com/office/drawing/2014/main" id="{0DB701DC-F8C5-4E5B-AE3A-9DEE973218B5}"/>
              </a:ext>
            </a:extLst>
          </p:cNvPr>
          <p:cNvSpPr>
            <a:spLocks xmlns:a="http://schemas.openxmlformats.org/drawingml/2006/main" noGrp="1"/>
          </p:cNvSpPr>
          <p:nvPr/>
        </p:nvSpPr>
        <p:spPr>
          <a:xfrm xmlns:a="http://schemas.openxmlformats.org/drawingml/2006/main">
            <a:off x="2381250" y="2667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DepGraph-U</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ec151e2832f4e31"/>
          <a:stretch xmlns:a="http://schemas.openxmlformats.org/drawingml/2006/main"/>
        </p:blipFill>
        <p:spPr>
          <a:xfrm xmlns:a="http://schemas.openxmlformats.org/drawingml/2006/main">
            <a:off x="2381250" y="514350"/>
            <a:ext cx="2305050" cy="2305050"/>
          </a:xfrm>
          <a:prstGeom xmlns:a="http://schemas.openxmlformats.org/drawingml/2006/main" prst="rect">
            <a:avLst/>
          </a:prstGeom>
        </p:spPr>
      </p:pic>
      <p:sp>
        <p:nvSpPr>
          <p:cNvPr id="6" name="(b) Green cup, yellow bowl">
            <a:extLst xmlns:a="http://schemas.openxmlformats.org/drawingml/2006/main">
              <a:ext uri="{FF2B5EF4-FFF2-40B4-BE49-F238E27FC236}">
                <a16:creationId xmlns:a16="http://schemas.microsoft.com/office/drawing/2014/main" id="{DCD8C404-6F22-49FA-8CA7-EDBD8F069B8B}"/>
              </a:ext>
            </a:extLst>
          </p:cNvPr>
          <p:cNvSpPr>
            <a:spLocks xmlns:a="http://schemas.openxmlformats.org/drawingml/2006/main" noGrp="1"/>
          </p:cNvSpPr>
          <p:nvPr/>
        </p:nvSpPr>
        <p:spPr>
          <a:xfrm xmlns:a="http://schemas.openxmlformats.org/drawingml/2006/main">
            <a:off x="4838700" y="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1717"/>
                </a:solidFill>
                <a:latin typeface="Times New Roman"/>
                <a:ea typeface="Times New Roman"/>
                <a:cs typeface="Times New Roman"/>
              </a:defRPr>
            </a:pPr>
            <a:r>
              <a:rPr sz="1800" b="0">
                <a:solidFill>
                  <a:srgbClr val="171717"/>
                </a:solidFill>
                <a:latin typeface="Times New Roman"/>
                <a:ea typeface="Times New Roman"/>
                <a:cs typeface="Times New Roman"/>
              </a:rPr>
              <a:t>(b) Green cup, yellow bowl</a:t>
            </a:r>
          </a:p>
        </p:txBody>
      </p:sp>
      <p:sp>
        <p:nvSpPr>
          <p:cNvPr id="7" name="Show-o2">
            <a:extLst xmlns:a="http://schemas.openxmlformats.org/drawingml/2006/main">
              <a:ext uri="{FF2B5EF4-FFF2-40B4-BE49-F238E27FC236}">
                <a16:creationId xmlns:a16="http://schemas.microsoft.com/office/drawing/2014/main" id="{A0B2EFA9-6973-443B-A3E2-FEB7D8250235}"/>
              </a:ext>
            </a:extLst>
          </p:cNvPr>
          <p:cNvSpPr>
            <a:spLocks xmlns:a="http://schemas.openxmlformats.org/drawingml/2006/main" noGrp="1"/>
          </p:cNvSpPr>
          <p:nvPr/>
        </p:nvSpPr>
        <p:spPr>
          <a:xfrm xmlns:a="http://schemas.openxmlformats.org/drawingml/2006/main">
            <a:off x="4838700" y="2667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Show-o2</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f3e005113384e66"/>
          <a:stretch xmlns:a="http://schemas.openxmlformats.org/drawingml/2006/main"/>
        </p:blipFill>
        <p:spPr>
          <a:xfrm xmlns:a="http://schemas.openxmlformats.org/drawingml/2006/main">
            <a:off x="4838700" y="514350"/>
            <a:ext cx="2305050" cy="2305050"/>
          </a:xfrm>
          <a:prstGeom xmlns:a="http://schemas.openxmlformats.org/drawingml/2006/main" prst="rect">
            <a:avLst/>
          </a:prstGeom>
        </p:spPr>
      </p:pic>
      <p:sp>
        <p:nvSpPr>
          <p:cNvPr id="9" name="DepGraph-U">
            <a:extLst xmlns:a="http://schemas.openxmlformats.org/drawingml/2006/main">
              <a:ext uri="{FF2B5EF4-FFF2-40B4-BE49-F238E27FC236}">
                <a16:creationId xmlns:a16="http://schemas.microsoft.com/office/drawing/2014/main" id="{2E8E3720-6E8B-4CCF-A340-D0BFCD699283}"/>
              </a:ext>
            </a:extLst>
          </p:cNvPr>
          <p:cNvSpPr>
            <a:spLocks xmlns:a="http://schemas.openxmlformats.org/drawingml/2006/main" noGrp="1"/>
          </p:cNvSpPr>
          <p:nvPr/>
        </p:nvSpPr>
        <p:spPr>
          <a:xfrm xmlns:a="http://schemas.openxmlformats.org/drawingml/2006/main">
            <a:off x="7181850" y="2667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DepGraph-U</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00cc9b1a57e4ba5"/>
          <a:stretch xmlns:a="http://schemas.openxmlformats.org/drawingml/2006/main"/>
        </p:blipFill>
        <p:spPr>
          <a:xfrm xmlns:a="http://schemas.openxmlformats.org/drawingml/2006/main">
            <a:off x="7181850" y="514350"/>
            <a:ext cx="2305050" cy="2305050"/>
          </a:xfrm>
          <a:prstGeom xmlns:a="http://schemas.openxmlformats.org/drawingml/2006/main" prst="rect">
            <a:avLst/>
          </a:prstGeom>
        </p:spPr>
      </p:pic>
      <p:sp>
        <p:nvSpPr>
          <p:cNvPr id="11" name="(c) Yellow bicycle, red motorcycle">
            <a:extLst xmlns:a="http://schemas.openxmlformats.org/drawingml/2006/main">
              <a:ext uri="{FF2B5EF4-FFF2-40B4-BE49-F238E27FC236}">
                <a16:creationId xmlns:a16="http://schemas.microsoft.com/office/drawing/2014/main" id="{F6FB9CDC-2597-42BA-86EF-02A77A3FC206}"/>
              </a:ext>
            </a:extLst>
          </p:cNvPr>
          <p:cNvSpPr>
            <a:spLocks xmlns:a="http://schemas.openxmlformats.org/drawingml/2006/main" noGrp="1"/>
          </p:cNvSpPr>
          <p:nvPr/>
        </p:nvSpPr>
        <p:spPr>
          <a:xfrm xmlns:a="http://schemas.openxmlformats.org/drawingml/2006/main">
            <a:off x="38100" y="28956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1717"/>
                </a:solidFill>
                <a:latin typeface="Times New Roman"/>
                <a:ea typeface="Times New Roman"/>
                <a:cs typeface="Times New Roman"/>
              </a:defRPr>
            </a:pPr>
            <a:r>
              <a:rPr sz="1800" b="0">
                <a:solidFill>
                  <a:srgbClr val="171717"/>
                </a:solidFill>
                <a:latin typeface="Times New Roman"/>
                <a:ea typeface="Times New Roman"/>
                <a:cs typeface="Times New Roman"/>
              </a:rPr>
              <a:t>(c) Yellow bicycle, red motorcycle</a:t>
            </a:r>
          </a:p>
        </p:txBody>
      </p:sp>
      <p:sp>
        <p:nvSpPr>
          <p:cNvPr id="12" name="Show-o2">
            <a:extLst xmlns:a="http://schemas.openxmlformats.org/drawingml/2006/main">
              <a:ext uri="{FF2B5EF4-FFF2-40B4-BE49-F238E27FC236}">
                <a16:creationId xmlns:a16="http://schemas.microsoft.com/office/drawing/2014/main" id="{38609331-86A9-4A50-9151-D7641DFB0FE1}"/>
              </a:ext>
            </a:extLst>
          </p:cNvPr>
          <p:cNvSpPr>
            <a:spLocks xmlns:a="http://schemas.openxmlformats.org/drawingml/2006/main" noGrp="1"/>
          </p:cNvSpPr>
          <p:nvPr/>
        </p:nvSpPr>
        <p:spPr>
          <a:xfrm xmlns:a="http://schemas.openxmlformats.org/drawingml/2006/main">
            <a:off x="38100" y="31623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Show-o2</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0afb7d8614a4d72"/>
          <a:stretch xmlns:a="http://schemas.openxmlformats.org/drawingml/2006/main"/>
        </p:blipFill>
        <p:spPr>
          <a:xfrm xmlns:a="http://schemas.openxmlformats.org/drawingml/2006/main">
            <a:off x="38100" y="3409950"/>
            <a:ext cx="2305050" cy="2305050"/>
          </a:xfrm>
          <a:prstGeom xmlns:a="http://schemas.openxmlformats.org/drawingml/2006/main" prst="rect">
            <a:avLst/>
          </a:prstGeom>
        </p:spPr>
      </p:pic>
      <p:sp>
        <p:nvSpPr>
          <p:cNvPr id="14" name="DepGraph-U">
            <a:extLst xmlns:a="http://schemas.openxmlformats.org/drawingml/2006/main">
              <a:ext uri="{FF2B5EF4-FFF2-40B4-BE49-F238E27FC236}">
                <a16:creationId xmlns:a16="http://schemas.microsoft.com/office/drawing/2014/main" id="{CC4DE2DA-117F-47E0-8441-CA03095132F1}"/>
              </a:ext>
            </a:extLst>
          </p:cNvPr>
          <p:cNvSpPr>
            <a:spLocks xmlns:a="http://schemas.openxmlformats.org/drawingml/2006/main" noGrp="1"/>
          </p:cNvSpPr>
          <p:nvPr/>
        </p:nvSpPr>
        <p:spPr>
          <a:xfrm xmlns:a="http://schemas.openxmlformats.org/drawingml/2006/main">
            <a:off x="2381250" y="31623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DepGraph-U</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5ca38ab78104515"/>
          <a:stretch xmlns:a="http://schemas.openxmlformats.org/drawingml/2006/main"/>
        </p:blipFill>
        <p:spPr>
          <a:xfrm xmlns:a="http://schemas.openxmlformats.org/drawingml/2006/main">
            <a:off x="2381250" y="3409950"/>
            <a:ext cx="2305050" cy="2305050"/>
          </a:xfrm>
          <a:prstGeom xmlns:a="http://schemas.openxmlformats.org/drawingml/2006/main" prst="rect">
            <a:avLst/>
          </a:prstGeom>
        </p:spPr>
      </p:pic>
      <p:sp>
        <p:nvSpPr>
          <p:cNvPr id="16" name="(d) Purple keyboard, blue scissors">
            <a:extLst xmlns:a="http://schemas.openxmlformats.org/drawingml/2006/main">
              <a:ext uri="{FF2B5EF4-FFF2-40B4-BE49-F238E27FC236}">
                <a16:creationId xmlns:a16="http://schemas.microsoft.com/office/drawing/2014/main" id="{955EA3DE-E169-4C0F-ABE7-187DCFC51F9F}"/>
              </a:ext>
            </a:extLst>
          </p:cNvPr>
          <p:cNvSpPr>
            <a:spLocks xmlns:a="http://schemas.openxmlformats.org/drawingml/2006/main" noGrp="1"/>
          </p:cNvSpPr>
          <p:nvPr/>
        </p:nvSpPr>
        <p:spPr>
          <a:xfrm xmlns:a="http://schemas.openxmlformats.org/drawingml/2006/main">
            <a:off x="4838700" y="28956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71717"/>
                </a:solidFill>
                <a:latin typeface="Times New Roman"/>
                <a:ea typeface="Times New Roman"/>
                <a:cs typeface="Times New Roman"/>
              </a:defRPr>
            </a:pPr>
            <a:r>
              <a:rPr sz="1800" b="0">
                <a:solidFill>
                  <a:srgbClr val="171717"/>
                </a:solidFill>
                <a:latin typeface="Times New Roman"/>
                <a:ea typeface="Times New Roman"/>
                <a:cs typeface="Times New Roman"/>
              </a:rPr>
              <a:t>(d) Purple keyboard, blue scissors</a:t>
            </a:r>
          </a:p>
        </p:txBody>
      </p:sp>
      <p:sp>
        <p:nvSpPr>
          <p:cNvPr id="17" name="Show-o2">
            <a:extLst xmlns:a="http://schemas.openxmlformats.org/drawingml/2006/main">
              <a:ext uri="{FF2B5EF4-FFF2-40B4-BE49-F238E27FC236}">
                <a16:creationId xmlns:a16="http://schemas.microsoft.com/office/drawing/2014/main" id="{AB8150A7-6842-4F20-A570-2C84710C0F46}"/>
              </a:ext>
            </a:extLst>
          </p:cNvPr>
          <p:cNvSpPr>
            <a:spLocks xmlns:a="http://schemas.openxmlformats.org/drawingml/2006/main" noGrp="1"/>
          </p:cNvSpPr>
          <p:nvPr/>
        </p:nvSpPr>
        <p:spPr>
          <a:xfrm xmlns:a="http://schemas.openxmlformats.org/drawingml/2006/main">
            <a:off x="4838700" y="31623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Show-o2</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c4aa07e7dd2e4a94"/>
          <a:stretch xmlns:a="http://schemas.openxmlformats.org/drawingml/2006/main"/>
        </p:blipFill>
        <p:spPr>
          <a:xfrm xmlns:a="http://schemas.openxmlformats.org/drawingml/2006/main">
            <a:off x="4838700" y="3409950"/>
            <a:ext cx="2305050" cy="2305050"/>
          </a:xfrm>
          <a:prstGeom xmlns:a="http://schemas.openxmlformats.org/drawingml/2006/main" prst="rect">
            <a:avLst/>
          </a:prstGeom>
        </p:spPr>
      </p:pic>
      <p:sp>
        <p:nvSpPr>
          <p:cNvPr id="19" name="DepGraph-U">
            <a:extLst xmlns:a="http://schemas.openxmlformats.org/drawingml/2006/main">
              <a:ext uri="{FF2B5EF4-FFF2-40B4-BE49-F238E27FC236}">
                <a16:creationId xmlns:a16="http://schemas.microsoft.com/office/drawing/2014/main" id="{BD2D2B8D-F2AF-4B8C-BD43-75A12C01548B}"/>
              </a:ext>
            </a:extLst>
          </p:cNvPr>
          <p:cNvSpPr>
            <a:spLocks xmlns:a="http://schemas.openxmlformats.org/drawingml/2006/main" noGrp="1"/>
          </p:cNvSpPr>
          <p:nvPr/>
        </p:nvSpPr>
        <p:spPr>
          <a:xfrm xmlns:a="http://schemas.openxmlformats.org/drawingml/2006/main">
            <a:off x="7181850" y="3162300"/>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71717"/>
                </a:solidFill>
                <a:latin typeface="Times New Roman"/>
                <a:ea typeface="Times New Roman"/>
                <a:cs typeface="Times New Roman"/>
              </a:defRPr>
            </a:pPr>
            <a:r>
              <a:rPr sz="1725" b="1">
                <a:solidFill>
                  <a:srgbClr val="171717"/>
                </a:solidFill>
                <a:latin typeface="Times New Roman"/>
                <a:ea typeface="Times New Roman"/>
                <a:cs typeface="Times New Roman"/>
              </a:rPr>
              <a:t>DepGraph-U</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63b2a5098a84438"/>
          <a:stretch xmlns:a="http://schemas.openxmlformats.org/drawingml/2006/main"/>
        </p:blipFill>
        <p:spPr>
          <a:xfrm xmlns:a="http://schemas.openxmlformats.org/drawingml/2006/main">
            <a:off x="7181850" y="3409950"/>
            <a:ext cx="2305050" cy="2305050"/>
          </a:xfrm>
          <a:prstGeom xmlns:a="http://schemas.openxmlformats.org/drawingml/2006/main" prst="rect">
            <a:avLst/>
          </a:prstGeom>
        </p:spPr>
      </p:pic>
    </p:spTree>
    <p:extLst>
      <p:ext uri="{BB962C8B-B14F-4D97-AF65-F5344CB8AC3E}">
        <p14:creationId xmlns:p14="http://schemas.microsoft.com/office/powerpoint/2010/main" val="4298536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2026-09-23T22:23:16.7590000Z</dcterms:created>
  <dcterms:modified xsi:type="dcterms:W3CDTF">2026-09-23T22:23:16.7590000Z</dcterms:modified>
</coreProperties>
</file>