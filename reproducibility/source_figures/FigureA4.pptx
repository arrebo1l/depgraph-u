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embeddings/FigureA4_chart1.xlsx" ContentType="application/vnd.openxmlformats-officedocument.spreadsheetml.sheet"/>
  <Override PartName="/ppt/embeddings/FigureA4_chart2.xlsx" ContentType="application/vnd.openxmlformats-officedocument.spreadsheetml.sheet"/>
  <Override PartName="/ppt/embeddings/FigureA4_chart3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4c9b932894259" /><Relationship Type="http://schemas.openxmlformats.org/officeDocument/2006/relationships/extended-properties" Target="/docProps/app.xml" Id="Ra0a37afd700e41e2" /><Relationship Type="http://schemas.openxmlformats.org/officeDocument/2006/relationships/officeDocument" Target="/ppt/presentation.xml" Id="R49b40fafa9ac4c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4a1acc80d443d"/>
  </p:sldMasterIdLst>
  <p:notesMasterIdLst>
    <p:notesMasterId xmlns:r="http://schemas.openxmlformats.org/officeDocument/2006/relationships" r:id="Rf18cc6f974e44698"/>
  </p:notesMasterIdLst>
  <p:sldIdLst>
    <p:sldId xmlns:r="http://schemas.openxmlformats.org/officeDocument/2006/relationships" id="256" r:id="Rd71d3b4d61314daa"/>
  </p:sldIdLst>
  <p:sldSz cx="13144500" cy="4905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0622aa0af411d" /><Relationship Type="http://schemas.openxmlformats.org/officeDocument/2006/relationships/slideMaster" Target="/ppt/slideMasters/slideMaster1.xml" Id="R4054a1acc80d443d" /><Relationship Type="http://schemas.openxmlformats.org/officeDocument/2006/relationships/notesMaster" Target="/ppt/notesMasters/notesMaster1.xml" Id="Rf18cc6f974e44698" /><Relationship Type="http://schemas.openxmlformats.org/officeDocument/2006/relationships/presProps" Target="/ppt/presProps.xml" Id="R2da3d3df151548ec" /><Relationship Type="http://schemas.openxmlformats.org/officeDocument/2006/relationships/tableStyles" Target="/ppt/tableStyles.xml" Id="Rdc185a11a455433b" /><Relationship Type="http://schemas.openxmlformats.org/officeDocument/2006/relationships/slide" Target="/ppt/slides/slide1.xml" Id="Rd71d3b4d6131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0eed48f32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ba437a8154412" /><Relationship Type="http://schemas.openxmlformats.org/officeDocument/2006/relationships/notesMaster" Target="/ppt/notesMasters/notesMaster1.xml" Id="Rc9bde5193a54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UQP diagnostic, independent of the main DepGraph-U configuration and not a DepGraph-U component. Rewrites denotes CADD and VocabBypass only. The 35-step reference is an inherited accelerated policy, not native Show-o2. Sources: appendix_A4_scientific_v2_20260911/PLOT_POINTS.json and ANALYSIS.json. Five seed-0 operating points and four empirical CDFs are unchanged. Quality uses 1065 prompts; seed-1 timing uses 1064 after the common warm-up exclusion. Oracle selection uses already evaluated scores, and frozen cross-seed routes do not guarantee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aec3491f0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082649e244121" /><Relationship Type="http://schemas.openxmlformats.org/officeDocument/2006/relationships/slideLayout" Target="/ppt/slideLayouts/slideLayout1.xml" Id="R63202dc9f170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202dc9f170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b0433095546ef" /><Relationship Type="http://schemas.openxmlformats.org/officeDocument/2006/relationships/chart" Target="/ppt/slides/charts/chart1.xml" Id="Rd4ba4846c1064edd" /><Relationship Type="http://schemas.openxmlformats.org/officeDocument/2006/relationships/chart" Target="/ppt/slides/charts/chart2.xml" Id="R6ac92dc0a3104df5" /><Relationship Type="http://schemas.openxmlformats.org/officeDocument/2006/relationships/chart" Target="/ppt/slides/charts/chart3.xml" Id="Rbc28bec49b2941cc" /><Relationship Type="http://schemas.openxmlformats.org/officeDocument/2006/relationships/notesSlide" Target="/ppt/notesSlides/notesSlide1.xml" Id="Re5a1f4ad925e4372" /></Relationships>
</file>

<file path=ppt/slides/charts/_rels/chart1.xml.rels><?xml version='1.0' encoding='UTF-8' standalone='yes'?>
<Relationships xmlns="http://schemas.openxmlformats.org/package/2006/relationships"><Relationship Id="rIdWorkbook" Type="http://schemas.openxmlformats.org/officeDocument/2006/relationships/package" Target="../../embeddings/FigureA4_chart1.xlsx"/></Relationships>
</file>

<file path=ppt/slides/charts/_rels/chart2.xml.rels><?xml version='1.0' encoding='UTF-8' standalone='yes'?>
<Relationships xmlns="http://schemas.openxmlformats.org/package/2006/relationships"><Relationship Id="rIdWorkbook" Type="http://schemas.openxmlformats.org/officeDocument/2006/relationships/package" Target="../../embeddings/FigureA4_chart2.xlsx"/></Relationships>
</file>

<file path=ppt/slides/charts/_rels/chart3.xml.rels><?xml version='1.0' encoding='UTF-8' standalone='yes'?>
<Relationships xmlns="http://schemas.openxmlformats.org/package/2006/relationships"><Relationship Id="rIdWorkbook" Type="http://schemas.openxmlformats.org/officeDocument/2006/relationships/package" Target="../../embeddings/FigureA4_chart3.xlsx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(a) Seed-0 selection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layout>
        <c:manualLayout>
          <c:layoutTarget val="inner"/>
          <c:xMode val="edge"/>
          <c:yMode val="edge"/>
          <c:wMode val="factor"/>
          <c:hMode val="factor"/>
          <c:x val="0.19"/>
          <c:y val="0.12"/>
          <c:w val="0.76"/>
          <c:h val="0.54"/>
        </c:manualLayout>
      </c:layout>
      <c:scatterChart>
        <c:scatterStyle val="marker"/>
        <c:ser>
          <c:idx val="0"/>
          <c:order val="0"/>
          <c:tx>
            <c:v>35-step</c:v>
          </c:tx>
          <c:spPr>
            <a:solidFill xmlns:a="http://schemas.openxmlformats.org/drawingml/2006/main">
              <a:srgbClr val="657782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noFill xmlns:a="http://schemas.openxmlformats.org/drawingml/2006/main"/>
              <a:ln xmlns:a="http://schemas.openxmlformats.org/drawingml/2006/main" w="12700">
                <a:solidFill>
                  <a:srgbClr val="657782"/>
                </a:solidFill>
              </a:ln>
            </c:spPr>
          </c:marker>
          <c:xVal>
            <c:numRef>
              <c:f>'Data'!$A$2:$A$2</c:f>
              <c:numCache>
                <c:formatCode>General</c:formatCode>
                <c:ptCount val="1"/>
                <c:pt idx="0">
                  <c:v>2.965065122547006</c:v>
                </c:pt>
              </c:numCache>
            </c:numRef>
          </c:xVal>
          <c:yVal>
            <c:numRef>
              <c:f>'Data'!$B$2:$B$2</c:f>
              <c:numCache>
                <c:formatCode>0</c:formatCode>
                <c:ptCount val="1"/>
                <c:pt idx="0">
                  <c:v>83.11876453560019</c:v>
                </c:pt>
              </c:numCache>
            </c:numRef>
          </c:yVal>
          <c:smooth val="0"/>
        </c:ser>
        <c:ser>
          <c:idx val="1"/>
          <c:order val="1"/>
          <c:tx>
            <c:v>Quality-18</c:v>
          </c:tx>
          <c:spPr>
            <a:solidFill xmlns:a="http://schemas.openxmlformats.org/drawingml/2006/main">
              <a:srgbClr val="D68327"/>
            </a:solidFill>
            <a:ln xmlns:a="http://schemas.openxmlformats.org/drawingml/2006/main" w="0">
              <a:noFill/>
            </a:ln>
          </c:spPr>
          <c:marker>
            <c:symbol val="triangle"/>
            <c:size val="10"/>
            <c:spPr>
              <a:noFill xmlns:a="http://schemas.openxmlformats.org/drawingml/2006/main"/>
              <a:ln xmlns:a="http://schemas.openxmlformats.org/drawingml/2006/main" w="12700">
                <a:solidFill>
                  <a:srgbClr val="D68327"/>
                </a:solidFill>
              </a:ln>
            </c:spPr>
          </c:marker>
          <c:xVal>
            <c:numRef>
              <c:f>'Data'!$C$2:$C$2</c:f>
              <c:numCache>
                <c:formatCode>General</c:formatCode>
                <c:ptCount val="1"/>
                <c:pt idx="0">
                  <c:v>1.676379897092518</c:v>
                </c:pt>
              </c:numCache>
            </c:numRef>
          </c:xVal>
          <c:yVal>
            <c:numRef>
              <c:f>'Data'!$D$2:$D$2</c:f>
              <c:numCache>
                <c:formatCode>0</c:formatCode>
                <c:ptCount val="1"/>
                <c:pt idx="0">
                  <c:v>78.67071377407245</c:v>
                </c:pt>
              </c:numCache>
            </c:numRef>
          </c:yVal>
          <c:smooth val="0"/>
        </c:ser>
        <c:ser>
          <c:idx val="2"/>
          <c:order val="2"/>
          <c:tx>
            <c:v>Speed-16</c:v>
          </c:tx>
          <c:spPr>
            <a:solidFill xmlns:a="http://schemas.openxmlformats.org/drawingml/2006/main">
              <a:srgbClr val="C74F59"/>
            </a:solidFill>
            <a:ln xmlns:a="http://schemas.openxmlformats.org/drawingml/2006/main" w="0">
              <a:noFill/>
            </a:ln>
          </c:spPr>
          <c:marker>
            <c:symbol val="square"/>
            <c:size val="10"/>
            <c:spPr>
              <a:noFill xmlns:a="http://schemas.openxmlformats.org/drawingml/2006/main"/>
              <a:ln xmlns:a="http://schemas.openxmlformats.org/drawingml/2006/main" w="12700">
                <a:solidFill>
                  <a:srgbClr val="C74F59"/>
                </a:solidFill>
              </a:ln>
            </c:spPr>
          </c:marker>
          <c:xVal>
            <c:numRef>
              <c:f>'Data'!$E$2:$E$2</c:f>
              <c:numCache>
                <c:formatCode>General</c:formatCode>
                <c:ptCount val="1"/>
                <c:pt idx="0">
                  <c:v>1.550344234794602</c:v>
                </c:pt>
              </c:numCache>
            </c:numRef>
          </c:xVal>
          <c:yVal>
            <c:numRef>
              <c:f>'Data'!$F$2:$F$2</c:f>
              <c:numCache>
                <c:formatCode>0</c:formatCode>
                <c:ptCount val="1"/>
                <c:pt idx="0">
                  <c:v>77.33608661438807</c:v>
                </c:pt>
              </c:numCache>
            </c:numRef>
          </c:yVal>
          <c:smooth val="0"/>
        </c:ser>
        <c:ser>
          <c:idx val="3"/>
          <c:order val="3"/>
          <c:tx>
            <c:v>Oracle</c:v>
          </c:tx>
          <c:spPr>
            <a:solidFill xmlns:a="http://schemas.openxmlformats.org/drawingml/2006/main">
              <a:srgbClr val="24985D"/>
            </a:solidFill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noFill xmlns:a="http://schemas.openxmlformats.org/drawingml/2006/main"/>
              <a:ln xmlns:a="http://schemas.openxmlformats.org/drawingml/2006/main" w="12700">
                <a:solidFill>
                  <a:srgbClr val="24985D"/>
                </a:solidFill>
              </a:ln>
            </c:spPr>
          </c:marker>
          <c:xVal>
            <c:numRef>
              <c:f>'Data'!$G$2:$G$2</c:f>
              <c:numCache>
                <c:formatCode>General</c:formatCode>
                <c:ptCount val="1"/>
                <c:pt idx="0">
                  <c:v>1.991580751829578</c:v>
                </c:pt>
              </c:numCache>
            </c:numRef>
          </c:xVal>
          <c:yVal>
            <c:numRef>
              <c:f>'Data'!$H$2:$H$2</c:f>
              <c:numCache>
                <c:formatCode>0</c:formatCode>
                <c:ptCount val="1"/>
                <c:pt idx="0">
                  <c:v>86.55375834474007</c:v>
                </c:pt>
              </c:numCache>
            </c:numRef>
          </c:yVal>
          <c:smooth val="0"/>
        </c:ser>
        <c:ser>
          <c:idx val="4"/>
          <c:order val="4"/>
          <c:tx>
            <c:v>Oracle + rewrites</c:v>
          </c:tx>
          <c:spPr>
            <a:solidFill xmlns:a="http://schemas.openxmlformats.org/drawingml/2006/main">
              <a:srgbClr val="087EBA"/>
            </a:solidFill>
            <a:ln xmlns:a="http://schemas.openxmlformats.org/drawingml/2006/main" w="0">
              <a:noFill/>
            </a:ln>
          </c:spPr>
          <c:marker>
            <c:symbol val="star"/>
            <c:size val="12"/>
            <c:spPr>
              <a:noFill xmlns:a="http://schemas.openxmlformats.org/drawingml/2006/main"/>
              <a:ln xmlns:a="http://schemas.openxmlformats.org/drawingml/2006/main" w="12700">
                <a:solidFill>
                  <a:srgbClr val="087EBA"/>
                </a:solidFill>
              </a:ln>
            </c:spPr>
          </c:marker>
          <c:xVal>
            <c:numRef>
              <c:f>'Data'!$I$2:$I$2</c:f>
              <c:numCache>
                <c:formatCode>General</c:formatCode>
                <c:ptCount val="1"/>
                <c:pt idx="0">
                  <c:v>1.352522188111355</c:v>
                </c:pt>
              </c:numCache>
            </c:numRef>
          </c:xVal>
          <c:yVal>
            <c:numRef>
              <c:f>'Data'!$J$2:$J$2</c:f>
              <c:numCache>
                <c:formatCode>0</c:formatCode>
                <c:ptCount val="1"/>
                <c:pt idx="0">
                  <c:v>86.55375834474007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8"/>
          <c:min val="76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DPG score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es val="min"/>
        <c:majorUnit val="4"/>
      </c:valAx>
      <c:valAx>
        <c:axId val="48650112"/>
        <c:scaling>
          <c:orientation val="minMax"/>
          <c:max val="3.2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Latency (s/image)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crosses val="mi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7620">
          <a:solidFill>
            <a:srgbClr val="77777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(b) Quality transfer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layout>
        <c:manualLayout>
          <c:layoutTarget val="inner"/>
          <c:xMode val="edge"/>
          <c:yMode val="edge"/>
          <c:wMode val="factor"/>
          <c:hMode val="factor"/>
          <c:x val="0.19"/>
          <c:y val="0.12"/>
          <c:w val="0.76"/>
          <c:h val="0.54"/>
        </c:manualLayout>
      </c:layout>
      <c:scatterChart>
        <c:scatterStyle val="line"/>
        <c:ser>
          <c:idx val="0"/>
          <c:order val="0"/>
          <c:tx>
            <c:v>Seed 0</c:v>
          </c:tx>
          <c:spPr>
            <a:solidFill xmlns:a="http://schemas.openxmlformats.org/drawingml/2006/main">
              <a:srgbClr val="24985D"/>
            </a:solidFill>
            <a:ln xmlns:a="http://schemas.openxmlformats.org/drawingml/2006/main" w="19050">
              <a:solidFill>
                <a:srgbClr val="24985D"/>
              </a:solidFill>
              <a:prstDash val="dash"/>
            </a:ln>
          </c:spPr>
          <c:marker>
            <c:symbol val="none"/>
          </c:marker>
          <c:xVal>
            <c:numRef>
              <c:f>'Data'!$A$2:$A$133</c:f>
              <c:numCache>
                <c:formatCode>General</c:formatCode>
                <c:ptCount val="132"/>
                <c:pt idx="0">
                  <c:v>-100</c:v>
                </c:pt>
                <c:pt idx="1">
                  <c:v>0</c:v>
                </c:pt>
                <c:pt idx="2">
                  <c:v>0</c:v>
                </c:pt>
                <c:pt idx="3">
                  <c:v>3.846153846153849</c:v>
                </c:pt>
                <c:pt idx="4">
                  <c:v>3.846153846153849</c:v>
                </c:pt>
                <c:pt idx="5">
                  <c:v>4.166666666666663</c:v>
                </c:pt>
                <c:pt idx="6">
                  <c:v>4.166666666666663</c:v>
                </c:pt>
                <c:pt idx="7">
                  <c:v>4.166666666666674</c:v>
                </c:pt>
                <c:pt idx="8">
                  <c:v>4.166666666666674</c:v>
                </c:pt>
                <c:pt idx="9">
                  <c:v>4.347826086956519</c:v>
                </c:pt>
                <c:pt idx="10">
                  <c:v>4.347826086956519</c:v>
                </c:pt>
                <c:pt idx="11">
                  <c:v>4.545454545454552</c:v>
                </c:pt>
                <c:pt idx="12">
                  <c:v>4.545454545454552</c:v>
                </c:pt>
                <c:pt idx="13">
                  <c:v>5.263157894736836</c:v>
                </c:pt>
                <c:pt idx="14">
                  <c:v>5.263157894736836</c:v>
                </c:pt>
                <c:pt idx="15">
                  <c:v>5.263157894736848</c:v>
                </c:pt>
                <c:pt idx="16">
                  <c:v>5.263157894736848</c:v>
                </c:pt>
                <c:pt idx="17">
                  <c:v>5.555555555555558</c:v>
                </c:pt>
                <c:pt idx="18">
                  <c:v>5.555555555555558</c:v>
                </c:pt>
                <c:pt idx="19">
                  <c:v>5.882352941176472</c:v>
                </c:pt>
                <c:pt idx="20">
                  <c:v>5.882352941176472</c:v>
                </c:pt>
                <c:pt idx="21">
                  <c:v>6.25</c:v>
                </c:pt>
                <c:pt idx="22">
                  <c:v>6.25</c:v>
                </c:pt>
                <c:pt idx="23">
                  <c:v>6.666666666666665</c:v>
                </c:pt>
                <c:pt idx="24">
                  <c:v>6.666666666666665</c:v>
                </c:pt>
                <c:pt idx="25">
                  <c:v>6.666666666666677</c:v>
                </c:pt>
                <c:pt idx="26">
                  <c:v>6.666666666666677</c:v>
                </c:pt>
                <c:pt idx="27">
                  <c:v>7.14285714285714</c:v>
                </c:pt>
                <c:pt idx="28">
                  <c:v>7.14285714285714</c:v>
                </c:pt>
                <c:pt idx="29">
                  <c:v>7.142857142857151</c:v>
                </c:pt>
                <c:pt idx="30">
                  <c:v>7.142857142857151</c:v>
                </c:pt>
                <c:pt idx="31">
                  <c:v>7.407407407407407</c:v>
                </c:pt>
                <c:pt idx="32">
                  <c:v>7.407407407407407</c:v>
                </c:pt>
                <c:pt idx="33">
                  <c:v>7.692307692307687</c:v>
                </c:pt>
                <c:pt idx="34">
                  <c:v>7.692307692307687</c:v>
                </c:pt>
                <c:pt idx="35">
                  <c:v>7.692307692307699</c:v>
                </c:pt>
                <c:pt idx="36">
                  <c:v>7.692307692307699</c:v>
                </c:pt>
                <c:pt idx="37">
                  <c:v>8.333333333333332</c:v>
                </c:pt>
                <c:pt idx="38">
                  <c:v>8.333333333333332</c:v>
                </c:pt>
                <c:pt idx="39">
                  <c:v>8.333333333333337</c:v>
                </c:pt>
                <c:pt idx="40">
                  <c:v>8.333333333333337</c:v>
                </c:pt>
                <c:pt idx="41">
                  <c:v>9.090909090909093</c:v>
                </c:pt>
                <c:pt idx="42">
                  <c:v>9.090909090909093</c:v>
                </c:pt>
                <c:pt idx="43">
                  <c:v>9.523809523809524</c:v>
                </c:pt>
                <c:pt idx="44">
                  <c:v>9.523809523809524</c:v>
                </c:pt>
                <c:pt idx="45">
                  <c:v>9.999999999999998</c:v>
                </c:pt>
                <c:pt idx="46">
                  <c:v>9.999999999999998</c:v>
                </c:pt>
                <c:pt idx="47">
                  <c:v>10.00000000000001</c:v>
                </c:pt>
                <c:pt idx="48">
                  <c:v>10.00000000000001</c:v>
                </c:pt>
                <c:pt idx="49">
                  <c:v>10.52631578947368</c:v>
                </c:pt>
                <c:pt idx="50">
                  <c:v>10.52631578947368</c:v>
                </c:pt>
                <c:pt idx="51">
                  <c:v>11.76470588235294</c:v>
                </c:pt>
                <c:pt idx="52">
                  <c:v>11.76470588235294</c:v>
                </c:pt>
                <c:pt idx="53">
                  <c:v>12</c:v>
                </c:pt>
                <c:pt idx="54">
                  <c:v>12</c:v>
                </c:pt>
                <c:pt idx="55">
                  <c:v>12.5</c:v>
                </c:pt>
                <c:pt idx="56">
                  <c:v>12.5</c:v>
                </c:pt>
                <c:pt idx="57">
                  <c:v>13.04347826086957</c:v>
                </c:pt>
                <c:pt idx="58">
                  <c:v>13.04347826086957</c:v>
                </c:pt>
                <c:pt idx="59">
                  <c:v>13.33333333333333</c:v>
                </c:pt>
                <c:pt idx="60">
                  <c:v>13.33333333333333</c:v>
                </c:pt>
                <c:pt idx="61">
                  <c:v>13.63636363636363</c:v>
                </c:pt>
                <c:pt idx="62">
                  <c:v>13.63636363636363</c:v>
                </c:pt>
                <c:pt idx="63">
                  <c:v>14.28571428571429</c:v>
                </c:pt>
                <c:pt idx="64">
                  <c:v>14.28571428571429</c:v>
                </c:pt>
                <c:pt idx="65">
                  <c:v>15</c:v>
                </c:pt>
                <c:pt idx="66">
                  <c:v>15</c:v>
                </c:pt>
                <c:pt idx="67">
                  <c:v>16.66666666666666</c:v>
                </c:pt>
                <c:pt idx="68">
                  <c:v>16.66666666666666</c:v>
                </c:pt>
                <c:pt idx="69">
                  <c:v>17.39130434782609</c:v>
                </c:pt>
                <c:pt idx="70">
                  <c:v>17.39130434782609</c:v>
                </c:pt>
                <c:pt idx="71">
                  <c:v>17.64705882352942</c:v>
                </c:pt>
                <c:pt idx="72">
                  <c:v>17.64705882352942</c:v>
                </c:pt>
                <c:pt idx="73">
                  <c:v>18.18181818181818</c:v>
                </c:pt>
                <c:pt idx="74">
                  <c:v>18.18181818181818</c:v>
                </c:pt>
                <c:pt idx="75">
                  <c:v>18.18181818181819</c:v>
                </c:pt>
                <c:pt idx="76">
                  <c:v>18.18181818181819</c:v>
                </c:pt>
                <c:pt idx="77">
                  <c:v>18.75</c:v>
                </c:pt>
                <c:pt idx="78">
                  <c:v>18.75</c:v>
                </c:pt>
                <c:pt idx="79">
                  <c:v>20</c:v>
                </c:pt>
                <c:pt idx="80">
                  <c:v>20</c:v>
                </c:pt>
                <c:pt idx="81">
                  <c:v>20.00000000000001</c:v>
                </c:pt>
                <c:pt idx="82">
                  <c:v>20.00000000000001</c:v>
                </c:pt>
                <c:pt idx="83">
                  <c:v>21.05263157894737</c:v>
                </c:pt>
                <c:pt idx="84">
                  <c:v>21.05263157894737</c:v>
                </c:pt>
                <c:pt idx="85">
                  <c:v>21.05263157894737</c:v>
                </c:pt>
                <c:pt idx="86">
                  <c:v>21.05263157894737</c:v>
                </c:pt>
                <c:pt idx="87">
                  <c:v>21.42857142857142</c:v>
                </c:pt>
                <c:pt idx="88">
                  <c:v>21.42857142857142</c:v>
                </c:pt>
                <c:pt idx="89">
                  <c:v>22.22222222222222</c:v>
                </c:pt>
                <c:pt idx="90">
                  <c:v>22.22222222222222</c:v>
                </c:pt>
                <c:pt idx="91">
                  <c:v>23.07692307692307</c:v>
                </c:pt>
                <c:pt idx="92">
                  <c:v>23.07692307692307</c:v>
                </c:pt>
                <c:pt idx="93">
                  <c:v>25</c:v>
                </c:pt>
                <c:pt idx="94">
                  <c:v>25</c:v>
                </c:pt>
                <c:pt idx="95">
                  <c:v>30</c:v>
                </c:pt>
                <c:pt idx="96">
                  <c:v>30</c:v>
                </c:pt>
                <c:pt idx="97">
                  <c:v>30.76923076923077</c:v>
                </c:pt>
                <c:pt idx="98">
                  <c:v>30.76923076923077</c:v>
                </c:pt>
                <c:pt idx="99">
                  <c:v>35</c:v>
                </c:pt>
                <c:pt idx="100">
                  <c:v>35</c:v>
                </c:pt>
                <c:pt idx="101">
                  <c:v>35.71428571428571</c:v>
                </c:pt>
                <c:pt idx="102">
                  <c:v>35.71428571428571</c:v>
                </c:pt>
                <c:pt idx="103">
                  <c:v>36.36363636363637</c:v>
                </c:pt>
                <c:pt idx="104">
                  <c:v>36.36363636363637</c:v>
                </c:pt>
                <c:pt idx="105">
                  <c:v>40</c:v>
                </c:pt>
                <c:pt idx="106">
                  <c:v>40</c:v>
                </c:pt>
                <c:pt idx="107">
                  <c:v>46.66666666666666</c:v>
                </c:pt>
                <c:pt idx="108">
                  <c:v>46.66666666666666</c:v>
                </c:pt>
                <c:pt idx="109">
                  <c:v>50</c:v>
                </c:pt>
                <c:pt idx="110">
                  <c:v>50</c:v>
                </c:pt>
                <c:pt idx="111">
                  <c:v>52.94117647058824</c:v>
                </c:pt>
                <c:pt idx="112">
                  <c:v>52.94117647058824</c:v>
                </c:pt>
                <c:pt idx="113">
                  <c:v>60</c:v>
                </c:pt>
                <c:pt idx="114">
                  <c:v>60</c:v>
                </c:pt>
                <c:pt idx="115">
                  <c:v>60.00000000000001</c:v>
                </c:pt>
                <c:pt idx="116">
                  <c:v>60.00000000000001</c:v>
                </c:pt>
                <c:pt idx="117">
                  <c:v>69.23076923076923</c:v>
                </c:pt>
                <c:pt idx="118">
                  <c:v>69.23076923076923</c:v>
                </c:pt>
                <c:pt idx="119">
                  <c:v>70</c:v>
                </c:pt>
                <c:pt idx="120">
                  <c:v>70</c:v>
                </c:pt>
                <c:pt idx="121">
                  <c:v>72.72727272727273</c:v>
                </c:pt>
                <c:pt idx="122">
                  <c:v>72.72727272727273</c:v>
                </c:pt>
                <c:pt idx="123">
                  <c:v>80</c:v>
                </c:pt>
                <c:pt idx="124">
                  <c:v>80</c:v>
                </c:pt>
                <c:pt idx="125">
                  <c:v>85.71428571428571</c:v>
                </c:pt>
                <c:pt idx="126">
                  <c:v>85.71428571428571</c:v>
                </c:pt>
                <c:pt idx="127">
                  <c:v>90</c:v>
                </c:pt>
                <c:pt idx="128">
                  <c:v>90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</c:numCache>
            </c:numRef>
          </c:xVal>
          <c:yVal>
            <c:numRef>
              <c:f>'Data'!$B$2:$B$133</c:f>
              <c:numCache>
                <c:formatCode>0</c:formatCode>
                <c:ptCount val="132"/>
                <c:pt idx="0">
                  <c:v>0</c:v>
                </c:pt>
                <c:pt idx="1">
                  <c:v>0</c:v>
                </c:pt>
                <c:pt idx="2">
                  <c:v>81.40845070422536</c:v>
                </c:pt>
                <c:pt idx="3">
                  <c:v>81.40845070422536</c:v>
                </c:pt>
                <c:pt idx="4">
                  <c:v>81.50234741784037</c:v>
                </c:pt>
                <c:pt idx="5">
                  <c:v>81.50234741784037</c:v>
                </c:pt>
                <c:pt idx="6">
                  <c:v>81.59624413145539</c:v>
                </c:pt>
                <c:pt idx="7">
                  <c:v>81.59624413145539</c:v>
                </c:pt>
                <c:pt idx="8">
                  <c:v>81.69014084507043</c:v>
                </c:pt>
                <c:pt idx="9">
                  <c:v>81.69014084507043</c:v>
                </c:pt>
                <c:pt idx="10">
                  <c:v>81.78403755868544</c:v>
                </c:pt>
                <c:pt idx="11">
                  <c:v>81.78403755868544</c:v>
                </c:pt>
                <c:pt idx="12">
                  <c:v>81.87793427230046</c:v>
                </c:pt>
                <c:pt idx="13">
                  <c:v>81.87793427230046</c:v>
                </c:pt>
                <c:pt idx="14">
                  <c:v>82.25352112676056</c:v>
                </c:pt>
                <c:pt idx="15">
                  <c:v>82.25352112676056</c:v>
                </c:pt>
                <c:pt idx="16">
                  <c:v>82.53521126760563</c:v>
                </c:pt>
                <c:pt idx="17">
                  <c:v>82.53521126760563</c:v>
                </c:pt>
                <c:pt idx="18">
                  <c:v>82.8169014084507</c:v>
                </c:pt>
                <c:pt idx="19">
                  <c:v>82.8169014084507</c:v>
                </c:pt>
                <c:pt idx="20">
                  <c:v>83.00469483568075</c:v>
                </c:pt>
                <c:pt idx="21">
                  <c:v>83.00469483568075</c:v>
                </c:pt>
                <c:pt idx="22">
                  <c:v>83.38028169014085</c:v>
                </c:pt>
                <c:pt idx="23">
                  <c:v>83.38028169014085</c:v>
                </c:pt>
                <c:pt idx="24">
                  <c:v>84.13145539906102</c:v>
                </c:pt>
                <c:pt idx="25">
                  <c:v>84.13145539906102</c:v>
                </c:pt>
                <c:pt idx="26">
                  <c:v>84.22535211267605</c:v>
                </c:pt>
                <c:pt idx="27">
                  <c:v>84.22535211267605</c:v>
                </c:pt>
                <c:pt idx="28">
                  <c:v>84.4131455399061</c:v>
                </c:pt>
                <c:pt idx="29">
                  <c:v>84.4131455399061</c:v>
                </c:pt>
                <c:pt idx="30">
                  <c:v>84.78873239436619</c:v>
                </c:pt>
                <c:pt idx="31">
                  <c:v>84.78873239436619</c:v>
                </c:pt>
                <c:pt idx="32">
                  <c:v>84.88262910798122</c:v>
                </c:pt>
                <c:pt idx="33">
                  <c:v>84.88262910798122</c:v>
                </c:pt>
                <c:pt idx="34">
                  <c:v>85.16431924882629</c:v>
                </c:pt>
                <c:pt idx="35">
                  <c:v>85.16431924882629</c:v>
                </c:pt>
                <c:pt idx="36">
                  <c:v>85.25821596244131</c:v>
                </c:pt>
                <c:pt idx="37">
                  <c:v>85.25821596244131</c:v>
                </c:pt>
                <c:pt idx="38">
                  <c:v>85.35211267605634</c:v>
                </c:pt>
                <c:pt idx="39">
                  <c:v>85.35211267605634</c:v>
                </c:pt>
                <c:pt idx="40">
                  <c:v>85.63380281690141</c:v>
                </c:pt>
                <c:pt idx="41">
                  <c:v>85.63380281690141</c:v>
                </c:pt>
                <c:pt idx="42">
                  <c:v>85.82159624413146</c:v>
                </c:pt>
                <c:pt idx="43">
                  <c:v>85.82159624413146</c:v>
                </c:pt>
                <c:pt idx="44">
                  <c:v>85.91549295774648</c:v>
                </c:pt>
                <c:pt idx="45">
                  <c:v>85.91549295774648</c:v>
                </c:pt>
                <c:pt idx="46">
                  <c:v>91.26760563380282</c:v>
                </c:pt>
                <c:pt idx="47">
                  <c:v>91.26760563380282</c:v>
                </c:pt>
                <c:pt idx="48">
                  <c:v>91.73708920187794</c:v>
                </c:pt>
                <c:pt idx="49">
                  <c:v>91.73708920187794</c:v>
                </c:pt>
                <c:pt idx="50">
                  <c:v>91.92488262910798</c:v>
                </c:pt>
                <c:pt idx="51">
                  <c:v>91.92488262910798</c:v>
                </c:pt>
                <c:pt idx="52">
                  <c:v>92.11267605633803</c:v>
                </c:pt>
                <c:pt idx="53">
                  <c:v>92.11267605633803</c:v>
                </c:pt>
                <c:pt idx="54">
                  <c:v>92.20657276995306</c:v>
                </c:pt>
                <c:pt idx="55">
                  <c:v>92.20657276995306</c:v>
                </c:pt>
                <c:pt idx="56">
                  <c:v>92.48826291079813</c:v>
                </c:pt>
                <c:pt idx="57">
                  <c:v>92.48826291079813</c:v>
                </c:pt>
                <c:pt idx="58">
                  <c:v>92.67605633802816</c:v>
                </c:pt>
                <c:pt idx="59">
                  <c:v>92.67605633802816</c:v>
                </c:pt>
                <c:pt idx="60">
                  <c:v>92.86384976525821</c:v>
                </c:pt>
                <c:pt idx="61">
                  <c:v>92.86384976525821</c:v>
                </c:pt>
                <c:pt idx="62">
                  <c:v>92.95774647887323</c:v>
                </c:pt>
                <c:pt idx="63">
                  <c:v>92.95774647887323</c:v>
                </c:pt>
                <c:pt idx="64">
                  <c:v>93.14553990610329</c:v>
                </c:pt>
                <c:pt idx="65">
                  <c:v>93.14553990610329</c:v>
                </c:pt>
                <c:pt idx="66">
                  <c:v>93.2394366197183</c:v>
                </c:pt>
                <c:pt idx="67">
                  <c:v>93.2394366197183</c:v>
                </c:pt>
                <c:pt idx="68">
                  <c:v>93.42723004694837</c:v>
                </c:pt>
                <c:pt idx="69">
                  <c:v>93.42723004694837</c:v>
                </c:pt>
                <c:pt idx="70">
                  <c:v>93.52112676056338</c:v>
                </c:pt>
                <c:pt idx="71">
                  <c:v>93.52112676056338</c:v>
                </c:pt>
                <c:pt idx="72">
                  <c:v>93.6150234741784</c:v>
                </c:pt>
                <c:pt idx="73">
                  <c:v>93.6150234741784</c:v>
                </c:pt>
                <c:pt idx="74">
                  <c:v>93.70892018779344</c:v>
                </c:pt>
                <c:pt idx="75">
                  <c:v>93.70892018779344</c:v>
                </c:pt>
                <c:pt idx="76">
                  <c:v>93.80281690140845</c:v>
                </c:pt>
                <c:pt idx="77">
                  <c:v>93.80281690140845</c:v>
                </c:pt>
                <c:pt idx="78">
                  <c:v>93.89671361502347</c:v>
                </c:pt>
                <c:pt idx="79">
                  <c:v>93.89671361502347</c:v>
                </c:pt>
                <c:pt idx="80">
                  <c:v>95.49295774647887</c:v>
                </c:pt>
                <c:pt idx="81">
                  <c:v>95.49295774647887</c:v>
                </c:pt>
                <c:pt idx="82">
                  <c:v>96.15023474178403</c:v>
                </c:pt>
                <c:pt idx="83">
                  <c:v>96.15023474178403</c:v>
                </c:pt>
                <c:pt idx="84">
                  <c:v>96.33802816901409</c:v>
                </c:pt>
                <c:pt idx="85">
                  <c:v>96.33802816901409</c:v>
                </c:pt>
                <c:pt idx="86">
                  <c:v>96.4319248826291</c:v>
                </c:pt>
                <c:pt idx="87">
                  <c:v>96.4319248826291</c:v>
                </c:pt>
                <c:pt idx="88">
                  <c:v>96.52582159624413</c:v>
                </c:pt>
                <c:pt idx="89">
                  <c:v>96.52582159624413</c:v>
                </c:pt>
                <c:pt idx="90">
                  <c:v>96.61971830985917</c:v>
                </c:pt>
                <c:pt idx="91">
                  <c:v>96.61971830985917</c:v>
                </c:pt>
                <c:pt idx="92">
                  <c:v>96.8075117370892</c:v>
                </c:pt>
                <c:pt idx="93">
                  <c:v>96.8075117370892</c:v>
                </c:pt>
                <c:pt idx="94">
                  <c:v>96.99530516431925</c:v>
                </c:pt>
                <c:pt idx="95">
                  <c:v>96.99530516431925</c:v>
                </c:pt>
                <c:pt idx="96">
                  <c:v>97.55868544600939</c:v>
                </c:pt>
                <c:pt idx="97">
                  <c:v>97.55868544600939</c:v>
                </c:pt>
                <c:pt idx="98">
                  <c:v>97.65258215962442</c:v>
                </c:pt>
                <c:pt idx="99">
                  <c:v>97.65258215962442</c:v>
                </c:pt>
                <c:pt idx="100">
                  <c:v>97.74647887323944</c:v>
                </c:pt>
                <c:pt idx="101">
                  <c:v>97.74647887323944</c:v>
                </c:pt>
                <c:pt idx="102">
                  <c:v>97.84037558685445</c:v>
                </c:pt>
                <c:pt idx="103">
                  <c:v>97.84037558685445</c:v>
                </c:pt>
                <c:pt idx="104">
                  <c:v>97.93427230046949</c:v>
                </c:pt>
                <c:pt idx="105">
                  <c:v>97.93427230046949</c:v>
                </c:pt>
                <c:pt idx="106">
                  <c:v>98.40375586854459</c:v>
                </c:pt>
                <c:pt idx="107">
                  <c:v>98.40375586854459</c:v>
                </c:pt>
                <c:pt idx="108">
                  <c:v>98.49765258215962</c:v>
                </c:pt>
                <c:pt idx="109">
                  <c:v>98.49765258215962</c:v>
                </c:pt>
                <c:pt idx="110">
                  <c:v>98.59154929577466</c:v>
                </c:pt>
                <c:pt idx="111">
                  <c:v>98.59154929577466</c:v>
                </c:pt>
                <c:pt idx="112">
                  <c:v>98.68544600938968</c:v>
                </c:pt>
                <c:pt idx="113">
                  <c:v>98.68544600938968</c:v>
                </c:pt>
                <c:pt idx="114">
                  <c:v>98.87323943661971</c:v>
                </c:pt>
                <c:pt idx="115">
                  <c:v>98.87323943661971</c:v>
                </c:pt>
                <c:pt idx="116">
                  <c:v>99.06103286384976</c:v>
                </c:pt>
                <c:pt idx="117">
                  <c:v>99.06103286384976</c:v>
                </c:pt>
                <c:pt idx="118">
                  <c:v>99.24882629107982</c:v>
                </c:pt>
                <c:pt idx="119">
                  <c:v>99.24882629107982</c:v>
                </c:pt>
                <c:pt idx="120">
                  <c:v>99.43661971830986</c:v>
                </c:pt>
                <c:pt idx="121">
                  <c:v>99.43661971830986</c:v>
                </c:pt>
                <c:pt idx="122">
                  <c:v>99.53051643192488</c:v>
                </c:pt>
                <c:pt idx="123">
                  <c:v>99.53051643192488</c:v>
                </c:pt>
                <c:pt idx="124">
                  <c:v>99.6244131455399</c:v>
                </c:pt>
                <c:pt idx="125">
                  <c:v>99.6244131455399</c:v>
                </c:pt>
                <c:pt idx="126">
                  <c:v>99.71830985915493</c:v>
                </c:pt>
                <c:pt idx="127">
                  <c:v>99.71830985915493</c:v>
                </c:pt>
                <c:pt idx="128">
                  <c:v>99.81220657276995</c:v>
                </c:pt>
                <c:pt idx="129">
                  <c:v>99.81220657276995</c:v>
                </c:pt>
                <c:pt idx="130">
                  <c:v>100</c:v>
                </c:pt>
                <c:pt idx="131">
                  <c:v>100</c:v>
                </c:pt>
              </c:numCache>
            </c:numRef>
          </c:yVal>
          <c:smooth val="0"/>
        </c:ser>
        <c:ser>
          <c:idx val="1"/>
          <c:order val="1"/>
          <c:tx>
            <c:v>Seed 1</c:v>
          </c:tx>
          <c:spPr>
            <a:solidFill xmlns:a="http://schemas.openxmlformats.org/drawingml/2006/main">
              <a:srgbClr val="087EBA"/>
            </a:solidFill>
            <a:ln xmlns:a="http://schemas.openxmlformats.org/drawingml/2006/main" w="19050">
              <a:solidFill>
                <a:srgbClr val="087EBA"/>
              </a:solidFill>
            </a:ln>
          </c:spPr>
          <c:marker>
            <c:symbol val="none"/>
          </c:marker>
          <c:xVal>
            <c:numRef>
              <c:f>'Data'!$C$2:$C$299</c:f>
              <c:numCache>
                <c:formatCode>General</c:formatCode>
                <c:ptCount val="298"/>
                <c:pt idx="0">
                  <c:v>-100</c:v>
                </c:pt>
                <c:pt idx="1">
                  <c:v>-90.90909090909091</c:v>
                </c:pt>
                <c:pt idx="2">
                  <c:v>-90.90909090909091</c:v>
                </c:pt>
                <c:pt idx="3">
                  <c:v>-90</c:v>
                </c:pt>
                <c:pt idx="4">
                  <c:v>-90</c:v>
                </c:pt>
                <c:pt idx="5">
                  <c:v>-86.66666666666667</c:v>
                </c:pt>
                <c:pt idx="6">
                  <c:v>-86.66666666666667</c:v>
                </c:pt>
                <c:pt idx="7">
                  <c:v>-78.94736842105263</c:v>
                </c:pt>
                <c:pt idx="8">
                  <c:v>-78.94736842105263</c:v>
                </c:pt>
                <c:pt idx="9">
                  <c:v>-78.57142857142857</c:v>
                </c:pt>
                <c:pt idx="10">
                  <c:v>-78.57142857142857</c:v>
                </c:pt>
                <c:pt idx="11">
                  <c:v>-75</c:v>
                </c:pt>
                <c:pt idx="12">
                  <c:v>-75</c:v>
                </c:pt>
                <c:pt idx="13">
                  <c:v>-73.33333333333334</c:v>
                </c:pt>
                <c:pt idx="14">
                  <c:v>-73.33333333333334</c:v>
                </c:pt>
                <c:pt idx="15">
                  <c:v>-70</c:v>
                </c:pt>
                <c:pt idx="16">
                  <c:v>-70</c:v>
                </c:pt>
                <c:pt idx="17">
                  <c:v>-60.00000000000001</c:v>
                </c:pt>
                <c:pt idx="18">
                  <c:v>-60.00000000000001</c:v>
                </c:pt>
                <c:pt idx="19">
                  <c:v>-60</c:v>
                </c:pt>
                <c:pt idx="20">
                  <c:v>-60</c:v>
                </c:pt>
                <c:pt idx="21">
                  <c:v>-57.14285714285714</c:v>
                </c:pt>
                <c:pt idx="22">
                  <c:v>-57.14285714285714</c:v>
                </c:pt>
                <c:pt idx="23">
                  <c:v>-53.33333333333334</c:v>
                </c:pt>
                <c:pt idx="24">
                  <c:v>-53.33333333333334</c:v>
                </c:pt>
                <c:pt idx="25">
                  <c:v>-50</c:v>
                </c:pt>
                <c:pt idx="26">
                  <c:v>-50</c:v>
                </c:pt>
                <c:pt idx="27">
                  <c:v>-47.05882352941176</c:v>
                </c:pt>
                <c:pt idx="28">
                  <c:v>-47.05882352941176</c:v>
                </c:pt>
                <c:pt idx="29">
                  <c:v>-45.45454545454545</c:v>
                </c:pt>
                <c:pt idx="30">
                  <c:v>-45.45454545454545</c:v>
                </c:pt>
                <c:pt idx="31">
                  <c:v>-44.44444444444444</c:v>
                </c:pt>
                <c:pt idx="32">
                  <c:v>-44.44444444444444</c:v>
                </c:pt>
                <c:pt idx="33">
                  <c:v>-43.75</c:v>
                </c:pt>
                <c:pt idx="34">
                  <c:v>-43.75</c:v>
                </c:pt>
                <c:pt idx="35">
                  <c:v>-43.47826086956522</c:v>
                </c:pt>
                <c:pt idx="36">
                  <c:v>-43.47826086956522</c:v>
                </c:pt>
                <c:pt idx="37">
                  <c:v>-42.85714285714286</c:v>
                </c:pt>
                <c:pt idx="38">
                  <c:v>-42.85714285714286</c:v>
                </c:pt>
                <c:pt idx="39">
                  <c:v>-42.85714285714285</c:v>
                </c:pt>
                <c:pt idx="40">
                  <c:v>-42.85714285714285</c:v>
                </c:pt>
                <c:pt idx="41">
                  <c:v>-41.66666666666666</c:v>
                </c:pt>
                <c:pt idx="42">
                  <c:v>-41.66666666666666</c:v>
                </c:pt>
                <c:pt idx="43">
                  <c:v>-40</c:v>
                </c:pt>
                <c:pt idx="44">
                  <c:v>-40</c:v>
                </c:pt>
                <c:pt idx="45">
                  <c:v>-39.1304347826087</c:v>
                </c:pt>
                <c:pt idx="46">
                  <c:v>-39.1304347826087</c:v>
                </c:pt>
                <c:pt idx="47">
                  <c:v>-38.46153846153847</c:v>
                </c:pt>
                <c:pt idx="48">
                  <c:v>-38.46153846153847</c:v>
                </c:pt>
                <c:pt idx="49">
                  <c:v>-38.46153846153846</c:v>
                </c:pt>
                <c:pt idx="50">
                  <c:v>-38.46153846153846</c:v>
                </c:pt>
                <c:pt idx="51">
                  <c:v>-36.8421052631579</c:v>
                </c:pt>
                <c:pt idx="52">
                  <c:v>-36.8421052631579</c:v>
                </c:pt>
                <c:pt idx="53">
                  <c:v>-36.36363636363637</c:v>
                </c:pt>
                <c:pt idx="54">
                  <c:v>-36.36363636363637</c:v>
                </c:pt>
                <c:pt idx="55">
                  <c:v>-35.71428571428572</c:v>
                </c:pt>
                <c:pt idx="56">
                  <c:v>-35.71428571428572</c:v>
                </c:pt>
                <c:pt idx="57">
                  <c:v>-35.71428571428571</c:v>
                </c:pt>
                <c:pt idx="58">
                  <c:v>-35.71428571428571</c:v>
                </c:pt>
                <c:pt idx="59">
                  <c:v>-35.29411764705882</c:v>
                </c:pt>
                <c:pt idx="60">
                  <c:v>-35.29411764705882</c:v>
                </c:pt>
                <c:pt idx="61">
                  <c:v>-33.33333333333334</c:v>
                </c:pt>
                <c:pt idx="62">
                  <c:v>-33.33333333333334</c:v>
                </c:pt>
                <c:pt idx="63">
                  <c:v>-33.33333333333333</c:v>
                </c:pt>
                <c:pt idx="64">
                  <c:v>-33.33333333333333</c:v>
                </c:pt>
                <c:pt idx="65">
                  <c:v>-31.25</c:v>
                </c:pt>
                <c:pt idx="66">
                  <c:v>-31.25</c:v>
                </c:pt>
                <c:pt idx="67">
                  <c:v>-30</c:v>
                </c:pt>
                <c:pt idx="68">
                  <c:v>-30</c:v>
                </c:pt>
                <c:pt idx="69">
                  <c:v>-30</c:v>
                </c:pt>
                <c:pt idx="70">
                  <c:v>-30</c:v>
                </c:pt>
                <c:pt idx="71">
                  <c:v>-29.62962962962963</c:v>
                </c:pt>
                <c:pt idx="72">
                  <c:v>-29.62962962962963</c:v>
                </c:pt>
                <c:pt idx="73">
                  <c:v>-29.41176470588235</c:v>
                </c:pt>
                <c:pt idx="74">
                  <c:v>-29.41176470588235</c:v>
                </c:pt>
                <c:pt idx="75">
                  <c:v>-28.57142857142857</c:v>
                </c:pt>
                <c:pt idx="76">
                  <c:v>-28.57142857142857</c:v>
                </c:pt>
                <c:pt idx="77">
                  <c:v>-27.27272727272727</c:v>
                </c:pt>
                <c:pt idx="78">
                  <c:v>-27.27272727272727</c:v>
                </c:pt>
                <c:pt idx="79">
                  <c:v>-26.92307692307693</c:v>
                </c:pt>
                <c:pt idx="80">
                  <c:v>-26.92307692307693</c:v>
                </c:pt>
                <c:pt idx="81">
                  <c:v>-26.66666666666667</c:v>
                </c:pt>
                <c:pt idx="82">
                  <c:v>-26.66666666666667</c:v>
                </c:pt>
                <c:pt idx="83">
                  <c:v>-25</c:v>
                </c:pt>
                <c:pt idx="84">
                  <c:v>-25</c:v>
                </c:pt>
                <c:pt idx="85">
                  <c:v>-24.13793103448276</c:v>
                </c:pt>
                <c:pt idx="86">
                  <c:v>-24.13793103448276</c:v>
                </c:pt>
                <c:pt idx="87">
                  <c:v>-21.42857142857143</c:v>
                </c:pt>
                <c:pt idx="88">
                  <c:v>-21.42857142857143</c:v>
                </c:pt>
                <c:pt idx="89">
                  <c:v>-21.05263157894737</c:v>
                </c:pt>
                <c:pt idx="90">
                  <c:v>-21.05263157894737</c:v>
                </c:pt>
                <c:pt idx="91">
                  <c:v>-20.00000000000001</c:v>
                </c:pt>
                <c:pt idx="92">
                  <c:v>-20.00000000000001</c:v>
                </c:pt>
                <c:pt idx="93">
                  <c:v>-20</c:v>
                </c:pt>
                <c:pt idx="94">
                  <c:v>-20</c:v>
                </c:pt>
                <c:pt idx="95">
                  <c:v>-20</c:v>
                </c:pt>
                <c:pt idx="96">
                  <c:v>-20</c:v>
                </c:pt>
                <c:pt idx="97">
                  <c:v>-19.23076923076923</c:v>
                </c:pt>
                <c:pt idx="98">
                  <c:v>-19.23076923076923</c:v>
                </c:pt>
                <c:pt idx="99">
                  <c:v>-19.04761904761905</c:v>
                </c:pt>
                <c:pt idx="100">
                  <c:v>-19.04761904761905</c:v>
                </c:pt>
                <c:pt idx="101">
                  <c:v>-18.75</c:v>
                </c:pt>
                <c:pt idx="102">
                  <c:v>-18.75</c:v>
                </c:pt>
                <c:pt idx="103">
                  <c:v>-17.64705882352942</c:v>
                </c:pt>
                <c:pt idx="104">
                  <c:v>-17.64705882352942</c:v>
                </c:pt>
                <c:pt idx="105">
                  <c:v>-17.39130434782609</c:v>
                </c:pt>
                <c:pt idx="106">
                  <c:v>-17.39130434782609</c:v>
                </c:pt>
                <c:pt idx="107">
                  <c:v>-16.66666666666667</c:v>
                </c:pt>
                <c:pt idx="108">
                  <c:v>-16.66666666666667</c:v>
                </c:pt>
                <c:pt idx="109">
                  <c:v>-16.66666666666666</c:v>
                </c:pt>
                <c:pt idx="110">
                  <c:v>-16.66666666666666</c:v>
                </c:pt>
                <c:pt idx="111">
                  <c:v>-15.78947368421053</c:v>
                </c:pt>
                <c:pt idx="112">
                  <c:v>-15.78947368421053</c:v>
                </c:pt>
                <c:pt idx="113">
                  <c:v>-15.38461538461539</c:v>
                </c:pt>
                <c:pt idx="114">
                  <c:v>-15.38461538461539</c:v>
                </c:pt>
                <c:pt idx="115">
                  <c:v>-15</c:v>
                </c:pt>
                <c:pt idx="116">
                  <c:v>-15</c:v>
                </c:pt>
                <c:pt idx="117">
                  <c:v>-14.28571428571429</c:v>
                </c:pt>
                <c:pt idx="118">
                  <c:v>-14.28571428571429</c:v>
                </c:pt>
                <c:pt idx="119">
                  <c:v>-13.63636363636363</c:v>
                </c:pt>
                <c:pt idx="120">
                  <c:v>-13.63636363636363</c:v>
                </c:pt>
                <c:pt idx="121">
                  <c:v>-13.33333333333334</c:v>
                </c:pt>
                <c:pt idx="122">
                  <c:v>-13.33333333333334</c:v>
                </c:pt>
                <c:pt idx="123">
                  <c:v>-13.33333333333333</c:v>
                </c:pt>
                <c:pt idx="124">
                  <c:v>-13.33333333333333</c:v>
                </c:pt>
                <c:pt idx="125">
                  <c:v>-13.04347826086957</c:v>
                </c:pt>
                <c:pt idx="126">
                  <c:v>-13.04347826086957</c:v>
                </c:pt>
                <c:pt idx="127">
                  <c:v>-12.5</c:v>
                </c:pt>
                <c:pt idx="128">
                  <c:v>-12.5</c:v>
                </c:pt>
                <c:pt idx="129">
                  <c:v>-11.76470588235294</c:v>
                </c:pt>
                <c:pt idx="130">
                  <c:v>-11.76470588235294</c:v>
                </c:pt>
                <c:pt idx="131">
                  <c:v>-10.00000000000001</c:v>
                </c:pt>
                <c:pt idx="132">
                  <c:v>-10.00000000000001</c:v>
                </c:pt>
                <c:pt idx="133">
                  <c:v>-10</c:v>
                </c:pt>
                <c:pt idx="134">
                  <c:v>-10</c:v>
                </c:pt>
                <c:pt idx="135">
                  <c:v>-9.999999999999998</c:v>
                </c:pt>
                <c:pt idx="136">
                  <c:v>-9.999999999999998</c:v>
                </c:pt>
                <c:pt idx="137">
                  <c:v>-9.523809523809524</c:v>
                </c:pt>
                <c:pt idx="138">
                  <c:v>-9.523809523809524</c:v>
                </c:pt>
                <c:pt idx="139">
                  <c:v>-9.090909090909093</c:v>
                </c:pt>
                <c:pt idx="140">
                  <c:v>-9.090909090909093</c:v>
                </c:pt>
                <c:pt idx="141">
                  <c:v>-9.090909090909083</c:v>
                </c:pt>
                <c:pt idx="142">
                  <c:v>-9.090909090909083</c:v>
                </c:pt>
                <c:pt idx="143">
                  <c:v>-8.695652173913038</c:v>
                </c:pt>
                <c:pt idx="144">
                  <c:v>-8.695652173913038</c:v>
                </c:pt>
                <c:pt idx="145">
                  <c:v>-8.333333333333337</c:v>
                </c:pt>
                <c:pt idx="146">
                  <c:v>-8.333333333333337</c:v>
                </c:pt>
                <c:pt idx="147">
                  <c:v>-8.333333333333325</c:v>
                </c:pt>
                <c:pt idx="148">
                  <c:v>-8.333333333333325</c:v>
                </c:pt>
                <c:pt idx="149">
                  <c:v>-7.999999999999996</c:v>
                </c:pt>
                <c:pt idx="150">
                  <c:v>-7.999999999999996</c:v>
                </c:pt>
                <c:pt idx="151">
                  <c:v>-7.692307692307699</c:v>
                </c:pt>
                <c:pt idx="152">
                  <c:v>-7.692307692307699</c:v>
                </c:pt>
                <c:pt idx="153">
                  <c:v>-7.142857142857151</c:v>
                </c:pt>
                <c:pt idx="154">
                  <c:v>-7.142857142857151</c:v>
                </c:pt>
                <c:pt idx="155">
                  <c:v>-7.14285714285714</c:v>
                </c:pt>
                <c:pt idx="156">
                  <c:v>-7.14285714285714</c:v>
                </c:pt>
                <c:pt idx="157">
                  <c:v>-6.666666666666665</c:v>
                </c:pt>
                <c:pt idx="158">
                  <c:v>-6.666666666666665</c:v>
                </c:pt>
                <c:pt idx="159">
                  <c:v>-6.451612903225801</c:v>
                </c:pt>
                <c:pt idx="160">
                  <c:v>-6.451612903225801</c:v>
                </c:pt>
                <c:pt idx="161">
                  <c:v>-6.25</c:v>
                </c:pt>
                <c:pt idx="162">
                  <c:v>-6.25</c:v>
                </c:pt>
                <c:pt idx="163">
                  <c:v>-5.882352941176472</c:v>
                </c:pt>
                <c:pt idx="164">
                  <c:v>-5.882352941176472</c:v>
                </c:pt>
                <c:pt idx="165">
                  <c:v>-5.555555555555558</c:v>
                </c:pt>
                <c:pt idx="166">
                  <c:v>-5.555555555555558</c:v>
                </c:pt>
                <c:pt idx="167">
                  <c:v>-5.263157894736848</c:v>
                </c:pt>
                <c:pt idx="168">
                  <c:v>-5.263157894736848</c:v>
                </c:pt>
                <c:pt idx="169">
                  <c:v>-5.263157894736836</c:v>
                </c:pt>
                <c:pt idx="170">
                  <c:v>-5.263157894736836</c:v>
                </c:pt>
                <c:pt idx="171">
                  <c:v>-5.000000000000004</c:v>
                </c:pt>
                <c:pt idx="172">
                  <c:v>-5.000000000000004</c:v>
                </c:pt>
                <c:pt idx="173">
                  <c:v>-4.999999999999993</c:v>
                </c:pt>
                <c:pt idx="174">
                  <c:v>-4.999999999999993</c:v>
                </c:pt>
                <c:pt idx="175">
                  <c:v>-4.347826086956519</c:v>
                </c:pt>
                <c:pt idx="176">
                  <c:v>-4.347826086956519</c:v>
                </c:pt>
                <c:pt idx="177">
                  <c:v>-3.846153846153844</c:v>
                </c:pt>
                <c:pt idx="178">
                  <c:v>-3.846153846153844</c:v>
                </c:pt>
                <c:pt idx="179">
                  <c:v>-3.333333333333333</c:v>
                </c:pt>
                <c:pt idx="180">
                  <c:v>-3.333333333333333</c:v>
                </c:pt>
                <c:pt idx="181">
                  <c:v>0</c:v>
                </c:pt>
                <c:pt idx="182">
                  <c:v>0</c:v>
                </c:pt>
                <c:pt idx="183">
                  <c:v>3.846153846153844</c:v>
                </c:pt>
                <c:pt idx="184">
                  <c:v>3.846153846153844</c:v>
                </c:pt>
                <c:pt idx="185">
                  <c:v>4.545454545454541</c:v>
                </c:pt>
                <c:pt idx="186">
                  <c:v>4.545454545454541</c:v>
                </c:pt>
                <c:pt idx="187">
                  <c:v>4.545454545454552</c:v>
                </c:pt>
                <c:pt idx="188">
                  <c:v>4.545454545454552</c:v>
                </c:pt>
                <c:pt idx="189">
                  <c:v>4.761904761904756</c:v>
                </c:pt>
                <c:pt idx="190">
                  <c:v>4.761904761904756</c:v>
                </c:pt>
                <c:pt idx="191">
                  <c:v>4.761904761904767</c:v>
                </c:pt>
                <c:pt idx="192">
                  <c:v>4.761904761904767</c:v>
                </c:pt>
                <c:pt idx="193">
                  <c:v>4.999999999999993</c:v>
                </c:pt>
                <c:pt idx="194">
                  <c:v>4.999999999999993</c:v>
                </c:pt>
                <c:pt idx="195">
                  <c:v>5.263157894736836</c:v>
                </c:pt>
                <c:pt idx="196">
                  <c:v>5.263157894736836</c:v>
                </c:pt>
                <c:pt idx="197">
                  <c:v>5.555555555555546</c:v>
                </c:pt>
                <c:pt idx="198">
                  <c:v>5.555555555555546</c:v>
                </c:pt>
                <c:pt idx="199">
                  <c:v>5.555555555555558</c:v>
                </c:pt>
                <c:pt idx="200">
                  <c:v>5.555555555555558</c:v>
                </c:pt>
                <c:pt idx="201">
                  <c:v>5.88235294117646</c:v>
                </c:pt>
                <c:pt idx="202">
                  <c:v>5.88235294117646</c:v>
                </c:pt>
                <c:pt idx="203">
                  <c:v>6.25</c:v>
                </c:pt>
                <c:pt idx="204">
                  <c:v>6.25</c:v>
                </c:pt>
                <c:pt idx="205">
                  <c:v>6.666666666666665</c:v>
                </c:pt>
                <c:pt idx="206">
                  <c:v>6.666666666666665</c:v>
                </c:pt>
                <c:pt idx="207">
                  <c:v>6.666666666666677</c:v>
                </c:pt>
                <c:pt idx="208">
                  <c:v>6.666666666666677</c:v>
                </c:pt>
                <c:pt idx="209">
                  <c:v>7.142857142857151</c:v>
                </c:pt>
                <c:pt idx="210">
                  <c:v>7.142857142857151</c:v>
                </c:pt>
                <c:pt idx="211">
                  <c:v>7.692307692307699</c:v>
                </c:pt>
                <c:pt idx="212">
                  <c:v>7.692307692307699</c:v>
                </c:pt>
                <c:pt idx="213">
                  <c:v>8.333333333333325</c:v>
                </c:pt>
                <c:pt idx="214">
                  <c:v>8.333333333333325</c:v>
                </c:pt>
                <c:pt idx="215">
                  <c:v>8.333333333333337</c:v>
                </c:pt>
                <c:pt idx="216">
                  <c:v>8.333333333333337</c:v>
                </c:pt>
                <c:pt idx="217">
                  <c:v>9.090909090909088</c:v>
                </c:pt>
                <c:pt idx="218">
                  <c:v>9.090909090909088</c:v>
                </c:pt>
                <c:pt idx="219">
                  <c:v>9.090909090909093</c:v>
                </c:pt>
                <c:pt idx="220">
                  <c:v>9.090909090909093</c:v>
                </c:pt>
                <c:pt idx="221">
                  <c:v>9.999999999999998</c:v>
                </c:pt>
                <c:pt idx="222">
                  <c:v>9.999999999999998</c:v>
                </c:pt>
                <c:pt idx="223">
                  <c:v>10</c:v>
                </c:pt>
                <c:pt idx="224">
                  <c:v>10</c:v>
                </c:pt>
                <c:pt idx="225">
                  <c:v>10</c:v>
                </c:pt>
                <c:pt idx="226">
                  <c:v>10</c:v>
                </c:pt>
                <c:pt idx="227">
                  <c:v>10.00000000000001</c:v>
                </c:pt>
                <c:pt idx="228">
                  <c:v>10.00000000000001</c:v>
                </c:pt>
                <c:pt idx="229">
                  <c:v>11.11111111111111</c:v>
                </c:pt>
                <c:pt idx="230">
                  <c:v>11.11111111111111</c:v>
                </c:pt>
                <c:pt idx="231">
                  <c:v>11.11111111111112</c:v>
                </c:pt>
                <c:pt idx="232">
                  <c:v>11.11111111111112</c:v>
                </c:pt>
                <c:pt idx="233">
                  <c:v>11.76470588235293</c:v>
                </c:pt>
                <c:pt idx="234">
                  <c:v>11.76470588235293</c:v>
                </c:pt>
                <c:pt idx="235">
                  <c:v>11.76470588235294</c:v>
                </c:pt>
                <c:pt idx="236">
                  <c:v>11.76470588235294</c:v>
                </c:pt>
                <c:pt idx="237">
                  <c:v>11.76470588235294</c:v>
                </c:pt>
                <c:pt idx="238">
                  <c:v>11.76470588235294</c:v>
                </c:pt>
                <c:pt idx="239">
                  <c:v>12.5</c:v>
                </c:pt>
                <c:pt idx="240">
                  <c:v>12.5</c:v>
                </c:pt>
                <c:pt idx="241">
                  <c:v>13.33333333333333</c:v>
                </c:pt>
                <c:pt idx="242">
                  <c:v>13.33333333333333</c:v>
                </c:pt>
                <c:pt idx="243">
                  <c:v>15.38461538461539</c:v>
                </c:pt>
                <c:pt idx="244">
                  <c:v>15.38461538461539</c:v>
                </c:pt>
                <c:pt idx="245">
                  <c:v>15.99999999999999</c:v>
                </c:pt>
                <c:pt idx="246">
                  <c:v>15.99999999999999</c:v>
                </c:pt>
                <c:pt idx="247">
                  <c:v>16.66666666666666</c:v>
                </c:pt>
                <c:pt idx="248">
                  <c:v>16.66666666666666</c:v>
                </c:pt>
                <c:pt idx="249">
                  <c:v>17.64705882352942</c:v>
                </c:pt>
                <c:pt idx="250">
                  <c:v>17.64705882352942</c:v>
                </c:pt>
                <c:pt idx="251">
                  <c:v>18.75</c:v>
                </c:pt>
                <c:pt idx="252">
                  <c:v>18.75</c:v>
                </c:pt>
                <c:pt idx="253">
                  <c:v>19.04761904761905</c:v>
                </c:pt>
                <c:pt idx="254">
                  <c:v>19.04761904761905</c:v>
                </c:pt>
                <c:pt idx="255">
                  <c:v>20</c:v>
                </c:pt>
                <c:pt idx="256">
                  <c:v>20</c:v>
                </c:pt>
                <c:pt idx="257">
                  <c:v>20</c:v>
                </c:pt>
                <c:pt idx="258">
                  <c:v>20</c:v>
                </c:pt>
                <c:pt idx="259">
                  <c:v>20.00000000000001</c:v>
                </c:pt>
                <c:pt idx="260">
                  <c:v>20.00000000000001</c:v>
                </c:pt>
                <c:pt idx="261">
                  <c:v>21.42857142857143</c:v>
                </c:pt>
                <c:pt idx="262">
                  <c:v>21.42857142857143</c:v>
                </c:pt>
                <c:pt idx="263">
                  <c:v>23.07692307692307</c:v>
                </c:pt>
                <c:pt idx="264">
                  <c:v>23.07692307692307</c:v>
                </c:pt>
                <c:pt idx="265">
                  <c:v>23.52941176470589</c:v>
                </c:pt>
                <c:pt idx="266">
                  <c:v>23.52941176470589</c:v>
                </c:pt>
                <c:pt idx="267">
                  <c:v>24.99999999999999</c:v>
                </c:pt>
                <c:pt idx="268">
                  <c:v>24.99999999999999</c:v>
                </c:pt>
                <c:pt idx="269">
                  <c:v>25</c:v>
                </c:pt>
                <c:pt idx="270">
                  <c:v>25</c:v>
                </c:pt>
                <c:pt idx="271">
                  <c:v>25.00000000000001</c:v>
                </c:pt>
                <c:pt idx="272">
                  <c:v>25.00000000000001</c:v>
                </c:pt>
                <c:pt idx="273">
                  <c:v>26.31578947368422</c:v>
                </c:pt>
                <c:pt idx="274">
                  <c:v>26.31578947368422</c:v>
                </c:pt>
                <c:pt idx="275">
                  <c:v>29.99999999999999</c:v>
                </c:pt>
                <c:pt idx="276">
                  <c:v>29.99999999999999</c:v>
                </c:pt>
                <c:pt idx="277">
                  <c:v>30</c:v>
                </c:pt>
                <c:pt idx="278">
                  <c:v>30</c:v>
                </c:pt>
                <c:pt idx="279">
                  <c:v>35.71428571428571</c:v>
                </c:pt>
                <c:pt idx="280">
                  <c:v>35.71428571428571</c:v>
                </c:pt>
                <c:pt idx="281">
                  <c:v>38.09523809523809</c:v>
                </c:pt>
                <c:pt idx="282">
                  <c:v>38.09523809523809</c:v>
                </c:pt>
                <c:pt idx="283">
                  <c:v>40</c:v>
                </c:pt>
                <c:pt idx="284">
                  <c:v>40</c:v>
                </c:pt>
                <c:pt idx="285">
                  <c:v>41.66666666666666</c:v>
                </c:pt>
                <c:pt idx="286">
                  <c:v>41.66666666666666</c:v>
                </c:pt>
                <c:pt idx="287">
                  <c:v>50</c:v>
                </c:pt>
                <c:pt idx="288">
                  <c:v>50</c:v>
                </c:pt>
                <c:pt idx="289">
                  <c:v>60</c:v>
                </c:pt>
                <c:pt idx="290">
                  <c:v>60</c:v>
                </c:pt>
                <c:pt idx="291">
                  <c:v>70</c:v>
                </c:pt>
                <c:pt idx="292">
                  <c:v>70</c:v>
                </c:pt>
                <c:pt idx="293">
                  <c:v>77.77777777777779</c:v>
                </c:pt>
                <c:pt idx="294">
                  <c:v>77.77777777777779</c:v>
                </c:pt>
                <c:pt idx="295">
                  <c:v>80</c:v>
                </c:pt>
                <c:pt idx="296">
                  <c:v>80</c:v>
                </c:pt>
                <c:pt idx="297">
                  <c:v>100</c:v>
                </c:pt>
              </c:numCache>
            </c:numRef>
          </c:xVal>
          <c:yVal>
            <c:numRef>
              <c:f>'Data'!$D$2:$D$299</c:f>
              <c:numCache>
                <c:formatCode>0</c:formatCode>
                <c:ptCount val="298"/>
                <c:pt idx="0">
                  <c:v>0</c:v>
                </c:pt>
                <c:pt idx="1">
                  <c:v>0</c:v>
                </c:pt>
                <c:pt idx="2">
                  <c:v>0.09389671361502347</c:v>
                </c:pt>
                <c:pt idx="3">
                  <c:v>0.09389671361502347</c:v>
                </c:pt>
                <c:pt idx="4">
                  <c:v>0.3755868544600939</c:v>
                </c:pt>
                <c:pt idx="5">
                  <c:v>0.3755868544600939</c:v>
                </c:pt>
                <c:pt idx="6">
                  <c:v>0.4694835680751174</c:v>
                </c:pt>
                <c:pt idx="7">
                  <c:v>0.4694835680751174</c:v>
                </c:pt>
                <c:pt idx="8">
                  <c:v>0.5633802816901409</c:v>
                </c:pt>
                <c:pt idx="9">
                  <c:v>0.5633802816901409</c:v>
                </c:pt>
                <c:pt idx="10">
                  <c:v>0.6572769953051643</c:v>
                </c:pt>
                <c:pt idx="11">
                  <c:v>0.6572769953051643</c:v>
                </c:pt>
                <c:pt idx="12">
                  <c:v>0.8450704225352111</c:v>
                </c:pt>
                <c:pt idx="13">
                  <c:v>0.8450704225352111</c:v>
                </c:pt>
                <c:pt idx="14">
                  <c:v>0.9389671361502347</c:v>
                </c:pt>
                <c:pt idx="15">
                  <c:v>0.9389671361502347</c:v>
                </c:pt>
                <c:pt idx="16">
                  <c:v>1.032863849765258</c:v>
                </c:pt>
                <c:pt idx="17">
                  <c:v>1.032863849765258</c:v>
                </c:pt>
                <c:pt idx="18">
                  <c:v>1.314553990610329</c:v>
                </c:pt>
                <c:pt idx="19">
                  <c:v>1.314553990610329</c:v>
                </c:pt>
                <c:pt idx="20">
                  <c:v>1.502347417840376</c:v>
                </c:pt>
                <c:pt idx="21">
                  <c:v>1.502347417840376</c:v>
                </c:pt>
                <c:pt idx="22">
                  <c:v>1.596244131455399</c:v>
                </c:pt>
                <c:pt idx="23">
                  <c:v>1.596244131455399</c:v>
                </c:pt>
                <c:pt idx="24">
                  <c:v>1.690140845070422</c:v>
                </c:pt>
                <c:pt idx="25">
                  <c:v>1.690140845070422</c:v>
                </c:pt>
                <c:pt idx="26">
                  <c:v>2.15962441314554</c:v>
                </c:pt>
                <c:pt idx="27">
                  <c:v>2.15962441314554</c:v>
                </c:pt>
                <c:pt idx="28">
                  <c:v>2.253521126760563</c:v>
                </c:pt>
                <c:pt idx="29">
                  <c:v>2.253521126760563</c:v>
                </c:pt>
                <c:pt idx="30">
                  <c:v>2.347417840375587</c:v>
                </c:pt>
                <c:pt idx="31">
                  <c:v>2.347417840375587</c:v>
                </c:pt>
                <c:pt idx="32">
                  <c:v>2.44131455399061</c:v>
                </c:pt>
                <c:pt idx="33">
                  <c:v>2.44131455399061</c:v>
                </c:pt>
                <c:pt idx="34">
                  <c:v>2.535211267605634</c:v>
                </c:pt>
                <c:pt idx="35">
                  <c:v>2.535211267605634</c:v>
                </c:pt>
                <c:pt idx="36">
                  <c:v>2.629107981220657</c:v>
                </c:pt>
                <c:pt idx="37">
                  <c:v>2.629107981220657</c:v>
                </c:pt>
                <c:pt idx="38">
                  <c:v>2.723004694835681</c:v>
                </c:pt>
                <c:pt idx="39">
                  <c:v>2.723004694835681</c:v>
                </c:pt>
                <c:pt idx="40">
                  <c:v>2.816901408450704</c:v>
                </c:pt>
                <c:pt idx="41">
                  <c:v>2.816901408450704</c:v>
                </c:pt>
                <c:pt idx="42">
                  <c:v>3.004694835680751</c:v>
                </c:pt>
                <c:pt idx="43">
                  <c:v>3.004694835680751</c:v>
                </c:pt>
                <c:pt idx="44">
                  <c:v>3.849765258215962</c:v>
                </c:pt>
                <c:pt idx="45">
                  <c:v>3.849765258215962</c:v>
                </c:pt>
                <c:pt idx="46">
                  <c:v>3.943661971830986</c:v>
                </c:pt>
                <c:pt idx="47">
                  <c:v>3.943661971830986</c:v>
                </c:pt>
                <c:pt idx="48">
                  <c:v>4.037558685446009</c:v>
                </c:pt>
                <c:pt idx="49">
                  <c:v>4.037558685446009</c:v>
                </c:pt>
                <c:pt idx="50">
                  <c:v>4.131455399061033</c:v>
                </c:pt>
                <c:pt idx="51">
                  <c:v>4.131455399061033</c:v>
                </c:pt>
                <c:pt idx="52">
                  <c:v>4.225352112676056</c:v>
                </c:pt>
                <c:pt idx="53">
                  <c:v>4.225352112676056</c:v>
                </c:pt>
                <c:pt idx="54">
                  <c:v>4.31924882629108</c:v>
                </c:pt>
                <c:pt idx="55">
                  <c:v>4.31924882629108</c:v>
                </c:pt>
                <c:pt idx="56">
                  <c:v>4.413145539906103</c:v>
                </c:pt>
                <c:pt idx="57">
                  <c:v>4.413145539906103</c:v>
                </c:pt>
                <c:pt idx="58">
                  <c:v>4.507042253521127</c:v>
                </c:pt>
                <c:pt idx="59">
                  <c:v>4.507042253521127</c:v>
                </c:pt>
                <c:pt idx="60">
                  <c:v>4.694835680751173</c:v>
                </c:pt>
                <c:pt idx="61">
                  <c:v>4.694835680751173</c:v>
                </c:pt>
                <c:pt idx="62">
                  <c:v>4.788732394366197</c:v>
                </c:pt>
                <c:pt idx="63">
                  <c:v>4.788732394366197</c:v>
                </c:pt>
                <c:pt idx="64">
                  <c:v>4.976525821596244</c:v>
                </c:pt>
                <c:pt idx="65">
                  <c:v>4.976525821596244</c:v>
                </c:pt>
                <c:pt idx="66">
                  <c:v>5.070422535211268</c:v>
                </c:pt>
                <c:pt idx="67">
                  <c:v>5.070422535211268</c:v>
                </c:pt>
                <c:pt idx="68">
                  <c:v>5.915492957746479</c:v>
                </c:pt>
                <c:pt idx="69">
                  <c:v>5.915492957746479</c:v>
                </c:pt>
                <c:pt idx="70">
                  <c:v>6.009389671361502</c:v>
                </c:pt>
                <c:pt idx="71">
                  <c:v>6.009389671361502</c:v>
                </c:pt>
                <c:pt idx="72">
                  <c:v>6.103286384976526</c:v>
                </c:pt>
                <c:pt idx="73">
                  <c:v>6.103286384976526</c:v>
                </c:pt>
                <c:pt idx="74">
                  <c:v>6.197183098591549</c:v>
                </c:pt>
                <c:pt idx="75">
                  <c:v>6.197183098591549</c:v>
                </c:pt>
                <c:pt idx="76">
                  <c:v>6.291079812206572</c:v>
                </c:pt>
                <c:pt idx="77">
                  <c:v>6.291079812206572</c:v>
                </c:pt>
                <c:pt idx="78">
                  <c:v>6.384976525821597</c:v>
                </c:pt>
                <c:pt idx="79">
                  <c:v>6.384976525821597</c:v>
                </c:pt>
                <c:pt idx="80">
                  <c:v>6.478873239436619</c:v>
                </c:pt>
                <c:pt idx="81">
                  <c:v>6.478873239436619</c:v>
                </c:pt>
                <c:pt idx="82">
                  <c:v>6.572769953051644</c:v>
                </c:pt>
                <c:pt idx="83">
                  <c:v>6.572769953051644</c:v>
                </c:pt>
                <c:pt idx="84">
                  <c:v>7.230046948356808</c:v>
                </c:pt>
                <c:pt idx="85">
                  <c:v>7.230046948356808</c:v>
                </c:pt>
                <c:pt idx="86">
                  <c:v>7.323943661971831</c:v>
                </c:pt>
                <c:pt idx="87">
                  <c:v>7.323943661971831</c:v>
                </c:pt>
                <c:pt idx="88">
                  <c:v>7.511737089201878</c:v>
                </c:pt>
                <c:pt idx="89">
                  <c:v>7.511737089201878</c:v>
                </c:pt>
                <c:pt idx="90">
                  <c:v>7.605633802816901</c:v>
                </c:pt>
                <c:pt idx="91">
                  <c:v>7.605633802816901</c:v>
                </c:pt>
                <c:pt idx="92">
                  <c:v>8.92018779342723</c:v>
                </c:pt>
                <c:pt idx="93">
                  <c:v>8.92018779342723</c:v>
                </c:pt>
                <c:pt idx="94">
                  <c:v>9.107981220657276</c:v>
                </c:pt>
                <c:pt idx="95">
                  <c:v>9.107981220657276</c:v>
                </c:pt>
                <c:pt idx="96">
                  <c:v>10.61032863849765</c:v>
                </c:pt>
                <c:pt idx="97">
                  <c:v>10.61032863849765</c:v>
                </c:pt>
                <c:pt idx="98">
                  <c:v>10.70422535211268</c:v>
                </c:pt>
                <c:pt idx="99">
                  <c:v>10.70422535211268</c:v>
                </c:pt>
                <c:pt idx="100">
                  <c:v>10.89201877934272</c:v>
                </c:pt>
                <c:pt idx="101">
                  <c:v>10.89201877934272</c:v>
                </c:pt>
                <c:pt idx="102">
                  <c:v>11.07981220657277</c:v>
                </c:pt>
                <c:pt idx="103">
                  <c:v>11.07981220657277</c:v>
                </c:pt>
                <c:pt idx="104">
                  <c:v>11.17370892018779</c:v>
                </c:pt>
                <c:pt idx="105">
                  <c:v>11.17370892018779</c:v>
                </c:pt>
                <c:pt idx="106">
                  <c:v>11.36150234741784</c:v>
                </c:pt>
                <c:pt idx="107">
                  <c:v>11.36150234741784</c:v>
                </c:pt>
                <c:pt idx="108">
                  <c:v>11.54929577464789</c:v>
                </c:pt>
                <c:pt idx="109">
                  <c:v>11.54929577464789</c:v>
                </c:pt>
                <c:pt idx="110">
                  <c:v>11.73708920187793</c:v>
                </c:pt>
                <c:pt idx="111">
                  <c:v>11.73708920187793</c:v>
                </c:pt>
                <c:pt idx="112">
                  <c:v>11.92488262910798</c:v>
                </c:pt>
                <c:pt idx="113">
                  <c:v>11.92488262910798</c:v>
                </c:pt>
                <c:pt idx="114">
                  <c:v>12.20657276995305</c:v>
                </c:pt>
                <c:pt idx="115">
                  <c:v>12.20657276995305</c:v>
                </c:pt>
                <c:pt idx="116">
                  <c:v>12.3943661971831</c:v>
                </c:pt>
                <c:pt idx="117">
                  <c:v>12.3943661971831</c:v>
                </c:pt>
                <c:pt idx="118">
                  <c:v>12.48826291079812</c:v>
                </c:pt>
                <c:pt idx="119">
                  <c:v>12.48826291079812</c:v>
                </c:pt>
                <c:pt idx="120">
                  <c:v>12.58215962441314</c:v>
                </c:pt>
                <c:pt idx="121">
                  <c:v>12.58215962441314</c:v>
                </c:pt>
                <c:pt idx="122">
                  <c:v>12.76995305164319</c:v>
                </c:pt>
                <c:pt idx="123">
                  <c:v>12.76995305164319</c:v>
                </c:pt>
                <c:pt idx="124">
                  <c:v>12.95774647887324</c:v>
                </c:pt>
                <c:pt idx="125">
                  <c:v>12.95774647887324</c:v>
                </c:pt>
                <c:pt idx="126">
                  <c:v>13.14553990610329</c:v>
                </c:pt>
                <c:pt idx="127">
                  <c:v>13.14553990610329</c:v>
                </c:pt>
                <c:pt idx="128">
                  <c:v>13.42723004694836</c:v>
                </c:pt>
                <c:pt idx="129">
                  <c:v>13.42723004694836</c:v>
                </c:pt>
                <c:pt idx="130">
                  <c:v>13.6150234741784</c:v>
                </c:pt>
                <c:pt idx="131">
                  <c:v>13.6150234741784</c:v>
                </c:pt>
                <c:pt idx="132">
                  <c:v>14.46009389671362</c:v>
                </c:pt>
                <c:pt idx="133">
                  <c:v>14.46009389671362</c:v>
                </c:pt>
                <c:pt idx="134">
                  <c:v>14.55399061032864</c:v>
                </c:pt>
                <c:pt idx="135">
                  <c:v>14.55399061032864</c:v>
                </c:pt>
                <c:pt idx="136">
                  <c:v>19.53051643192488</c:v>
                </c:pt>
                <c:pt idx="137">
                  <c:v>19.53051643192488</c:v>
                </c:pt>
                <c:pt idx="138">
                  <c:v>19.71830985915493</c:v>
                </c:pt>
                <c:pt idx="139">
                  <c:v>19.71830985915493</c:v>
                </c:pt>
                <c:pt idx="140">
                  <c:v>19.90610328638498</c:v>
                </c:pt>
                <c:pt idx="141">
                  <c:v>19.90610328638498</c:v>
                </c:pt>
                <c:pt idx="142">
                  <c:v>20</c:v>
                </c:pt>
                <c:pt idx="143">
                  <c:v>20</c:v>
                </c:pt>
                <c:pt idx="144">
                  <c:v>20.18779342723005</c:v>
                </c:pt>
                <c:pt idx="145">
                  <c:v>20.18779342723005</c:v>
                </c:pt>
                <c:pt idx="146">
                  <c:v>20.46948356807512</c:v>
                </c:pt>
                <c:pt idx="147">
                  <c:v>20.46948356807512</c:v>
                </c:pt>
                <c:pt idx="148">
                  <c:v>20.65727699530516</c:v>
                </c:pt>
                <c:pt idx="149">
                  <c:v>20.65727699530516</c:v>
                </c:pt>
                <c:pt idx="150">
                  <c:v>20.75117370892019</c:v>
                </c:pt>
                <c:pt idx="151">
                  <c:v>20.75117370892019</c:v>
                </c:pt>
                <c:pt idx="152">
                  <c:v>20.93896713615024</c:v>
                </c:pt>
                <c:pt idx="153">
                  <c:v>20.93896713615024</c:v>
                </c:pt>
                <c:pt idx="154">
                  <c:v>21.03286384976526</c:v>
                </c:pt>
                <c:pt idx="155">
                  <c:v>21.03286384976526</c:v>
                </c:pt>
                <c:pt idx="156">
                  <c:v>21.31455399061033</c:v>
                </c:pt>
                <c:pt idx="157">
                  <c:v>21.31455399061033</c:v>
                </c:pt>
                <c:pt idx="158">
                  <c:v>22.06572769953052</c:v>
                </c:pt>
                <c:pt idx="159">
                  <c:v>22.06572769953052</c:v>
                </c:pt>
                <c:pt idx="160">
                  <c:v>22.15962441314554</c:v>
                </c:pt>
                <c:pt idx="161">
                  <c:v>22.15962441314554</c:v>
                </c:pt>
                <c:pt idx="162">
                  <c:v>22.8169014084507</c:v>
                </c:pt>
                <c:pt idx="163">
                  <c:v>22.8169014084507</c:v>
                </c:pt>
                <c:pt idx="164">
                  <c:v>22.91079812206573</c:v>
                </c:pt>
                <c:pt idx="165">
                  <c:v>22.91079812206573</c:v>
                </c:pt>
                <c:pt idx="166">
                  <c:v>23.1924882629108</c:v>
                </c:pt>
                <c:pt idx="167">
                  <c:v>23.1924882629108</c:v>
                </c:pt>
                <c:pt idx="168">
                  <c:v>23.28638497652582</c:v>
                </c:pt>
                <c:pt idx="169">
                  <c:v>23.28638497652582</c:v>
                </c:pt>
                <c:pt idx="170">
                  <c:v>23.38028169014084</c:v>
                </c:pt>
                <c:pt idx="171">
                  <c:v>23.38028169014084</c:v>
                </c:pt>
                <c:pt idx="172">
                  <c:v>23.47417840375587</c:v>
                </c:pt>
                <c:pt idx="173">
                  <c:v>23.47417840375587</c:v>
                </c:pt>
                <c:pt idx="174">
                  <c:v>23.56807511737089</c:v>
                </c:pt>
                <c:pt idx="175">
                  <c:v>23.56807511737089</c:v>
                </c:pt>
                <c:pt idx="176">
                  <c:v>23.66197183098592</c:v>
                </c:pt>
                <c:pt idx="177">
                  <c:v>23.66197183098592</c:v>
                </c:pt>
                <c:pt idx="178">
                  <c:v>23.75586854460094</c:v>
                </c:pt>
                <c:pt idx="179">
                  <c:v>23.75586854460094</c:v>
                </c:pt>
                <c:pt idx="180">
                  <c:v>23.84976525821596</c:v>
                </c:pt>
                <c:pt idx="181">
                  <c:v>23.84976525821596</c:v>
                </c:pt>
                <c:pt idx="182">
                  <c:v>87.98122065727699</c:v>
                </c:pt>
                <c:pt idx="183">
                  <c:v>87.98122065727699</c:v>
                </c:pt>
                <c:pt idx="184">
                  <c:v>88.07511737089202</c:v>
                </c:pt>
                <c:pt idx="185">
                  <c:v>88.07511737089202</c:v>
                </c:pt>
                <c:pt idx="186">
                  <c:v>88.16901408450704</c:v>
                </c:pt>
                <c:pt idx="187">
                  <c:v>88.16901408450704</c:v>
                </c:pt>
                <c:pt idx="188">
                  <c:v>88.26291079812206</c:v>
                </c:pt>
                <c:pt idx="189">
                  <c:v>88.26291079812206</c:v>
                </c:pt>
                <c:pt idx="190">
                  <c:v>88.35680751173709</c:v>
                </c:pt>
                <c:pt idx="191">
                  <c:v>88.35680751173709</c:v>
                </c:pt>
                <c:pt idx="192">
                  <c:v>88.45070422535211</c:v>
                </c:pt>
                <c:pt idx="193">
                  <c:v>88.45070422535211</c:v>
                </c:pt>
                <c:pt idx="194">
                  <c:v>88.63849765258216</c:v>
                </c:pt>
                <c:pt idx="195">
                  <c:v>88.63849765258216</c:v>
                </c:pt>
                <c:pt idx="196">
                  <c:v>89.01408450704226</c:v>
                </c:pt>
                <c:pt idx="197">
                  <c:v>89.01408450704226</c:v>
                </c:pt>
                <c:pt idx="198">
                  <c:v>89.2018779342723</c:v>
                </c:pt>
                <c:pt idx="199">
                  <c:v>89.2018779342723</c:v>
                </c:pt>
                <c:pt idx="200">
                  <c:v>89.38967136150234</c:v>
                </c:pt>
                <c:pt idx="201">
                  <c:v>89.38967136150234</c:v>
                </c:pt>
                <c:pt idx="202">
                  <c:v>89.48356807511738</c:v>
                </c:pt>
                <c:pt idx="203">
                  <c:v>89.48356807511738</c:v>
                </c:pt>
                <c:pt idx="204">
                  <c:v>89.85915492957747</c:v>
                </c:pt>
                <c:pt idx="205">
                  <c:v>89.85915492957747</c:v>
                </c:pt>
                <c:pt idx="206">
                  <c:v>90.14084507042254</c:v>
                </c:pt>
                <c:pt idx="207">
                  <c:v>90.14084507042254</c:v>
                </c:pt>
                <c:pt idx="208">
                  <c:v>90.23474178403755</c:v>
                </c:pt>
                <c:pt idx="209">
                  <c:v>90.23474178403755</c:v>
                </c:pt>
                <c:pt idx="210">
                  <c:v>90.32863849765258</c:v>
                </c:pt>
                <c:pt idx="211">
                  <c:v>90.32863849765258</c:v>
                </c:pt>
                <c:pt idx="212">
                  <c:v>90.61032863849765</c:v>
                </c:pt>
                <c:pt idx="213">
                  <c:v>90.61032863849765</c:v>
                </c:pt>
                <c:pt idx="214">
                  <c:v>90.70422535211267</c:v>
                </c:pt>
                <c:pt idx="215">
                  <c:v>90.70422535211267</c:v>
                </c:pt>
                <c:pt idx="216">
                  <c:v>90.79812206572771</c:v>
                </c:pt>
                <c:pt idx="217">
                  <c:v>90.79812206572771</c:v>
                </c:pt>
                <c:pt idx="218">
                  <c:v>90.89201877934272</c:v>
                </c:pt>
                <c:pt idx="219">
                  <c:v>90.89201877934272</c:v>
                </c:pt>
                <c:pt idx="220">
                  <c:v>91.07981220657277</c:v>
                </c:pt>
                <c:pt idx="221">
                  <c:v>91.07981220657277</c:v>
                </c:pt>
                <c:pt idx="222">
                  <c:v>93.9906103286385</c:v>
                </c:pt>
                <c:pt idx="223">
                  <c:v>93.9906103286385</c:v>
                </c:pt>
                <c:pt idx="224">
                  <c:v>94.08450704225352</c:v>
                </c:pt>
                <c:pt idx="225">
                  <c:v>94.08450704225352</c:v>
                </c:pt>
                <c:pt idx="226">
                  <c:v>94.17840375586854</c:v>
                </c:pt>
                <c:pt idx="227">
                  <c:v>94.17840375586854</c:v>
                </c:pt>
                <c:pt idx="228">
                  <c:v>94.74178403755869</c:v>
                </c:pt>
                <c:pt idx="229">
                  <c:v>94.74178403755869</c:v>
                </c:pt>
                <c:pt idx="230">
                  <c:v>94.83568075117371</c:v>
                </c:pt>
                <c:pt idx="231">
                  <c:v>94.83568075117371</c:v>
                </c:pt>
                <c:pt idx="232">
                  <c:v>95.11737089201878</c:v>
                </c:pt>
                <c:pt idx="233">
                  <c:v>95.11737089201878</c:v>
                </c:pt>
                <c:pt idx="234">
                  <c:v>95.21126760563379</c:v>
                </c:pt>
                <c:pt idx="235">
                  <c:v>95.21126760563379</c:v>
                </c:pt>
                <c:pt idx="236">
                  <c:v>95.30516431924883</c:v>
                </c:pt>
                <c:pt idx="237">
                  <c:v>95.30516431924883</c:v>
                </c:pt>
                <c:pt idx="238">
                  <c:v>95.39906103286386</c:v>
                </c:pt>
                <c:pt idx="239">
                  <c:v>95.39906103286386</c:v>
                </c:pt>
                <c:pt idx="240">
                  <c:v>95.58685446009389</c:v>
                </c:pt>
                <c:pt idx="241">
                  <c:v>95.58685446009389</c:v>
                </c:pt>
                <c:pt idx="242">
                  <c:v>95.68075117370893</c:v>
                </c:pt>
                <c:pt idx="243">
                  <c:v>95.68075117370893</c:v>
                </c:pt>
                <c:pt idx="244">
                  <c:v>95.77464788732394</c:v>
                </c:pt>
                <c:pt idx="245">
                  <c:v>95.77464788732394</c:v>
                </c:pt>
                <c:pt idx="246">
                  <c:v>95.86854460093896</c:v>
                </c:pt>
                <c:pt idx="247">
                  <c:v>95.86854460093896</c:v>
                </c:pt>
                <c:pt idx="248">
                  <c:v>96.05633802816902</c:v>
                </c:pt>
                <c:pt idx="249">
                  <c:v>96.05633802816902</c:v>
                </c:pt>
                <c:pt idx="250">
                  <c:v>96.15023474178403</c:v>
                </c:pt>
                <c:pt idx="251">
                  <c:v>96.15023474178403</c:v>
                </c:pt>
                <c:pt idx="252">
                  <c:v>96.24413145539906</c:v>
                </c:pt>
                <c:pt idx="253">
                  <c:v>96.24413145539906</c:v>
                </c:pt>
                <c:pt idx="254">
                  <c:v>96.33802816901409</c:v>
                </c:pt>
                <c:pt idx="255">
                  <c:v>96.33802816901409</c:v>
                </c:pt>
                <c:pt idx="256">
                  <c:v>97.1830985915493</c:v>
                </c:pt>
                <c:pt idx="257">
                  <c:v>97.1830985915493</c:v>
                </c:pt>
                <c:pt idx="258">
                  <c:v>97.27699530516432</c:v>
                </c:pt>
                <c:pt idx="259">
                  <c:v>97.27699530516432</c:v>
                </c:pt>
                <c:pt idx="260">
                  <c:v>97.74647887323944</c:v>
                </c:pt>
                <c:pt idx="261">
                  <c:v>97.74647887323944</c:v>
                </c:pt>
                <c:pt idx="262">
                  <c:v>97.84037558685445</c:v>
                </c:pt>
                <c:pt idx="263">
                  <c:v>97.84037558685445</c:v>
                </c:pt>
                <c:pt idx="264">
                  <c:v>97.93427230046949</c:v>
                </c:pt>
                <c:pt idx="265">
                  <c:v>97.93427230046949</c:v>
                </c:pt>
                <c:pt idx="266">
                  <c:v>98.02816901408451</c:v>
                </c:pt>
                <c:pt idx="267">
                  <c:v>98.02816901408451</c:v>
                </c:pt>
                <c:pt idx="268">
                  <c:v>98.12206572769952</c:v>
                </c:pt>
                <c:pt idx="269">
                  <c:v>98.12206572769952</c:v>
                </c:pt>
                <c:pt idx="270">
                  <c:v>98.21596244131456</c:v>
                </c:pt>
                <c:pt idx="271">
                  <c:v>98.21596244131456</c:v>
                </c:pt>
                <c:pt idx="272">
                  <c:v>98.30985915492958</c:v>
                </c:pt>
                <c:pt idx="273">
                  <c:v>98.30985915492958</c:v>
                </c:pt>
                <c:pt idx="274">
                  <c:v>98.40375586854459</c:v>
                </c:pt>
                <c:pt idx="275">
                  <c:v>98.40375586854459</c:v>
                </c:pt>
                <c:pt idx="276">
                  <c:v>98.68544600938968</c:v>
                </c:pt>
                <c:pt idx="277">
                  <c:v>98.68544600938968</c:v>
                </c:pt>
                <c:pt idx="278">
                  <c:v>98.96713615023475</c:v>
                </c:pt>
                <c:pt idx="279">
                  <c:v>98.96713615023475</c:v>
                </c:pt>
                <c:pt idx="280">
                  <c:v>99.06103286384976</c:v>
                </c:pt>
                <c:pt idx="281">
                  <c:v>99.06103286384976</c:v>
                </c:pt>
                <c:pt idx="282">
                  <c:v>99.15492957746478</c:v>
                </c:pt>
                <c:pt idx="283">
                  <c:v>99.15492957746478</c:v>
                </c:pt>
                <c:pt idx="284">
                  <c:v>99.24882629107982</c:v>
                </c:pt>
                <c:pt idx="285">
                  <c:v>99.24882629107982</c:v>
                </c:pt>
                <c:pt idx="286">
                  <c:v>99.34272300469483</c:v>
                </c:pt>
                <c:pt idx="287">
                  <c:v>99.34272300469483</c:v>
                </c:pt>
                <c:pt idx="288">
                  <c:v>99.6244131455399</c:v>
                </c:pt>
                <c:pt idx="289">
                  <c:v>99.6244131455399</c:v>
                </c:pt>
                <c:pt idx="290">
                  <c:v>99.71830985915493</c:v>
                </c:pt>
                <c:pt idx="291">
                  <c:v>99.71830985915493</c:v>
                </c:pt>
                <c:pt idx="292">
                  <c:v>99.81220657276995</c:v>
                </c:pt>
                <c:pt idx="293">
                  <c:v>99.81220657276995</c:v>
                </c:pt>
                <c:pt idx="294">
                  <c:v>99.90610328638498</c:v>
                </c:pt>
                <c:pt idx="295">
                  <c:v>99.90610328638498</c:v>
                </c:pt>
                <c:pt idx="296">
                  <c:v>100</c:v>
                </c:pt>
                <c:pt idx="297">
                  <c:v>100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Empirical CDF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es val="min"/>
        <c:majorUnit val="25"/>
      </c:valAx>
      <c:valAx>
        <c:axId val="48650112"/>
        <c:scaling>
          <c:orientation val="minMax"/>
          <c:max val="100"/>
          <c:min val="-10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ΔDPG vs. 35-step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crosses val="mi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7620">
          <a:solidFill>
            <a:srgbClr val="77777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(c) Seed-1 latency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layout>
        <c:manualLayout>
          <c:layoutTarget val="inner"/>
          <c:xMode val="edge"/>
          <c:yMode val="edge"/>
          <c:wMode val="factor"/>
          <c:hMode val="factor"/>
          <c:x val="0.19"/>
          <c:y val="0.12"/>
          <c:w val="0.76"/>
          <c:h val="0.54"/>
        </c:manualLayout>
      </c:layout>
      <c:scatterChart>
        <c:scatterStyle val="line"/>
        <c:ser>
          <c:idx val="0"/>
          <c:order val="0"/>
          <c:tx>
            <c:v>35-step + rewrites</c:v>
          </c:tx>
          <c:spPr>
            <a:solidFill xmlns:a="http://schemas.openxmlformats.org/drawingml/2006/main">
              <a:srgbClr val="657782"/>
            </a:solidFill>
            <a:ln xmlns:a="http://schemas.openxmlformats.org/drawingml/2006/main" w="19050">
              <a:solidFill>
                <a:srgbClr val="657782"/>
              </a:solidFill>
              <a:prstDash val="dash"/>
            </a:ln>
          </c:spPr>
          <c:marker>
            <c:symbol val="none"/>
          </c:marker>
          <c:xVal>
            <c:numRef>
              <c:f>'Data'!$A$2:$A$2125</c:f>
              <c:numCache>
                <c:formatCode>General</c:formatCode>
                <c:ptCount val="2124"/>
                <c:pt idx="0">
                  <c:v>1</c:v>
                </c:pt>
                <c:pt idx="1">
                  <c:v>1.782405614852905</c:v>
                </c:pt>
                <c:pt idx="2">
                  <c:v>1.782405614852905</c:v>
                </c:pt>
                <c:pt idx="3">
                  <c:v>1.795153617858887</c:v>
                </c:pt>
                <c:pt idx="4">
                  <c:v>1.795153617858887</c:v>
                </c:pt>
                <c:pt idx="5">
                  <c:v>1.798083066940308</c:v>
                </c:pt>
                <c:pt idx="6">
                  <c:v>1.798083066940308</c:v>
                </c:pt>
                <c:pt idx="7">
                  <c:v>1.798268795013428</c:v>
                </c:pt>
                <c:pt idx="8">
                  <c:v>1.798268795013428</c:v>
                </c:pt>
                <c:pt idx="9">
                  <c:v>1.798326253890991</c:v>
                </c:pt>
                <c:pt idx="10">
                  <c:v>1.798326253890991</c:v>
                </c:pt>
                <c:pt idx="11">
                  <c:v>1.798965930938721</c:v>
                </c:pt>
                <c:pt idx="12">
                  <c:v>1.798965930938721</c:v>
                </c:pt>
                <c:pt idx="13">
                  <c:v>1.802420377731323</c:v>
                </c:pt>
                <c:pt idx="14">
                  <c:v>1.802420377731323</c:v>
                </c:pt>
                <c:pt idx="15">
                  <c:v>1.802494525909424</c:v>
                </c:pt>
                <c:pt idx="16">
                  <c:v>1.802494525909424</c:v>
                </c:pt>
                <c:pt idx="17">
                  <c:v>1.802690505981445</c:v>
                </c:pt>
                <c:pt idx="18">
                  <c:v>1.802690505981445</c:v>
                </c:pt>
                <c:pt idx="19">
                  <c:v>1.803155660629272</c:v>
                </c:pt>
                <c:pt idx="20">
                  <c:v>1.803155660629272</c:v>
                </c:pt>
                <c:pt idx="21">
                  <c:v>1.803478717803955</c:v>
                </c:pt>
                <c:pt idx="22">
                  <c:v>1.803478717803955</c:v>
                </c:pt>
                <c:pt idx="23">
                  <c:v>1.803521633148193</c:v>
                </c:pt>
                <c:pt idx="24">
                  <c:v>1.803521633148193</c:v>
                </c:pt>
                <c:pt idx="25">
                  <c:v>1.803827524185181</c:v>
                </c:pt>
                <c:pt idx="26">
                  <c:v>1.803827524185181</c:v>
                </c:pt>
                <c:pt idx="27">
                  <c:v>1.804282903671265</c:v>
                </c:pt>
                <c:pt idx="28">
                  <c:v>1.804282903671265</c:v>
                </c:pt>
                <c:pt idx="29">
                  <c:v>1.804842948913574</c:v>
                </c:pt>
                <c:pt idx="30">
                  <c:v>1.804842948913574</c:v>
                </c:pt>
                <c:pt idx="31">
                  <c:v>1.805392980575562</c:v>
                </c:pt>
                <c:pt idx="32">
                  <c:v>1.805392980575562</c:v>
                </c:pt>
                <c:pt idx="33">
                  <c:v>1.805739879608154</c:v>
                </c:pt>
                <c:pt idx="34">
                  <c:v>1.805739879608154</c:v>
                </c:pt>
                <c:pt idx="35">
                  <c:v>1.805756568908691</c:v>
                </c:pt>
                <c:pt idx="36">
                  <c:v>1.805756568908691</c:v>
                </c:pt>
                <c:pt idx="37">
                  <c:v>1.805841684341431</c:v>
                </c:pt>
                <c:pt idx="38">
                  <c:v>1.805841684341431</c:v>
                </c:pt>
                <c:pt idx="39">
                  <c:v>1.806129217147827</c:v>
                </c:pt>
                <c:pt idx="40">
                  <c:v>1.806129217147827</c:v>
                </c:pt>
                <c:pt idx="41">
                  <c:v>1.806472301483154</c:v>
                </c:pt>
                <c:pt idx="42">
                  <c:v>1.806472301483154</c:v>
                </c:pt>
                <c:pt idx="43">
                  <c:v>1.806484937667847</c:v>
                </c:pt>
                <c:pt idx="44">
                  <c:v>1.806484937667847</c:v>
                </c:pt>
                <c:pt idx="45">
                  <c:v>1.806588888168335</c:v>
                </c:pt>
                <c:pt idx="46">
                  <c:v>1.806588888168335</c:v>
                </c:pt>
                <c:pt idx="47">
                  <c:v>1.807468891143799</c:v>
                </c:pt>
                <c:pt idx="48">
                  <c:v>1.807468891143799</c:v>
                </c:pt>
                <c:pt idx="49">
                  <c:v>1.808269262313843</c:v>
                </c:pt>
                <c:pt idx="50">
                  <c:v>1.808269262313843</c:v>
                </c:pt>
                <c:pt idx="51">
                  <c:v>1.808508157730103</c:v>
                </c:pt>
                <c:pt idx="52">
                  <c:v>1.808508157730103</c:v>
                </c:pt>
                <c:pt idx="53">
                  <c:v>1.808743238449097</c:v>
                </c:pt>
                <c:pt idx="54">
                  <c:v>1.808743238449097</c:v>
                </c:pt>
                <c:pt idx="55">
                  <c:v>1.809404611587524</c:v>
                </c:pt>
                <c:pt idx="56">
                  <c:v>1.809404611587524</c:v>
                </c:pt>
                <c:pt idx="57">
                  <c:v>1.809487819671631</c:v>
                </c:pt>
                <c:pt idx="58">
                  <c:v>1.809487819671631</c:v>
                </c:pt>
                <c:pt idx="59">
                  <c:v>1.809906721115112</c:v>
                </c:pt>
                <c:pt idx="60">
                  <c:v>1.809906721115112</c:v>
                </c:pt>
                <c:pt idx="61">
                  <c:v>1.809961795806885</c:v>
                </c:pt>
                <c:pt idx="62">
                  <c:v>1.809961795806885</c:v>
                </c:pt>
                <c:pt idx="63">
                  <c:v>1.810188770294189</c:v>
                </c:pt>
                <c:pt idx="64">
                  <c:v>1.810188770294189</c:v>
                </c:pt>
                <c:pt idx="65">
                  <c:v>1.810862064361572</c:v>
                </c:pt>
                <c:pt idx="66">
                  <c:v>1.810862064361572</c:v>
                </c:pt>
                <c:pt idx="67">
                  <c:v>1.810959100723267</c:v>
                </c:pt>
                <c:pt idx="68">
                  <c:v>1.810959100723267</c:v>
                </c:pt>
                <c:pt idx="69">
                  <c:v>1.810988664627075</c:v>
                </c:pt>
                <c:pt idx="70">
                  <c:v>1.810988664627075</c:v>
                </c:pt>
                <c:pt idx="71">
                  <c:v>1.811387777328491</c:v>
                </c:pt>
                <c:pt idx="72">
                  <c:v>1.811387777328491</c:v>
                </c:pt>
                <c:pt idx="73">
                  <c:v>1.811436176300049</c:v>
                </c:pt>
                <c:pt idx="74">
                  <c:v>1.811436176300049</c:v>
                </c:pt>
                <c:pt idx="75">
                  <c:v>1.8114914894104</c:v>
                </c:pt>
                <c:pt idx="76">
                  <c:v>1.8114914894104</c:v>
                </c:pt>
                <c:pt idx="77">
                  <c:v>1.811572074890137</c:v>
                </c:pt>
                <c:pt idx="78">
                  <c:v>1.811572074890137</c:v>
                </c:pt>
                <c:pt idx="79">
                  <c:v>1.811739206314087</c:v>
                </c:pt>
                <c:pt idx="80">
                  <c:v>1.811739206314087</c:v>
                </c:pt>
                <c:pt idx="81">
                  <c:v>1.812173843383789</c:v>
                </c:pt>
                <c:pt idx="82">
                  <c:v>1.812173843383789</c:v>
                </c:pt>
                <c:pt idx="83">
                  <c:v>1.81219744682312</c:v>
                </c:pt>
                <c:pt idx="84">
                  <c:v>1.81219744682312</c:v>
                </c:pt>
                <c:pt idx="85">
                  <c:v>1.812271595001221</c:v>
                </c:pt>
                <c:pt idx="86">
                  <c:v>1.812271595001221</c:v>
                </c:pt>
                <c:pt idx="87">
                  <c:v>1.812427520751953</c:v>
                </c:pt>
                <c:pt idx="88">
                  <c:v>1.812427520751953</c:v>
                </c:pt>
                <c:pt idx="89">
                  <c:v>1.812522172927856</c:v>
                </c:pt>
                <c:pt idx="90">
                  <c:v>1.812522172927856</c:v>
                </c:pt>
                <c:pt idx="91">
                  <c:v>1.812620401382446</c:v>
                </c:pt>
                <c:pt idx="92">
                  <c:v>1.812620401382446</c:v>
                </c:pt>
                <c:pt idx="93">
                  <c:v>1.812764167785645</c:v>
                </c:pt>
                <c:pt idx="94">
                  <c:v>1.812764167785645</c:v>
                </c:pt>
                <c:pt idx="95">
                  <c:v>1.812793731689453</c:v>
                </c:pt>
                <c:pt idx="96">
                  <c:v>1.812793731689453</c:v>
                </c:pt>
                <c:pt idx="97">
                  <c:v>1.812798023223877</c:v>
                </c:pt>
                <c:pt idx="98">
                  <c:v>1.812798023223877</c:v>
                </c:pt>
                <c:pt idx="99">
                  <c:v>1.81282114982605</c:v>
                </c:pt>
                <c:pt idx="100">
                  <c:v>1.81282114982605</c:v>
                </c:pt>
                <c:pt idx="101">
                  <c:v>1.813208818435669</c:v>
                </c:pt>
                <c:pt idx="102">
                  <c:v>1.813208818435669</c:v>
                </c:pt>
                <c:pt idx="103">
                  <c:v>1.813698768615723</c:v>
                </c:pt>
                <c:pt idx="104">
                  <c:v>1.813698768615723</c:v>
                </c:pt>
                <c:pt idx="105">
                  <c:v>1.813782930374146</c:v>
                </c:pt>
                <c:pt idx="106">
                  <c:v>1.813782930374146</c:v>
                </c:pt>
                <c:pt idx="107">
                  <c:v>1.813861131668091</c:v>
                </c:pt>
                <c:pt idx="108">
                  <c:v>1.813861131668091</c:v>
                </c:pt>
                <c:pt idx="109">
                  <c:v>1.813911914825439</c:v>
                </c:pt>
                <c:pt idx="110">
                  <c:v>1.813911914825439</c:v>
                </c:pt>
                <c:pt idx="111">
                  <c:v>1.813922643661499</c:v>
                </c:pt>
                <c:pt idx="112">
                  <c:v>1.813922643661499</c:v>
                </c:pt>
                <c:pt idx="113">
                  <c:v>1.813985109329224</c:v>
                </c:pt>
                <c:pt idx="114">
                  <c:v>1.813985109329224</c:v>
                </c:pt>
                <c:pt idx="115">
                  <c:v>1.814138889312744</c:v>
                </c:pt>
                <c:pt idx="116">
                  <c:v>1.814138889312744</c:v>
                </c:pt>
                <c:pt idx="117">
                  <c:v>1.814405679702759</c:v>
                </c:pt>
                <c:pt idx="118">
                  <c:v>1.814405679702759</c:v>
                </c:pt>
                <c:pt idx="119">
                  <c:v>1.814429521560669</c:v>
                </c:pt>
                <c:pt idx="120">
                  <c:v>1.814429521560669</c:v>
                </c:pt>
                <c:pt idx="121">
                  <c:v>1.814899206161499</c:v>
                </c:pt>
                <c:pt idx="122">
                  <c:v>1.814899206161499</c:v>
                </c:pt>
                <c:pt idx="123">
                  <c:v>1.814933061599731</c:v>
                </c:pt>
                <c:pt idx="124">
                  <c:v>1.814933061599731</c:v>
                </c:pt>
                <c:pt idx="125">
                  <c:v>1.815120220184326</c:v>
                </c:pt>
                <c:pt idx="126">
                  <c:v>1.815120220184326</c:v>
                </c:pt>
                <c:pt idx="127">
                  <c:v>1.815437078475952</c:v>
                </c:pt>
                <c:pt idx="128">
                  <c:v>1.815437078475952</c:v>
                </c:pt>
                <c:pt idx="129">
                  <c:v>1.815522193908691</c:v>
                </c:pt>
                <c:pt idx="130">
                  <c:v>1.815522193908691</c:v>
                </c:pt>
                <c:pt idx="131">
                  <c:v>1.815559387207031</c:v>
                </c:pt>
                <c:pt idx="132">
                  <c:v>1.815559387207031</c:v>
                </c:pt>
                <c:pt idx="133">
                  <c:v>1.815613746643066</c:v>
                </c:pt>
                <c:pt idx="134">
                  <c:v>1.815613746643066</c:v>
                </c:pt>
                <c:pt idx="135">
                  <c:v>1.815989017486572</c:v>
                </c:pt>
                <c:pt idx="136">
                  <c:v>1.815989017486572</c:v>
                </c:pt>
                <c:pt idx="137">
                  <c:v>1.816149234771729</c:v>
                </c:pt>
                <c:pt idx="138">
                  <c:v>1.816149234771729</c:v>
                </c:pt>
                <c:pt idx="139">
                  <c:v>1.816195964813232</c:v>
                </c:pt>
                <c:pt idx="140">
                  <c:v>1.816195964813232</c:v>
                </c:pt>
                <c:pt idx="141">
                  <c:v>1.816202878952026</c:v>
                </c:pt>
                <c:pt idx="142">
                  <c:v>1.816202878952026</c:v>
                </c:pt>
                <c:pt idx="143">
                  <c:v>1.816234588623047</c:v>
                </c:pt>
                <c:pt idx="144">
                  <c:v>1.816234588623047</c:v>
                </c:pt>
                <c:pt idx="145">
                  <c:v>1.81657338142395</c:v>
                </c:pt>
                <c:pt idx="146">
                  <c:v>1.81657338142395</c:v>
                </c:pt>
                <c:pt idx="147">
                  <c:v>1.816612005233765</c:v>
                </c:pt>
                <c:pt idx="148">
                  <c:v>1.816612005233765</c:v>
                </c:pt>
                <c:pt idx="149">
                  <c:v>1.816714763641357</c:v>
                </c:pt>
                <c:pt idx="150">
                  <c:v>1.816714763641357</c:v>
                </c:pt>
                <c:pt idx="151">
                  <c:v>1.816725015640259</c:v>
                </c:pt>
                <c:pt idx="152">
                  <c:v>1.816725015640259</c:v>
                </c:pt>
                <c:pt idx="153">
                  <c:v>1.816904067993164</c:v>
                </c:pt>
                <c:pt idx="154">
                  <c:v>1.816904067993164</c:v>
                </c:pt>
                <c:pt idx="155">
                  <c:v>1.816939115524292</c:v>
                </c:pt>
                <c:pt idx="156">
                  <c:v>1.816939115524292</c:v>
                </c:pt>
                <c:pt idx="157">
                  <c:v>1.816985845565796</c:v>
                </c:pt>
                <c:pt idx="158">
                  <c:v>1.816985845565796</c:v>
                </c:pt>
                <c:pt idx="159">
                  <c:v>1.816991329193115</c:v>
                </c:pt>
                <c:pt idx="160">
                  <c:v>1.816991329193115</c:v>
                </c:pt>
                <c:pt idx="161">
                  <c:v>1.817312240600586</c:v>
                </c:pt>
                <c:pt idx="162">
                  <c:v>1.817312240600586</c:v>
                </c:pt>
                <c:pt idx="163">
                  <c:v>1.817426204681396</c:v>
                </c:pt>
                <c:pt idx="164">
                  <c:v>1.817426204681396</c:v>
                </c:pt>
                <c:pt idx="165">
                  <c:v>1.817634105682373</c:v>
                </c:pt>
                <c:pt idx="166">
                  <c:v>1.817634105682373</c:v>
                </c:pt>
                <c:pt idx="167">
                  <c:v>1.81778621673584</c:v>
                </c:pt>
                <c:pt idx="168">
                  <c:v>1.81778621673584</c:v>
                </c:pt>
                <c:pt idx="169">
                  <c:v>1.817902326583862</c:v>
                </c:pt>
                <c:pt idx="170">
                  <c:v>1.817902326583862</c:v>
                </c:pt>
                <c:pt idx="171">
                  <c:v>1.817970275878906</c:v>
                </c:pt>
                <c:pt idx="172">
                  <c:v>1.817970275878906</c:v>
                </c:pt>
                <c:pt idx="173">
                  <c:v>1.817991018295288</c:v>
                </c:pt>
                <c:pt idx="174">
                  <c:v>1.817991018295288</c:v>
                </c:pt>
                <c:pt idx="175">
                  <c:v>1.81814980506897</c:v>
                </c:pt>
                <c:pt idx="176">
                  <c:v>1.81814980506897</c:v>
                </c:pt>
                <c:pt idx="177">
                  <c:v>1.818365097045898</c:v>
                </c:pt>
                <c:pt idx="178">
                  <c:v>1.818365097045898</c:v>
                </c:pt>
                <c:pt idx="179">
                  <c:v>1.818376541137695</c:v>
                </c:pt>
                <c:pt idx="180">
                  <c:v>1.818376541137695</c:v>
                </c:pt>
                <c:pt idx="181">
                  <c:v>1.818689346313477</c:v>
                </c:pt>
                <c:pt idx="182">
                  <c:v>1.818689346313477</c:v>
                </c:pt>
                <c:pt idx="183">
                  <c:v>1.818728685379028</c:v>
                </c:pt>
                <c:pt idx="184">
                  <c:v>1.818728685379028</c:v>
                </c:pt>
                <c:pt idx="185">
                  <c:v>1.818758964538574</c:v>
                </c:pt>
                <c:pt idx="186">
                  <c:v>1.818758964538574</c:v>
                </c:pt>
                <c:pt idx="187">
                  <c:v>1.818767309188843</c:v>
                </c:pt>
                <c:pt idx="188">
                  <c:v>1.818767309188843</c:v>
                </c:pt>
                <c:pt idx="189">
                  <c:v>1.818778991699219</c:v>
                </c:pt>
                <c:pt idx="190">
                  <c:v>1.818778991699219</c:v>
                </c:pt>
                <c:pt idx="191">
                  <c:v>1.818821430206299</c:v>
                </c:pt>
                <c:pt idx="192">
                  <c:v>1.818821430206299</c:v>
                </c:pt>
                <c:pt idx="193">
                  <c:v>1.818942546844482</c:v>
                </c:pt>
                <c:pt idx="194">
                  <c:v>1.818942546844482</c:v>
                </c:pt>
                <c:pt idx="195">
                  <c:v>1.818990468978882</c:v>
                </c:pt>
                <c:pt idx="196">
                  <c:v>1.818990468978882</c:v>
                </c:pt>
                <c:pt idx="197">
                  <c:v>1.819023370742798</c:v>
                </c:pt>
                <c:pt idx="198">
                  <c:v>1.819023370742798</c:v>
                </c:pt>
                <c:pt idx="199">
                  <c:v>1.819136619567871</c:v>
                </c:pt>
                <c:pt idx="200">
                  <c:v>1.819136619567871</c:v>
                </c:pt>
                <c:pt idx="201">
                  <c:v>1.819211721420288</c:v>
                </c:pt>
                <c:pt idx="202">
                  <c:v>1.819211721420288</c:v>
                </c:pt>
                <c:pt idx="203">
                  <c:v>1.819227933883667</c:v>
                </c:pt>
                <c:pt idx="204">
                  <c:v>1.819227933883667</c:v>
                </c:pt>
                <c:pt idx="205">
                  <c:v>1.819228410720825</c:v>
                </c:pt>
                <c:pt idx="206">
                  <c:v>1.819228410720825</c:v>
                </c:pt>
                <c:pt idx="207">
                  <c:v>1.81949782371521</c:v>
                </c:pt>
                <c:pt idx="208">
                  <c:v>1.81949782371521</c:v>
                </c:pt>
                <c:pt idx="209">
                  <c:v>1.819506406784058</c:v>
                </c:pt>
                <c:pt idx="210">
                  <c:v>1.819506406784058</c:v>
                </c:pt>
                <c:pt idx="211">
                  <c:v>1.819592714309692</c:v>
                </c:pt>
                <c:pt idx="212">
                  <c:v>1.819592714309692</c:v>
                </c:pt>
                <c:pt idx="213">
                  <c:v>1.819626808166504</c:v>
                </c:pt>
                <c:pt idx="214">
                  <c:v>1.819626808166504</c:v>
                </c:pt>
                <c:pt idx="215">
                  <c:v>1.819639205932617</c:v>
                </c:pt>
                <c:pt idx="216">
                  <c:v>1.819639205932617</c:v>
                </c:pt>
                <c:pt idx="217">
                  <c:v>1.81971287727356</c:v>
                </c:pt>
                <c:pt idx="218">
                  <c:v>1.81971287727356</c:v>
                </c:pt>
                <c:pt idx="219">
                  <c:v>1.819756746292114</c:v>
                </c:pt>
                <c:pt idx="220">
                  <c:v>1.819756746292114</c:v>
                </c:pt>
                <c:pt idx="221">
                  <c:v>1.819906234741211</c:v>
                </c:pt>
                <c:pt idx="222">
                  <c:v>1.819906234741211</c:v>
                </c:pt>
                <c:pt idx="223">
                  <c:v>1.820234537124634</c:v>
                </c:pt>
                <c:pt idx="224">
                  <c:v>1.820234537124634</c:v>
                </c:pt>
                <c:pt idx="225">
                  <c:v>1.820262432098389</c:v>
                </c:pt>
                <c:pt idx="226">
                  <c:v>1.820262432098389</c:v>
                </c:pt>
                <c:pt idx="227">
                  <c:v>1.820308923721313</c:v>
                </c:pt>
                <c:pt idx="228">
                  <c:v>1.820308923721313</c:v>
                </c:pt>
                <c:pt idx="229">
                  <c:v>1.820364236831665</c:v>
                </c:pt>
                <c:pt idx="230">
                  <c:v>1.820364236831665</c:v>
                </c:pt>
                <c:pt idx="231">
                  <c:v>1.820461511611938</c:v>
                </c:pt>
                <c:pt idx="232">
                  <c:v>1.820461511611938</c:v>
                </c:pt>
                <c:pt idx="233">
                  <c:v>1.820523023605347</c:v>
                </c:pt>
                <c:pt idx="234">
                  <c:v>1.820523023605347</c:v>
                </c:pt>
                <c:pt idx="235">
                  <c:v>1.82054328918457</c:v>
                </c:pt>
                <c:pt idx="236">
                  <c:v>1.82054328918457</c:v>
                </c:pt>
                <c:pt idx="237">
                  <c:v>1.820581912994385</c:v>
                </c:pt>
                <c:pt idx="238">
                  <c:v>1.820581912994385</c:v>
                </c:pt>
                <c:pt idx="239">
                  <c:v>1.820612192153931</c:v>
                </c:pt>
                <c:pt idx="240">
                  <c:v>1.820612192153931</c:v>
                </c:pt>
                <c:pt idx="241">
                  <c:v>1.820618391036987</c:v>
                </c:pt>
                <c:pt idx="242">
                  <c:v>1.820618391036987</c:v>
                </c:pt>
                <c:pt idx="243">
                  <c:v>1.820634841918945</c:v>
                </c:pt>
                <c:pt idx="244">
                  <c:v>1.820634841918945</c:v>
                </c:pt>
                <c:pt idx="245">
                  <c:v>1.820793867111206</c:v>
                </c:pt>
                <c:pt idx="246">
                  <c:v>1.820793867111206</c:v>
                </c:pt>
                <c:pt idx="247">
                  <c:v>1.820832014083862</c:v>
                </c:pt>
                <c:pt idx="248">
                  <c:v>1.820832014083862</c:v>
                </c:pt>
                <c:pt idx="249">
                  <c:v>1.820896863937378</c:v>
                </c:pt>
                <c:pt idx="250">
                  <c:v>1.820896863937378</c:v>
                </c:pt>
                <c:pt idx="251">
                  <c:v>1.820979118347168</c:v>
                </c:pt>
                <c:pt idx="252">
                  <c:v>1.820979118347168</c:v>
                </c:pt>
                <c:pt idx="253">
                  <c:v>1.821019172668457</c:v>
                </c:pt>
                <c:pt idx="254">
                  <c:v>1.821019172668457</c:v>
                </c:pt>
                <c:pt idx="255">
                  <c:v>1.821120023727417</c:v>
                </c:pt>
                <c:pt idx="256">
                  <c:v>1.821120023727417</c:v>
                </c:pt>
                <c:pt idx="257">
                  <c:v>1.821163654327393</c:v>
                </c:pt>
                <c:pt idx="258">
                  <c:v>1.821163654327393</c:v>
                </c:pt>
                <c:pt idx="259">
                  <c:v>1.821218490600586</c:v>
                </c:pt>
                <c:pt idx="260">
                  <c:v>1.821218490600586</c:v>
                </c:pt>
                <c:pt idx="261">
                  <c:v>1.821408271789551</c:v>
                </c:pt>
                <c:pt idx="262">
                  <c:v>1.821408271789551</c:v>
                </c:pt>
                <c:pt idx="263">
                  <c:v>1.821459054946899</c:v>
                </c:pt>
                <c:pt idx="264">
                  <c:v>1.821459054946899</c:v>
                </c:pt>
                <c:pt idx="265">
                  <c:v>1.821505546569824</c:v>
                </c:pt>
                <c:pt idx="266">
                  <c:v>1.821505546569824</c:v>
                </c:pt>
                <c:pt idx="267">
                  <c:v>1.821536779403687</c:v>
                </c:pt>
                <c:pt idx="268">
                  <c:v>1.821536779403687</c:v>
                </c:pt>
                <c:pt idx="269">
                  <c:v>1.821595907211304</c:v>
                </c:pt>
                <c:pt idx="270">
                  <c:v>1.821595907211304</c:v>
                </c:pt>
                <c:pt idx="271">
                  <c:v>1.821607112884521</c:v>
                </c:pt>
                <c:pt idx="272">
                  <c:v>1.821607112884521</c:v>
                </c:pt>
                <c:pt idx="273">
                  <c:v>1.821627140045166</c:v>
                </c:pt>
                <c:pt idx="274">
                  <c:v>1.821627140045166</c:v>
                </c:pt>
                <c:pt idx="275">
                  <c:v>1.821687459945679</c:v>
                </c:pt>
                <c:pt idx="276">
                  <c:v>1.821687459945679</c:v>
                </c:pt>
                <c:pt idx="277">
                  <c:v>1.82171893119812</c:v>
                </c:pt>
                <c:pt idx="278">
                  <c:v>1.82171893119812</c:v>
                </c:pt>
                <c:pt idx="279">
                  <c:v>1.821728706359863</c:v>
                </c:pt>
                <c:pt idx="280">
                  <c:v>1.821728706359863</c:v>
                </c:pt>
                <c:pt idx="281">
                  <c:v>1.821743249893188</c:v>
                </c:pt>
                <c:pt idx="282">
                  <c:v>1.821743249893188</c:v>
                </c:pt>
                <c:pt idx="283">
                  <c:v>1.821770191192627</c:v>
                </c:pt>
                <c:pt idx="284">
                  <c:v>1.821770191192627</c:v>
                </c:pt>
                <c:pt idx="285">
                  <c:v>1.821798801422119</c:v>
                </c:pt>
                <c:pt idx="286">
                  <c:v>1.821798801422119</c:v>
                </c:pt>
                <c:pt idx="287">
                  <c:v>1.821839809417725</c:v>
                </c:pt>
                <c:pt idx="288">
                  <c:v>1.821839809417725</c:v>
                </c:pt>
                <c:pt idx="289">
                  <c:v>1.821871519088745</c:v>
                </c:pt>
                <c:pt idx="290">
                  <c:v>1.821871519088745</c:v>
                </c:pt>
                <c:pt idx="291">
                  <c:v>1.821947574615479</c:v>
                </c:pt>
                <c:pt idx="292">
                  <c:v>1.821947574615479</c:v>
                </c:pt>
                <c:pt idx="293">
                  <c:v>1.822004795074463</c:v>
                </c:pt>
                <c:pt idx="294">
                  <c:v>1.822004795074463</c:v>
                </c:pt>
                <c:pt idx="295">
                  <c:v>1.822038173675537</c:v>
                </c:pt>
                <c:pt idx="296">
                  <c:v>1.822038173675537</c:v>
                </c:pt>
                <c:pt idx="297">
                  <c:v>1.822084426879883</c:v>
                </c:pt>
                <c:pt idx="298">
                  <c:v>1.822084426879883</c:v>
                </c:pt>
                <c:pt idx="299">
                  <c:v>1.82209038734436</c:v>
                </c:pt>
                <c:pt idx="300">
                  <c:v>1.82209038734436</c:v>
                </c:pt>
                <c:pt idx="301">
                  <c:v>1.822097778320312</c:v>
                </c:pt>
                <c:pt idx="302">
                  <c:v>1.822097778320312</c:v>
                </c:pt>
                <c:pt idx="303">
                  <c:v>1.822153091430664</c:v>
                </c:pt>
                <c:pt idx="304">
                  <c:v>1.822153091430664</c:v>
                </c:pt>
                <c:pt idx="305">
                  <c:v>1.822195291519165</c:v>
                </c:pt>
                <c:pt idx="306">
                  <c:v>1.822195291519165</c:v>
                </c:pt>
                <c:pt idx="307">
                  <c:v>1.822214603424072</c:v>
                </c:pt>
                <c:pt idx="308">
                  <c:v>1.822214603424072</c:v>
                </c:pt>
                <c:pt idx="309">
                  <c:v>1.822363376617432</c:v>
                </c:pt>
                <c:pt idx="310">
                  <c:v>1.822363376617432</c:v>
                </c:pt>
                <c:pt idx="311">
                  <c:v>1.822383403778076</c:v>
                </c:pt>
                <c:pt idx="312">
                  <c:v>1.822383403778076</c:v>
                </c:pt>
                <c:pt idx="313">
                  <c:v>1.822469711303711</c:v>
                </c:pt>
                <c:pt idx="314">
                  <c:v>1.822469711303711</c:v>
                </c:pt>
                <c:pt idx="315">
                  <c:v>1.822489261627197</c:v>
                </c:pt>
                <c:pt idx="316">
                  <c:v>1.822489261627197</c:v>
                </c:pt>
                <c:pt idx="317">
                  <c:v>1.822641134262085</c:v>
                </c:pt>
                <c:pt idx="318">
                  <c:v>1.822641134262085</c:v>
                </c:pt>
                <c:pt idx="319">
                  <c:v>1.822687387466431</c:v>
                </c:pt>
                <c:pt idx="320">
                  <c:v>1.822687387466431</c:v>
                </c:pt>
                <c:pt idx="321">
                  <c:v>1.822707176208496</c:v>
                </c:pt>
                <c:pt idx="322">
                  <c:v>1.822707176208496</c:v>
                </c:pt>
                <c:pt idx="323">
                  <c:v>1.822780847549438</c:v>
                </c:pt>
                <c:pt idx="324">
                  <c:v>1.822780847549438</c:v>
                </c:pt>
                <c:pt idx="325">
                  <c:v>1.822821378707886</c:v>
                </c:pt>
                <c:pt idx="326">
                  <c:v>1.822821378707886</c:v>
                </c:pt>
                <c:pt idx="327">
                  <c:v>1.822828054428101</c:v>
                </c:pt>
                <c:pt idx="328">
                  <c:v>1.822828054428101</c:v>
                </c:pt>
                <c:pt idx="329">
                  <c:v>1.822850704193115</c:v>
                </c:pt>
                <c:pt idx="330">
                  <c:v>1.822850704193115</c:v>
                </c:pt>
                <c:pt idx="331">
                  <c:v>1.822877168655396</c:v>
                </c:pt>
                <c:pt idx="332">
                  <c:v>1.822877168655396</c:v>
                </c:pt>
                <c:pt idx="333">
                  <c:v>1.822948694229126</c:v>
                </c:pt>
                <c:pt idx="334">
                  <c:v>1.822948694229126</c:v>
                </c:pt>
                <c:pt idx="335">
                  <c:v>1.822988033294678</c:v>
                </c:pt>
                <c:pt idx="336">
                  <c:v>1.822988033294678</c:v>
                </c:pt>
                <c:pt idx="337">
                  <c:v>1.82299280166626</c:v>
                </c:pt>
                <c:pt idx="338">
                  <c:v>1.82299280166626</c:v>
                </c:pt>
                <c:pt idx="339">
                  <c:v>1.82300853729248</c:v>
                </c:pt>
                <c:pt idx="340">
                  <c:v>1.82300853729248</c:v>
                </c:pt>
                <c:pt idx="341">
                  <c:v>1.82300877571106</c:v>
                </c:pt>
                <c:pt idx="342">
                  <c:v>1.82300877571106</c:v>
                </c:pt>
                <c:pt idx="343">
                  <c:v>1.823083162307739</c:v>
                </c:pt>
                <c:pt idx="344">
                  <c:v>1.823083162307739</c:v>
                </c:pt>
                <c:pt idx="345">
                  <c:v>1.823096990585327</c:v>
                </c:pt>
                <c:pt idx="346">
                  <c:v>1.823096990585327</c:v>
                </c:pt>
                <c:pt idx="347">
                  <c:v>1.823153018951416</c:v>
                </c:pt>
                <c:pt idx="348">
                  <c:v>1.823153018951416</c:v>
                </c:pt>
                <c:pt idx="349">
                  <c:v>1.823200941085815</c:v>
                </c:pt>
                <c:pt idx="350">
                  <c:v>1.823200941085815</c:v>
                </c:pt>
                <c:pt idx="351">
                  <c:v>1.823274612426758</c:v>
                </c:pt>
                <c:pt idx="352">
                  <c:v>1.823274612426758</c:v>
                </c:pt>
                <c:pt idx="353">
                  <c:v>1.823344945907593</c:v>
                </c:pt>
                <c:pt idx="354">
                  <c:v>1.823344945907593</c:v>
                </c:pt>
                <c:pt idx="355">
                  <c:v>1.823349952697754</c:v>
                </c:pt>
                <c:pt idx="356">
                  <c:v>1.823349952697754</c:v>
                </c:pt>
                <c:pt idx="357">
                  <c:v>1.823352336883545</c:v>
                </c:pt>
                <c:pt idx="358">
                  <c:v>1.823352336883545</c:v>
                </c:pt>
                <c:pt idx="359">
                  <c:v>1.823405504226685</c:v>
                </c:pt>
                <c:pt idx="360">
                  <c:v>1.823405504226685</c:v>
                </c:pt>
                <c:pt idx="361">
                  <c:v>1.823473453521729</c:v>
                </c:pt>
                <c:pt idx="362">
                  <c:v>1.823473453521729</c:v>
                </c:pt>
                <c:pt idx="363">
                  <c:v>1.823495626449585</c:v>
                </c:pt>
                <c:pt idx="364">
                  <c:v>1.823495626449585</c:v>
                </c:pt>
                <c:pt idx="365">
                  <c:v>1.823525428771973</c:v>
                </c:pt>
                <c:pt idx="366">
                  <c:v>1.823525428771973</c:v>
                </c:pt>
                <c:pt idx="367">
                  <c:v>1.823712587356567</c:v>
                </c:pt>
                <c:pt idx="368">
                  <c:v>1.823712587356567</c:v>
                </c:pt>
                <c:pt idx="369">
                  <c:v>1.823822736740112</c:v>
                </c:pt>
                <c:pt idx="370">
                  <c:v>1.823822736740112</c:v>
                </c:pt>
                <c:pt idx="371">
                  <c:v>1.824052572250366</c:v>
                </c:pt>
                <c:pt idx="372">
                  <c:v>1.824052572250366</c:v>
                </c:pt>
                <c:pt idx="373">
                  <c:v>1.824092149734497</c:v>
                </c:pt>
                <c:pt idx="374">
                  <c:v>1.824092149734497</c:v>
                </c:pt>
                <c:pt idx="375">
                  <c:v>1.824315786361694</c:v>
                </c:pt>
                <c:pt idx="376">
                  <c:v>1.824315786361694</c:v>
                </c:pt>
                <c:pt idx="377">
                  <c:v>1.824326992034912</c:v>
                </c:pt>
                <c:pt idx="378">
                  <c:v>1.824326992034912</c:v>
                </c:pt>
                <c:pt idx="379">
                  <c:v>1.824347019195557</c:v>
                </c:pt>
                <c:pt idx="380">
                  <c:v>1.824347019195557</c:v>
                </c:pt>
                <c:pt idx="381">
                  <c:v>1.824352264404297</c:v>
                </c:pt>
                <c:pt idx="382">
                  <c:v>1.824352264404297</c:v>
                </c:pt>
                <c:pt idx="383">
                  <c:v>1.82438063621521</c:v>
                </c:pt>
                <c:pt idx="384">
                  <c:v>1.82438063621521</c:v>
                </c:pt>
                <c:pt idx="385">
                  <c:v>1.824529409408569</c:v>
                </c:pt>
                <c:pt idx="386">
                  <c:v>1.824529409408569</c:v>
                </c:pt>
                <c:pt idx="387">
                  <c:v>1.82462739944458</c:v>
                </c:pt>
                <c:pt idx="388">
                  <c:v>1.82462739944458</c:v>
                </c:pt>
                <c:pt idx="389">
                  <c:v>1.824690818786621</c:v>
                </c:pt>
                <c:pt idx="390">
                  <c:v>1.824690818786621</c:v>
                </c:pt>
                <c:pt idx="391">
                  <c:v>1.824737310409546</c:v>
                </c:pt>
                <c:pt idx="392">
                  <c:v>1.824737310409546</c:v>
                </c:pt>
                <c:pt idx="393">
                  <c:v>1.824748039245605</c:v>
                </c:pt>
                <c:pt idx="394">
                  <c:v>1.824748039245605</c:v>
                </c:pt>
                <c:pt idx="395">
                  <c:v>1.824813842773438</c:v>
                </c:pt>
                <c:pt idx="396">
                  <c:v>1.824813842773438</c:v>
                </c:pt>
                <c:pt idx="397">
                  <c:v>1.824918508529663</c:v>
                </c:pt>
                <c:pt idx="398">
                  <c:v>1.824918508529663</c:v>
                </c:pt>
                <c:pt idx="399">
                  <c:v>1.824942588806152</c:v>
                </c:pt>
                <c:pt idx="400">
                  <c:v>1.824942588806152</c:v>
                </c:pt>
                <c:pt idx="401">
                  <c:v>1.825021743774414</c:v>
                </c:pt>
                <c:pt idx="402">
                  <c:v>1.825021743774414</c:v>
                </c:pt>
                <c:pt idx="403">
                  <c:v>1.825058221817017</c:v>
                </c:pt>
                <c:pt idx="404">
                  <c:v>1.825058221817017</c:v>
                </c:pt>
                <c:pt idx="405">
                  <c:v>1.825127363204956</c:v>
                </c:pt>
                <c:pt idx="406">
                  <c:v>1.825127363204956</c:v>
                </c:pt>
                <c:pt idx="407">
                  <c:v>1.825166940689087</c:v>
                </c:pt>
                <c:pt idx="408">
                  <c:v>1.825166940689087</c:v>
                </c:pt>
                <c:pt idx="409">
                  <c:v>1.825212001800537</c:v>
                </c:pt>
                <c:pt idx="410">
                  <c:v>1.825212001800537</c:v>
                </c:pt>
                <c:pt idx="411">
                  <c:v>1.825276136398315</c:v>
                </c:pt>
                <c:pt idx="412">
                  <c:v>1.825276136398315</c:v>
                </c:pt>
                <c:pt idx="413">
                  <c:v>1.825278282165527</c:v>
                </c:pt>
                <c:pt idx="414">
                  <c:v>1.825278282165527</c:v>
                </c:pt>
                <c:pt idx="415">
                  <c:v>1.825485944747925</c:v>
                </c:pt>
                <c:pt idx="416">
                  <c:v>1.825485944747925</c:v>
                </c:pt>
                <c:pt idx="417">
                  <c:v>1.825492143630981</c:v>
                </c:pt>
                <c:pt idx="418">
                  <c:v>1.825492143630981</c:v>
                </c:pt>
                <c:pt idx="419">
                  <c:v>1.825597047805786</c:v>
                </c:pt>
                <c:pt idx="420">
                  <c:v>1.825597047805786</c:v>
                </c:pt>
                <c:pt idx="421">
                  <c:v>1.825673818588257</c:v>
                </c:pt>
                <c:pt idx="422">
                  <c:v>1.825673818588257</c:v>
                </c:pt>
                <c:pt idx="423">
                  <c:v>1.825731515884399</c:v>
                </c:pt>
                <c:pt idx="424">
                  <c:v>1.825731515884399</c:v>
                </c:pt>
                <c:pt idx="425">
                  <c:v>1.825741767883301</c:v>
                </c:pt>
                <c:pt idx="426">
                  <c:v>1.825741767883301</c:v>
                </c:pt>
                <c:pt idx="427">
                  <c:v>1.825761318206787</c:v>
                </c:pt>
                <c:pt idx="428">
                  <c:v>1.825761318206787</c:v>
                </c:pt>
                <c:pt idx="429">
                  <c:v>1.825827360153198</c:v>
                </c:pt>
                <c:pt idx="430">
                  <c:v>1.825827360153198</c:v>
                </c:pt>
                <c:pt idx="431">
                  <c:v>1.825863122940063</c:v>
                </c:pt>
                <c:pt idx="432">
                  <c:v>1.825863122940063</c:v>
                </c:pt>
                <c:pt idx="433">
                  <c:v>1.825892925262451</c:v>
                </c:pt>
                <c:pt idx="434">
                  <c:v>1.825892925262451</c:v>
                </c:pt>
                <c:pt idx="435">
                  <c:v>1.825966119766235</c:v>
                </c:pt>
                <c:pt idx="436">
                  <c:v>1.825966119766235</c:v>
                </c:pt>
                <c:pt idx="437">
                  <c:v>1.826000690460205</c:v>
                </c:pt>
                <c:pt idx="438">
                  <c:v>1.826000690460205</c:v>
                </c:pt>
                <c:pt idx="439">
                  <c:v>1.826035261154175</c:v>
                </c:pt>
                <c:pt idx="440">
                  <c:v>1.826035261154175</c:v>
                </c:pt>
                <c:pt idx="441">
                  <c:v>1.826101779937744</c:v>
                </c:pt>
                <c:pt idx="442">
                  <c:v>1.826101779937744</c:v>
                </c:pt>
                <c:pt idx="443">
                  <c:v>1.826104164123535</c:v>
                </c:pt>
                <c:pt idx="444">
                  <c:v>1.826104164123535</c:v>
                </c:pt>
                <c:pt idx="445">
                  <c:v>1.826107978820801</c:v>
                </c:pt>
                <c:pt idx="446">
                  <c:v>1.826107978820801</c:v>
                </c:pt>
                <c:pt idx="447">
                  <c:v>1.826108694076538</c:v>
                </c:pt>
                <c:pt idx="448">
                  <c:v>1.826108694076538</c:v>
                </c:pt>
                <c:pt idx="449">
                  <c:v>1.826168775558472</c:v>
                </c:pt>
                <c:pt idx="450">
                  <c:v>1.826168775558472</c:v>
                </c:pt>
                <c:pt idx="451">
                  <c:v>1.826175451278687</c:v>
                </c:pt>
                <c:pt idx="452">
                  <c:v>1.826175451278687</c:v>
                </c:pt>
                <c:pt idx="453">
                  <c:v>1.826227426528931</c:v>
                </c:pt>
                <c:pt idx="454">
                  <c:v>1.826227426528931</c:v>
                </c:pt>
                <c:pt idx="455">
                  <c:v>1.826249599456787</c:v>
                </c:pt>
                <c:pt idx="456">
                  <c:v>1.826249599456787</c:v>
                </c:pt>
                <c:pt idx="457">
                  <c:v>1.826293468475342</c:v>
                </c:pt>
                <c:pt idx="458">
                  <c:v>1.826293468475342</c:v>
                </c:pt>
                <c:pt idx="459">
                  <c:v>1.826310396194458</c:v>
                </c:pt>
                <c:pt idx="460">
                  <c:v>1.826310396194458</c:v>
                </c:pt>
                <c:pt idx="461">
                  <c:v>1.826428413391113</c:v>
                </c:pt>
                <c:pt idx="462">
                  <c:v>1.826428413391113</c:v>
                </c:pt>
                <c:pt idx="463">
                  <c:v>1.826434373855591</c:v>
                </c:pt>
                <c:pt idx="464">
                  <c:v>1.826434373855591</c:v>
                </c:pt>
                <c:pt idx="465">
                  <c:v>1.826499462127686</c:v>
                </c:pt>
                <c:pt idx="466">
                  <c:v>1.826499462127686</c:v>
                </c:pt>
                <c:pt idx="467">
                  <c:v>1.826623916625977</c:v>
                </c:pt>
                <c:pt idx="468">
                  <c:v>1.826623916625977</c:v>
                </c:pt>
                <c:pt idx="469">
                  <c:v>1.826635837554932</c:v>
                </c:pt>
                <c:pt idx="470">
                  <c:v>1.826635837554932</c:v>
                </c:pt>
                <c:pt idx="471">
                  <c:v>1.826684951782227</c:v>
                </c:pt>
                <c:pt idx="472">
                  <c:v>1.826684951782227</c:v>
                </c:pt>
                <c:pt idx="473">
                  <c:v>1.826698064804077</c:v>
                </c:pt>
                <c:pt idx="474">
                  <c:v>1.826698064804077</c:v>
                </c:pt>
                <c:pt idx="475">
                  <c:v>1.82676887512207</c:v>
                </c:pt>
                <c:pt idx="476">
                  <c:v>1.82676887512207</c:v>
                </c:pt>
                <c:pt idx="477">
                  <c:v>1.826796770095825</c:v>
                </c:pt>
                <c:pt idx="478">
                  <c:v>1.826796770095825</c:v>
                </c:pt>
                <c:pt idx="479">
                  <c:v>1.826942682266235</c:v>
                </c:pt>
                <c:pt idx="480">
                  <c:v>1.826942682266235</c:v>
                </c:pt>
                <c:pt idx="481">
                  <c:v>1.827097654342651</c:v>
                </c:pt>
                <c:pt idx="482">
                  <c:v>1.827097654342651</c:v>
                </c:pt>
                <c:pt idx="483">
                  <c:v>1.82713794708252</c:v>
                </c:pt>
                <c:pt idx="484">
                  <c:v>1.82713794708252</c:v>
                </c:pt>
                <c:pt idx="485">
                  <c:v>1.82715630531311</c:v>
                </c:pt>
                <c:pt idx="486">
                  <c:v>1.82715630531311</c:v>
                </c:pt>
                <c:pt idx="487">
                  <c:v>1.827232599258423</c:v>
                </c:pt>
                <c:pt idx="488">
                  <c:v>1.827232599258423</c:v>
                </c:pt>
                <c:pt idx="489">
                  <c:v>1.827276229858398</c:v>
                </c:pt>
                <c:pt idx="490">
                  <c:v>1.827276229858398</c:v>
                </c:pt>
                <c:pt idx="491">
                  <c:v>1.827306747436523</c:v>
                </c:pt>
                <c:pt idx="492">
                  <c:v>1.827306747436523</c:v>
                </c:pt>
                <c:pt idx="493">
                  <c:v>1.827308654785156</c:v>
                </c:pt>
                <c:pt idx="494">
                  <c:v>1.827308654785156</c:v>
                </c:pt>
                <c:pt idx="495">
                  <c:v>1.827377796173096</c:v>
                </c:pt>
                <c:pt idx="496">
                  <c:v>1.827377796173096</c:v>
                </c:pt>
                <c:pt idx="497">
                  <c:v>1.82739782333374</c:v>
                </c:pt>
                <c:pt idx="498">
                  <c:v>1.82739782333374</c:v>
                </c:pt>
                <c:pt idx="499">
                  <c:v>1.827510595321655</c:v>
                </c:pt>
                <c:pt idx="500">
                  <c:v>1.827510595321655</c:v>
                </c:pt>
                <c:pt idx="501">
                  <c:v>1.827514410018921</c:v>
                </c:pt>
                <c:pt idx="502">
                  <c:v>1.827514410018921</c:v>
                </c:pt>
                <c:pt idx="503">
                  <c:v>1.827522277832031</c:v>
                </c:pt>
                <c:pt idx="504">
                  <c:v>1.827522277832031</c:v>
                </c:pt>
                <c:pt idx="505">
                  <c:v>1.827601671218872</c:v>
                </c:pt>
                <c:pt idx="506">
                  <c:v>1.827601671218872</c:v>
                </c:pt>
                <c:pt idx="507">
                  <c:v>1.827606678009033</c:v>
                </c:pt>
                <c:pt idx="508">
                  <c:v>1.827606678009033</c:v>
                </c:pt>
                <c:pt idx="509">
                  <c:v>1.827658414840698</c:v>
                </c:pt>
                <c:pt idx="510">
                  <c:v>1.827658414840698</c:v>
                </c:pt>
                <c:pt idx="511">
                  <c:v>1.827702045440674</c:v>
                </c:pt>
                <c:pt idx="512">
                  <c:v>1.827702045440674</c:v>
                </c:pt>
                <c:pt idx="513">
                  <c:v>1.827825307846069</c:v>
                </c:pt>
                <c:pt idx="514">
                  <c:v>1.827825307846069</c:v>
                </c:pt>
                <c:pt idx="515">
                  <c:v>1.827853918075562</c:v>
                </c:pt>
                <c:pt idx="516">
                  <c:v>1.827853918075562</c:v>
                </c:pt>
                <c:pt idx="517">
                  <c:v>1.827900409698486</c:v>
                </c:pt>
                <c:pt idx="518">
                  <c:v>1.827900409698486</c:v>
                </c:pt>
                <c:pt idx="519">
                  <c:v>1.827937841415405</c:v>
                </c:pt>
                <c:pt idx="520">
                  <c:v>1.827937841415405</c:v>
                </c:pt>
                <c:pt idx="521">
                  <c:v>1.827973365783691</c:v>
                </c:pt>
                <c:pt idx="522">
                  <c:v>1.827973365783691</c:v>
                </c:pt>
                <c:pt idx="523">
                  <c:v>1.827987670898438</c:v>
                </c:pt>
                <c:pt idx="524">
                  <c:v>1.827987670898438</c:v>
                </c:pt>
                <c:pt idx="525">
                  <c:v>1.828006029129028</c:v>
                </c:pt>
                <c:pt idx="526">
                  <c:v>1.828006029129028</c:v>
                </c:pt>
                <c:pt idx="527">
                  <c:v>1.828077793121338</c:v>
                </c:pt>
                <c:pt idx="528">
                  <c:v>1.828077793121338</c:v>
                </c:pt>
                <c:pt idx="529">
                  <c:v>1.828114986419678</c:v>
                </c:pt>
                <c:pt idx="530">
                  <c:v>1.828114986419678</c:v>
                </c:pt>
                <c:pt idx="531">
                  <c:v>1.828153848648071</c:v>
                </c:pt>
                <c:pt idx="532">
                  <c:v>1.828153848648071</c:v>
                </c:pt>
                <c:pt idx="533">
                  <c:v>1.828155279159546</c:v>
                </c:pt>
                <c:pt idx="534">
                  <c:v>1.828155279159546</c:v>
                </c:pt>
                <c:pt idx="535">
                  <c:v>1.828163146972656</c:v>
                </c:pt>
                <c:pt idx="536">
                  <c:v>1.828163146972656</c:v>
                </c:pt>
                <c:pt idx="537">
                  <c:v>1.828193664550781</c:v>
                </c:pt>
                <c:pt idx="538">
                  <c:v>1.828193664550781</c:v>
                </c:pt>
                <c:pt idx="539">
                  <c:v>1.828197479248047</c:v>
                </c:pt>
                <c:pt idx="540">
                  <c:v>1.828197479248047</c:v>
                </c:pt>
                <c:pt idx="541">
                  <c:v>1.828202724456787</c:v>
                </c:pt>
                <c:pt idx="542">
                  <c:v>1.828202724456787</c:v>
                </c:pt>
                <c:pt idx="543">
                  <c:v>1.828339338302612</c:v>
                </c:pt>
                <c:pt idx="544">
                  <c:v>1.828339338302612</c:v>
                </c:pt>
                <c:pt idx="545">
                  <c:v>1.828428030014038</c:v>
                </c:pt>
                <c:pt idx="546">
                  <c:v>1.828428030014038</c:v>
                </c:pt>
                <c:pt idx="547">
                  <c:v>1.82843279838562</c:v>
                </c:pt>
                <c:pt idx="548">
                  <c:v>1.82843279838562</c:v>
                </c:pt>
                <c:pt idx="549">
                  <c:v>1.828453779220581</c:v>
                </c:pt>
                <c:pt idx="550">
                  <c:v>1.828453779220581</c:v>
                </c:pt>
                <c:pt idx="551">
                  <c:v>1.828514814376831</c:v>
                </c:pt>
                <c:pt idx="552">
                  <c:v>1.828514814376831</c:v>
                </c:pt>
                <c:pt idx="553">
                  <c:v>1.828537225723267</c:v>
                </c:pt>
                <c:pt idx="554">
                  <c:v>1.828537225723267</c:v>
                </c:pt>
                <c:pt idx="555">
                  <c:v>1.828537940979004</c:v>
                </c:pt>
                <c:pt idx="556">
                  <c:v>1.828537940979004</c:v>
                </c:pt>
                <c:pt idx="557">
                  <c:v>1.828574419021606</c:v>
                </c:pt>
                <c:pt idx="558">
                  <c:v>1.828574419021606</c:v>
                </c:pt>
                <c:pt idx="559">
                  <c:v>1.828578233718872</c:v>
                </c:pt>
                <c:pt idx="560">
                  <c:v>1.828578233718872</c:v>
                </c:pt>
                <c:pt idx="561">
                  <c:v>1.828630447387695</c:v>
                </c:pt>
                <c:pt idx="562">
                  <c:v>1.828630447387695</c:v>
                </c:pt>
                <c:pt idx="563">
                  <c:v>1.828649520874023</c:v>
                </c:pt>
                <c:pt idx="564">
                  <c:v>1.828649520874023</c:v>
                </c:pt>
                <c:pt idx="565">
                  <c:v>1.828697204589844</c:v>
                </c:pt>
                <c:pt idx="566">
                  <c:v>1.828697204589844</c:v>
                </c:pt>
                <c:pt idx="567">
                  <c:v>1.828739166259766</c:v>
                </c:pt>
                <c:pt idx="568">
                  <c:v>1.828739166259766</c:v>
                </c:pt>
                <c:pt idx="569">
                  <c:v>1.828777313232422</c:v>
                </c:pt>
                <c:pt idx="570">
                  <c:v>1.828777313232422</c:v>
                </c:pt>
                <c:pt idx="571">
                  <c:v>1.828810214996338</c:v>
                </c:pt>
                <c:pt idx="572">
                  <c:v>1.828810214996338</c:v>
                </c:pt>
                <c:pt idx="573">
                  <c:v>1.828997135162354</c:v>
                </c:pt>
                <c:pt idx="574">
                  <c:v>1.828997135162354</c:v>
                </c:pt>
                <c:pt idx="575">
                  <c:v>1.829045057296753</c:v>
                </c:pt>
                <c:pt idx="576">
                  <c:v>1.829045057296753</c:v>
                </c:pt>
                <c:pt idx="577">
                  <c:v>1.829084873199463</c:v>
                </c:pt>
                <c:pt idx="578">
                  <c:v>1.829084873199463</c:v>
                </c:pt>
                <c:pt idx="579">
                  <c:v>1.829143285751343</c:v>
                </c:pt>
                <c:pt idx="580">
                  <c:v>1.829143285751343</c:v>
                </c:pt>
                <c:pt idx="581">
                  <c:v>1.829181432723999</c:v>
                </c:pt>
                <c:pt idx="582">
                  <c:v>1.829181432723999</c:v>
                </c:pt>
                <c:pt idx="583">
                  <c:v>1.829211473464966</c:v>
                </c:pt>
                <c:pt idx="584">
                  <c:v>1.829211473464966</c:v>
                </c:pt>
                <c:pt idx="585">
                  <c:v>1.829255342483521</c:v>
                </c:pt>
                <c:pt idx="586">
                  <c:v>1.829255342483521</c:v>
                </c:pt>
                <c:pt idx="587">
                  <c:v>1.829281330108643</c:v>
                </c:pt>
                <c:pt idx="588">
                  <c:v>1.829281330108643</c:v>
                </c:pt>
                <c:pt idx="589">
                  <c:v>1.829281806945801</c:v>
                </c:pt>
                <c:pt idx="590">
                  <c:v>1.829281806945801</c:v>
                </c:pt>
                <c:pt idx="591">
                  <c:v>1.829332590103149</c:v>
                </c:pt>
                <c:pt idx="592">
                  <c:v>1.829332590103149</c:v>
                </c:pt>
                <c:pt idx="593">
                  <c:v>1.829522371292114</c:v>
                </c:pt>
                <c:pt idx="594">
                  <c:v>1.829522371292114</c:v>
                </c:pt>
                <c:pt idx="595">
                  <c:v>1.82953143119812</c:v>
                </c:pt>
                <c:pt idx="596">
                  <c:v>1.82953143119812</c:v>
                </c:pt>
                <c:pt idx="597">
                  <c:v>1.829535245895386</c:v>
                </c:pt>
                <c:pt idx="598">
                  <c:v>1.829535245895386</c:v>
                </c:pt>
                <c:pt idx="599">
                  <c:v>1.829625844955444</c:v>
                </c:pt>
                <c:pt idx="600">
                  <c:v>1.829625844955444</c:v>
                </c:pt>
                <c:pt idx="601">
                  <c:v>1.829639434814453</c:v>
                </c:pt>
                <c:pt idx="602">
                  <c:v>1.829639434814453</c:v>
                </c:pt>
                <c:pt idx="603">
                  <c:v>1.829649209976196</c:v>
                </c:pt>
                <c:pt idx="604">
                  <c:v>1.829649209976196</c:v>
                </c:pt>
                <c:pt idx="605">
                  <c:v>1.829670429229736</c:v>
                </c:pt>
                <c:pt idx="606">
                  <c:v>1.829670429229736</c:v>
                </c:pt>
                <c:pt idx="607">
                  <c:v>1.82967209815979</c:v>
                </c:pt>
                <c:pt idx="608">
                  <c:v>1.82967209815979</c:v>
                </c:pt>
                <c:pt idx="609">
                  <c:v>1.829686880111694</c:v>
                </c:pt>
                <c:pt idx="610">
                  <c:v>1.829686880111694</c:v>
                </c:pt>
                <c:pt idx="611">
                  <c:v>1.829689025878906</c:v>
                </c:pt>
                <c:pt idx="612">
                  <c:v>1.829689025878906</c:v>
                </c:pt>
                <c:pt idx="613">
                  <c:v>1.829694509506226</c:v>
                </c:pt>
                <c:pt idx="614">
                  <c:v>1.829694509506226</c:v>
                </c:pt>
                <c:pt idx="615">
                  <c:v>1.829706430435181</c:v>
                </c:pt>
                <c:pt idx="616">
                  <c:v>1.829706430435181</c:v>
                </c:pt>
                <c:pt idx="617">
                  <c:v>1.829718112945557</c:v>
                </c:pt>
                <c:pt idx="618">
                  <c:v>1.829718112945557</c:v>
                </c:pt>
                <c:pt idx="619">
                  <c:v>1.829735279083252</c:v>
                </c:pt>
                <c:pt idx="620">
                  <c:v>1.829735279083252</c:v>
                </c:pt>
                <c:pt idx="621">
                  <c:v>1.829836368560791</c:v>
                </c:pt>
                <c:pt idx="622">
                  <c:v>1.829836368560791</c:v>
                </c:pt>
                <c:pt idx="623">
                  <c:v>1.830057144165039</c:v>
                </c:pt>
                <c:pt idx="624">
                  <c:v>1.830057144165039</c:v>
                </c:pt>
                <c:pt idx="625">
                  <c:v>1.830076456069946</c:v>
                </c:pt>
                <c:pt idx="626">
                  <c:v>1.830076456069946</c:v>
                </c:pt>
                <c:pt idx="627">
                  <c:v>1.83021068572998</c:v>
                </c:pt>
                <c:pt idx="628">
                  <c:v>1.83021068572998</c:v>
                </c:pt>
                <c:pt idx="629">
                  <c:v>1.830268621444702</c:v>
                </c:pt>
                <c:pt idx="630">
                  <c:v>1.830268621444702</c:v>
                </c:pt>
                <c:pt idx="631">
                  <c:v>1.830304145812988</c:v>
                </c:pt>
                <c:pt idx="632">
                  <c:v>1.830304145812988</c:v>
                </c:pt>
                <c:pt idx="633">
                  <c:v>1.830307245254517</c:v>
                </c:pt>
                <c:pt idx="634">
                  <c:v>1.830307245254517</c:v>
                </c:pt>
                <c:pt idx="635">
                  <c:v>1.830398082733154</c:v>
                </c:pt>
                <c:pt idx="636">
                  <c:v>1.830398082733154</c:v>
                </c:pt>
                <c:pt idx="637">
                  <c:v>1.830402374267578</c:v>
                </c:pt>
                <c:pt idx="638">
                  <c:v>1.830402374267578</c:v>
                </c:pt>
                <c:pt idx="639">
                  <c:v>1.830423593521118</c:v>
                </c:pt>
                <c:pt idx="640">
                  <c:v>1.830423593521118</c:v>
                </c:pt>
                <c:pt idx="641">
                  <c:v>1.830461502075195</c:v>
                </c:pt>
                <c:pt idx="642">
                  <c:v>1.830461502075195</c:v>
                </c:pt>
                <c:pt idx="643">
                  <c:v>1.83050274848938</c:v>
                </c:pt>
                <c:pt idx="644">
                  <c:v>1.83050274848938</c:v>
                </c:pt>
                <c:pt idx="645">
                  <c:v>1.830508708953857</c:v>
                </c:pt>
                <c:pt idx="646">
                  <c:v>1.830508708953857</c:v>
                </c:pt>
                <c:pt idx="647">
                  <c:v>1.830557346343994</c:v>
                </c:pt>
                <c:pt idx="648">
                  <c:v>1.830557346343994</c:v>
                </c:pt>
                <c:pt idx="649">
                  <c:v>1.83057689666748</c:v>
                </c:pt>
                <c:pt idx="650">
                  <c:v>1.83057689666748</c:v>
                </c:pt>
                <c:pt idx="651">
                  <c:v>1.830584526062012</c:v>
                </c:pt>
                <c:pt idx="652">
                  <c:v>1.830584526062012</c:v>
                </c:pt>
                <c:pt idx="653">
                  <c:v>1.830646753311157</c:v>
                </c:pt>
                <c:pt idx="654">
                  <c:v>1.830646753311157</c:v>
                </c:pt>
                <c:pt idx="655">
                  <c:v>1.83069372177124</c:v>
                </c:pt>
                <c:pt idx="656">
                  <c:v>1.83069372177124</c:v>
                </c:pt>
                <c:pt idx="657">
                  <c:v>1.830715179443359</c:v>
                </c:pt>
                <c:pt idx="658">
                  <c:v>1.830715179443359</c:v>
                </c:pt>
                <c:pt idx="659">
                  <c:v>1.83078408241272</c:v>
                </c:pt>
                <c:pt idx="660">
                  <c:v>1.83078408241272</c:v>
                </c:pt>
                <c:pt idx="661">
                  <c:v>1.830785036087036</c:v>
                </c:pt>
                <c:pt idx="662">
                  <c:v>1.830785036087036</c:v>
                </c:pt>
                <c:pt idx="663">
                  <c:v>1.83079719543457</c:v>
                </c:pt>
                <c:pt idx="664">
                  <c:v>1.83079719543457</c:v>
                </c:pt>
                <c:pt idx="665">
                  <c:v>1.83080530166626</c:v>
                </c:pt>
                <c:pt idx="666">
                  <c:v>1.83080530166626</c:v>
                </c:pt>
                <c:pt idx="667">
                  <c:v>1.830893516540527</c:v>
                </c:pt>
                <c:pt idx="668">
                  <c:v>1.830893516540527</c:v>
                </c:pt>
                <c:pt idx="669">
                  <c:v>1.830895185470581</c:v>
                </c:pt>
                <c:pt idx="670">
                  <c:v>1.830895185470581</c:v>
                </c:pt>
                <c:pt idx="671">
                  <c:v>1.831000804901123</c:v>
                </c:pt>
                <c:pt idx="672">
                  <c:v>1.831000804901123</c:v>
                </c:pt>
                <c:pt idx="673">
                  <c:v>1.83103084564209</c:v>
                </c:pt>
                <c:pt idx="674">
                  <c:v>1.83103084564209</c:v>
                </c:pt>
                <c:pt idx="675">
                  <c:v>1.831172943115234</c:v>
                </c:pt>
                <c:pt idx="676">
                  <c:v>1.831172943115234</c:v>
                </c:pt>
                <c:pt idx="677">
                  <c:v>1.8312668800354</c:v>
                </c:pt>
                <c:pt idx="678">
                  <c:v>1.8312668800354</c:v>
                </c:pt>
                <c:pt idx="679">
                  <c:v>1.831275939941406</c:v>
                </c:pt>
                <c:pt idx="680">
                  <c:v>1.831275939941406</c:v>
                </c:pt>
                <c:pt idx="681">
                  <c:v>1.83127760887146</c:v>
                </c:pt>
                <c:pt idx="682">
                  <c:v>1.83127760887146</c:v>
                </c:pt>
                <c:pt idx="683">
                  <c:v>1.831360101699829</c:v>
                </c:pt>
                <c:pt idx="684">
                  <c:v>1.831360101699829</c:v>
                </c:pt>
                <c:pt idx="685">
                  <c:v>1.831366300582886</c:v>
                </c:pt>
                <c:pt idx="686">
                  <c:v>1.831366300582886</c:v>
                </c:pt>
                <c:pt idx="687">
                  <c:v>1.83137583732605</c:v>
                </c:pt>
                <c:pt idx="688">
                  <c:v>1.83137583732605</c:v>
                </c:pt>
                <c:pt idx="689">
                  <c:v>1.831478118896484</c:v>
                </c:pt>
                <c:pt idx="690">
                  <c:v>1.831478118896484</c:v>
                </c:pt>
                <c:pt idx="691">
                  <c:v>1.831515312194824</c:v>
                </c:pt>
                <c:pt idx="692">
                  <c:v>1.831515312194824</c:v>
                </c:pt>
                <c:pt idx="693">
                  <c:v>1.831533908843994</c:v>
                </c:pt>
                <c:pt idx="694">
                  <c:v>1.831533908843994</c:v>
                </c:pt>
                <c:pt idx="695">
                  <c:v>1.831551790237427</c:v>
                </c:pt>
                <c:pt idx="696">
                  <c:v>1.831551790237427</c:v>
                </c:pt>
                <c:pt idx="697">
                  <c:v>1.831635475158691</c:v>
                </c:pt>
                <c:pt idx="698">
                  <c:v>1.831635475158691</c:v>
                </c:pt>
                <c:pt idx="699">
                  <c:v>1.831666469573975</c:v>
                </c:pt>
                <c:pt idx="700">
                  <c:v>1.831666469573975</c:v>
                </c:pt>
                <c:pt idx="701">
                  <c:v>1.831900596618652</c:v>
                </c:pt>
                <c:pt idx="702">
                  <c:v>1.831900596618652</c:v>
                </c:pt>
                <c:pt idx="703">
                  <c:v>1.831969738006592</c:v>
                </c:pt>
                <c:pt idx="704">
                  <c:v>1.831969738006592</c:v>
                </c:pt>
                <c:pt idx="705">
                  <c:v>1.832005023956299</c:v>
                </c:pt>
                <c:pt idx="706">
                  <c:v>1.832005023956299</c:v>
                </c:pt>
                <c:pt idx="707">
                  <c:v>1.832051753997803</c:v>
                </c:pt>
                <c:pt idx="708">
                  <c:v>1.832051753997803</c:v>
                </c:pt>
                <c:pt idx="709">
                  <c:v>1.83215856552124</c:v>
                </c:pt>
                <c:pt idx="710">
                  <c:v>1.83215856552124</c:v>
                </c:pt>
                <c:pt idx="711">
                  <c:v>1.832228660583496</c:v>
                </c:pt>
                <c:pt idx="712">
                  <c:v>1.832228660583496</c:v>
                </c:pt>
                <c:pt idx="713">
                  <c:v>1.832425355911255</c:v>
                </c:pt>
                <c:pt idx="714">
                  <c:v>1.832425355911255</c:v>
                </c:pt>
                <c:pt idx="715">
                  <c:v>1.832452058792114</c:v>
                </c:pt>
                <c:pt idx="716">
                  <c:v>1.832452058792114</c:v>
                </c:pt>
                <c:pt idx="717">
                  <c:v>1.83250904083252</c:v>
                </c:pt>
                <c:pt idx="718">
                  <c:v>1.83250904083252</c:v>
                </c:pt>
                <c:pt idx="719">
                  <c:v>1.832636833190918</c:v>
                </c:pt>
                <c:pt idx="720">
                  <c:v>1.832636833190918</c:v>
                </c:pt>
                <c:pt idx="721">
                  <c:v>1.832648038864136</c:v>
                </c:pt>
                <c:pt idx="722">
                  <c:v>1.832648038864136</c:v>
                </c:pt>
                <c:pt idx="723">
                  <c:v>1.83266282081604</c:v>
                </c:pt>
                <c:pt idx="724">
                  <c:v>1.83266282081604</c:v>
                </c:pt>
                <c:pt idx="725">
                  <c:v>1.832685470581055</c:v>
                </c:pt>
                <c:pt idx="726">
                  <c:v>1.832685470581055</c:v>
                </c:pt>
                <c:pt idx="727">
                  <c:v>1.832719087600708</c:v>
                </c:pt>
                <c:pt idx="728">
                  <c:v>1.832719087600708</c:v>
                </c:pt>
                <c:pt idx="729">
                  <c:v>1.832727909088135</c:v>
                </c:pt>
                <c:pt idx="730">
                  <c:v>1.832727909088135</c:v>
                </c:pt>
                <c:pt idx="731">
                  <c:v>1.832821369171143</c:v>
                </c:pt>
                <c:pt idx="732">
                  <c:v>1.832821369171143</c:v>
                </c:pt>
                <c:pt idx="733">
                  <c:v>1.83289623260498</c:v>
                </c:pt>
                <c:pt idx="734">
                  <c:v>1.83289623260498</c:v>
                </c:pt>
                <c:pt idx="735">
                  <c:v>1.832905054092407</c:v>
                </c:pt>
                <c:pt idx="736">
                  <c:v>1.832905054092407</c:v>
                </c:pt>
                <c:pt idx="737">
                  <c:v>1.832908868789673</c:v>
                </c:pt>
                <c:pt idx="738">
                  <c:v>1.832908868789673</c:v>
                </c:pt>
                <c:pt idx="739">
                  <c:v>1.832927227020264</c:v>
                </c:pt>
                <c:pt idx="740">
                  <c:v>1.832927227020264</c:v>
                </c:pt>
                <c:pt idx="741">
                  <c:v>1.833005428314209</c:v>
                </c:pt>
                <c:pt idx="742">
                  <c:v>1.833005428314209</c:v>
                </c:pt>
                <c:pt idx="743">
                  <c:v>1.833071231842041</c:v>
                </c:pt>
                <c:pt idx="744">
                  <c:v>1.833071231842041</c:v>
                </c:pt>
                <c:pt idx="745">
                  <c:v>1.833093881607056</c:v>
                </c:pt>
                <c:pt idx="746">
                  <c:v>1.833093881607056</c:v>
                </c:pt>
                <c:pt idx="747">
                  <c:v>1.833108425140381</c:v>
                </c:pt>
                <c:pt idx="748">
                  <c:v>1.833108425140381</c:v>
                </c:pt>
                <c:pt idx="749">
                  <c:v>1.833129167556763</c:v>
                </c:pt>
                <c:pt idx="750">
                  <c:v>1.833129167556763</c:v>
                </c:pt>
                <c:pt idx="751">
                  <c:v>1.833147048950195</c:v>
                </c:pt>
                <c:pt idx="752">
                  <c:v>1.833147048950195</c:v>
                </c:pt>
                <c:pt idx="753">
                  <c:v>1.833193302154541</c:v>
                </c:pt>
                <c:pt idx="754">
                  <c:v>1.833193302154541</c:v>
                </c:pt>
                <c:pt idx="755">
                  <c:v>1.833225965499878</c:v>
                </c:pt>
                <c:pt idx="756">
                  <c:v>1.833225965499878</c:v>
                </c:pt>
                <c:pt idx="757">
                  <c:v>1.833274364471436</c:v>
                </c:pt>
                <c:pt idx="758">
                  <c:v>1.833274364471436</c:v>
                </c:pt>
                <c:pt idx="759">
                  <c:v>1.833408832550049</c:v>
                </c:pt>
                <c:pt idx="760">
                  <c:v>1.833408832550049</c:v>
                </c:pt>
                <c:pt idx="761">
                  <c:v>1.833426952362061</c:v>
                </c:pt>
                <c:pt idx="762">
                  <c:v>1.833426952362061</c:v>
                </c:pt>
                <c:pt idx="763">
                  <c:v>1.833439588546753</c:v>
                </c:pt>
                <c:pt idx="764">
                  <c:v>1.833439588546753</c:v>
                </c:pt>
                <c:pt idx="765">
                  <c:v>1.833489179611206</c:v>
                </c:pt>
                <c:pt idx="766">
                  <c:v>1.833489179611206</c:v>
                </c:pt>
                <c:pt idx="767">
                  <c:v>1.833579778671265</c:v>
                </c:pt>
                <c:pt idx="768">
                  <c:v>1.833579778671265</c:v>
                </c:pt>
                <c:pt idx="769">
                  <c:v>1.833598375320435</c:v>
                </c:pt>
                <c:pt idx="770">
                  <c:v>1.833598375320435</c:v>
                </c:pt>
                <c:pt idx="771">
                  <c:v>1.833611726760864</c:v>
                </c:pt>
                <c:pt idx="772">
                  <c:v>1.833611726760864</c:v>
                </c:pt>
                <c:pt idx="773">
                  <c:v>1.833710193634033</c:v>
                </c:pt>
                <c:pt idx="774">
                  <c:v>1.833710193634033</c:v>
                </c:pt>
                <c:pt idx="775">
                  <c:v>1.833713293075562</c:v>
                </c:pt>
                <c:pt idx="776">
                  <c:v>1.833713293075562</c:v>
                </c:pt>
                <c:pt idx="777">
                  <c:v>1.833768606185913</c:v>
                </c:pt>
                <c:pt idx="778">
                  <c:v>1.833768606185913</c:v>
                </c:pt>
                <c:pt idx="779">
                  <c:v>1.833801507949829</c:v>
                </c:pt>
                <c:pt idx="780">
                  <c:v>1.833801507949829</c:v>
                </c:pt>
                <c:pt idx="781">
                  <c:v>1.833923101425171</c:v>
                </c:pt>
                <c:pt idx="782">
                  <c:v>1.833923101425171</c:v>
                </c:pt>
                <c:pt idx="783">
                  <c:v>1.833944320678711</c:v>
                </c:pt>
                <c:pt idx="784">
                  <c:v>1.833944320678711</c:v>
                </c:pt>
                <c:pt idx="785">
                  <c:v>1.833959102630615</c:v>
                </c:pt>
                <c:pt idx="786">
                  <c:v>1.833959102630615</c:v>
                </c:pt>
                <c:pt idx="787">
                  <c:v>1.834050416946411</c:v>
                </c:pt>
                <c:pt idx="788">
                  <c:v>1.834050416946411</c:v>
                </c:pt>
                <c:pt idx="789">
                  <c:v>1.834060430526733</c:v>
                </c:pt>
                <c:pt idx="790">
                  <c:v>1.834060430526733</c:v>
                </c:pt>
                <c:pt idx="791">
                  <c:v>1.834063768386841</c:v>
                </c:pt>
                <c:pt idx="792">
                  <c:v>1.834063768386841</c:v>
                </c:pt>
                <c:pt idx="793">
                  <c:v>1.834067821502686</c:v>
                </c:pt>
                <c:pt idx="794">
                  <c:v>1.834067821502686</c:v>
                </c:pt>
                <c:pt idx="795">
                  <c:v>1.834078550338745</c:v>
                </c:pt>
                <c:pt idx="796">
                  <c:v>1.834078550338745</c:v>
                </c:pt>
                <c:pt idx="797">
                  <c:v>1.834113836288452</c:v>
                </c:pt>
                <c:pt idx="798">
                  <c:v>1.834113836288452</c:v>
                </c:pt>
                <c:pt idx="799">
                  <c:v>1.834159374237061</c:v>
                </c:pt>
                <c:pt idx="800">
                  <c:v>1.834159374237061</c:v>
                </c:pt>
                <c:pt idx="801">
                  <c:v>1.834171295166016</c:v>
                </c:pt>
                <c:pt idx="802">
                  <c:v>1.834171295166016</c:v>
                </c:pt>
                <c:pt idx="803">
                  <c:v>1.83423638343811</c:v>
                </c:pt>
                <c:pt idx="804">
                  <c:v>1.83423638343811</c:v>
                </c:pt>
                <c:pt idx="805">
                  <c:v>1.834267139434814</c:v>
                </c:pt>
                <c:pt idx="806">
                  <c:v>1.834267139434814</c:v>
                </c:pt>
                <c:pt idx="807">
                  <c:v>1.834277629852295</c:v>
                </c:pt>
                <c:pt idx="808">
                  <c:v>1.834277629852295</c:v>
                </c:pt>
                <c:pt idx="809">
                  <c:v>1.834306955337524</c:v>
                </c:pt>
                <c:pt idx="810">
                  <c:v>1.834306955337524</c:v>
                </c:pt>
                <c:pt idx="811">
                  <c:v>1.834358930587769</c:v>
                </c:pt>
                <c:pt idx="812">
                  <c:v>1.834358930587769</c:v>
                </c:pt>
                <c:pt idx="813">
                  <c:v>1.834371328353882</c:v>
                </c:pt>
                <c:pt idx="814">
                  <c:v>1.834371328353882</c:v>
                </c:pt>
                <c:pt idx="815">
                  <c:v>1.834414720535278</c:v>
                </c:pt>
                <c:pt idx="816">
                  <c:v>1.834414720535278</c:v>
                </c:pt>
                <c:pt idx="817">
                  <c:v>1.834425449371338</c:v>
                </c:pt>
                <c:pt idx="818">
                  <c:v>1.834425449371338</c:v>
                </c:pt>
                <c:pt idx="819">
                  <c:v>1.834463357925415</c:v>
                </c:pt>
                <c:pt idx="820">
                  <c:v>1.834463357925415</c:v>
                </c:pt>
                <c:pt idx="821">
                  <c:v>1.834497690200806</c:v>
                </c:pt>
                <c:pt idx="822">
                  <c:v>1.834497690200806</c:v>
                </c:pt>
                <c:pt idx="823">
                  <c:v>1.834507703781128</c:v>
                </c:pt>
                <c:pt idx="824">
                  <c:v>1.834507703781128</c:v>
                </c:pt>
                <c:pt idx="825">
                  <c:v>1.834563255310059</c:v>
                </c:pt>
                <c:pt idx="826">
                  <c:v>1.834563255310059</c:v>
                </c:pt>
                <c:pt idx="827">
                  <c:v>1.834563732147217</c:v>
                </c:pt>
                <c:pt idx="828">
                  <c:v>1.834563732147217</c:v>
                </c:pt>
                <c:pt idx="829">
                  <c:v>1.834598779678345</c:v>
                </c:pt>
                <c:pt idx="830">
                  <c:v>1.834598779678345</c:v>
                </c:pt>
                <c:pt idx="831">
                  <c:v>1.834611415863037</c:v>
                </c:pt>
                <c:pt idx="832">
                  <c:v>1.834611415863037</c:v>
                </c:pt>
                <c:pt idx="833">
                  <c:v>1.834642171859741</c:v>
                </c:pt>
                <c:pt idx="834">
                  <c:v>1.834642171859741</c:v>
                </c:pt>
                <c:pt idx="835">
                  <c:v>1.83469033241272</c:v>
                </c:pt>
                <c:pt idx="836">
                  <c:v>1.83469033241272</c:v>
                </c:pt>
                <c:pt idx="837">
                  <c:v>1.834698677062988</c:v>
                </c:pt>
                <c:pt idx="838">
                  <c:v>1.834698677062988</c:v>
                </c:pt>
                <c:pt idx="839">
                  <c:v>1.834717035293579</c:v>
                </c:pt>
                <c:pt idx="840">
                  <c:v>1.834717035293579</c:v>
                </c:pt>
                <c:pt idx="841">
                  <c:v>1.834733486175537</c:v>
                </c:pt>
                <c:pt idx="842">
                  <c:v>1.834733486175537</c:v>
                </c:pt>
                <c:pt idx="843">
                  <c:v>1.834745168685913</c:v>
                </c:pt>
                <c:pt idx="844">
                  <c:v>1.834745168685913</c:v>
                </c:pt>
                <c:pt idx="845">
                  <c:v>1.834752798080444</c:v>
                </c:pt>
                <c:pt idx="846">
                  <c:v>1.834752798080444</c:v>
                </c:pt>
                <c:pt idx="847">
                  <c:v>1.834797143936157</c:v>
                </c:pt>
                <c:pt idx="848">
                  <c:v>1.834797143936157</c:v>
                </c:pt>
                <c:pt idx="849">
                  <c:v>1.834854602813721</c:v>
                </c:pt>
                <c:pt idx="850">
                  <c:v>1.834854602813721</c:v>
                </c:pt>
                <c:pt idx="851">
                  <c:v>1.834881544113159</c:v>
                </c:pt>
                <c:pt idx="852">
                  <c:v>1.834881544113159</c:v>
                </c:pt>
                <c:pt idx="853">
                  <c:v>1.834887027740479</c:v>
                </c:pt>
                <c:pt idx="854">
                  <c:v>1.834887027740479</c:v>
                </c:pt>
                <c:pt idx="855">
                  <c:v>1.834912300109863</c:v>
                </c:pt>
                <c:pt idx="856">
                  <c:v>1.834912300109863</c:v>
                </c:pt>
                <c:pt idx="857">
                  <c:v>1.834948539733887</c:v>
                </c:pt>
                <c:pt idx="858">
                  <c:v>1.834948539733887</c:v>
                </c:pt>
                <c:pt idx="859">
                  <c:v>1.834962606430054</c:v>
                </c:pt>
                <c:pt idx="860">
                  <c:v>1.834962606430054</c:v>
                </c:pt>
                <c:pt idx="861">
                  <c:v>1.83496880531311</c:v>
                </c:pt>
                <c:pt idx="862">
                  <c:v>1.83496880531311</c:v>
                </c:pt>
                <c:pt idx="863">
                  <c:v>1.834985256195068</c:v>
                </c:pt>
                <c:pt idx="864">
                  <c:v>1.834985256195068</c:v>
                </c:pt>
                <c:pt idx="865">
                  <c:v>1.835022687911987</c:v>
                </c:pt>
                <c:pt idx="866">
                  <c:v>1.835022687911987</c:v>
                </c:pt>
                <c:pt idx="867">
                  <c:v>1.83507227897644</c:v>
                </c:pt>
                <c:pt idx="868">
                  <c:v>1.83507227897644</c:v>
                </c:pt>
                <c:pt idx="869">
                  <c:v>1.835100889205933</c:v>
                </c:pt>
                <c:pt idx="870">
                  <c:v>1.835100889205933</c:v>
                </c:pt>
                <c:pt idx="871">
                  <c:v>1.835133075714111</c:v>
                </c:pt>
                <c:pt idx="872">
                  <c:v>1.835133075714111</c:v>
                </c:pt>
                <c:pt idx="873">
                  <c:v>1.835133790969849</c:v>
                </c:pt>
                <c:pt idx="874">
                  <c:v>1.835133790969849</c:v>
                </c:pt>
                <c:pt idx="875">
                  <c:v>1.835168600082397</c:v>
                </c:pt>
                <c:pt idx="876">
                  <c:v>1.835168600082397</c:v>
                </c:pt>
                <c:pt idx="877">
                  <c:v>1.835231781005859</c:v>
                </c:pt>
                <c:pt idx="878">
                  <c:v>1.835231781005859</c:v>
                </c:pt>
                <c:pt idx="879">
                  <c:v>1.835256338119507</c:v>
                </c:pt>
                <c:pt idx="880">
                  <c:v>1.835256338119507</c:v>
                </c:pt>
                <c:pt idx="881">
                  <c:v>1.835316896438599</c:v>
                </c:pt>
                <c:pt idx="882">
                  <c:v>1.835316896438599</c:v>
                </c:pt>
                <c:pt idx="883">
                  <c:v>1.835322618484497</c:v>
                </c:pt>
                <c:pt idx="884">
                  <c:v>1.835322618484497</c:v>
                </c:pt>
                <c:pt idx="885">
                  <c:v>1.835336685180664</c:v>
                </c:pt>
                <c:pt idx="886">
                  <c:v>1.835336685180664</c:v>
                </c:pt>
                <c:pt idx="887">
                  <c:v>1.83535099029541</c:v>
                </c:pt>
                <c:pt idx="888">
                  <c:v>1.83535099029541</c:v>
                </c:pt>
                <c:pt idx="889">
                  <c:v>1.835412740707397</c:v>
                </c:pt>
                <c:pt idx="890">
                  <c:v>1.835412740707397</c:v>
                </c:pt>
                <c:pt idx="891">
                  <c:v>1.835426568984985</c:v>
                </c:pt>
                <c:pt idx="892">
                  <c:v>1.835426568984985</c:v>
                </c:pt>
                <c:pt idx="893">
                  <c:v>1.835443258285522</c:v>
                </c:pt>
                <c:pt idx="894">
                  <c:v>1.835443258285522</c:v>
                </c:pt>
                <c:pt idx="895">
                  <c:v>1.83544659614563</c:v>
                </c:pt>
                <c:pt idx="896">
                  <c:v>1.83544659614563</c:v>
                </c:pt>
                <c:pt idx="897">
                  <c:v>1.835477352142334</c:v>
                </c:pt>
                <c:pt idx="898">
                  <c:v>1.835477352142334</c:v>
                </c:pt>
                <c:pt idx="899">
                  <c:v>1.835575819015503</c:v>
                </c:pt>
                <c:pt idx="900">
                  <c:v>1.835575819015503</c:v>
                </c:pt>
                <c:pt idx="901">
                  <c:v>1.835635662078857</c:v>
                </c:pt>
                <c:pt idx="902">
                  <c:v>1.835635662078857</c:v>
                </c:pt>
                <c:pt idx="903">
                  <c:v>1.835644006729126</c:v>
                </c:pt>
                <c:pt idx="904">
                  <c:v>1.835644006729126</c:v>
                </c:pt>
                <c:pt idx="905">
                  <c:v>1.835672616958618</c:v>
                </c:pt>
                <c:pt idx="906">
                  <c:v>1.835672616958618</c:v>
                </c:pt>
                <c:pt idx="907">
                  <c:v>1.835673809051514</c:v>
                </c:pt>
                <c:pt idx="908">
                  <c:v>1.835673809051514</c:v>
                </c:pt>
                <c:pt idx="909">
                  <c:v>1.835737943649292</c:v>
                </c:pt>
                <c:pt idx="910">
                  <c:v>1.835737943649292</c:v>
                </c:pt>
                <c:pt idx="911">
                  <c:v>1.835816621780396</c:v>
                </c:pt>
                <c:pt idx="912">
                  <c:v>1.835816621780396</c:v>
                </c:pt>
                <c:pt idx="913">
                  <c:v>1.835844039916992</c:v>
                </c:pt>
                <c:pt idx="914">
                  <c:v>1.835844039916992</c:v>
                </c:pt>
                <c:pt idx="915">
                  <c:v>1.835875272750854</c:v>
                </c:pt>
                <c:pt idx="916">
                  <c:v>1.835875272750854</c:v>
                </c:pt>
                <c:pt idx="917">
                  <c:v>1.835915565490723</c:v>
                </c:pt>
                <c:pt idx="918">
                  <c:v>1.835915565490723</c:v>
                </c:pt>
                <c:pt idx="919">
                  <c:v>1.835945129394531</c:v>
                </c:pt>
                <c:pt idx="920">
                  <c:v>1.835945129394531</c:v>
                </c:pt>
                <c:pt idx="921">
                  <c:v>1.836019039154053</c:v>
                </c:pt>
                <c:pt idx="922">
                  <c:v>1.836019039154053</c:v>
                </c:pt>
                <c:pt idx="923">
                  <c:v>1.836032152175903</c:v>
                </c:pt>
                <c:pt idx="924">
                  <c:v>1.836032152175903</c:v>
                </c:pt>
                <c:pt idx="925">
                  <c:v>1.836034297943115</c:v>
                </c:pt>
                <c:pt idx="926">
                  <c:v>1.836034297943115</c:v>
                </c:pt>
                <c:pt idx="927">
                  <c:v>1.836077213287354</c:v>
                </c:pt>
                <c:pt idx="928">
                  <c:v>1.836077213287354</c:v>
                </c:pt>
                <c:pt idx="929">
                  <c:v>1.836102962493896</c:v>
                </c:pt>
                <c:pt idx="930">
                  <c:v>1.836102962493896</c:v>
                </c:pt>
                <c:pt idx="931">
                  <c:v>1.836124181747437</c:v>
                </c:pt>
                <c:pt idx="932">
                  <c:v>1.836124181747437</c:v>
                </c:pt>
                <c:pt idx="933">
                  <c:v>1.83612847328186</c:v>
                </c:pt>
                <c:pt idx="934">
                  <c:v>1.83612847328186</c:v>
                </c:pt>
                <c:pt idx="935">
                  <c:v>1.836151123046875</c:v>
                </c:pt>
                <c:pt idx="936">
                  <c:v>1.836151123046875</c:v>
                </c:pt>
                <c:pt idx="937">
                  <c:v>1.836190223693848</c:v>
                </c:pt>
                <c:pt idx="938">
                  <c:v>1.836190223693848</c:v>
                </c:pt>
                <c:pt idx="939">
                  <c:v>1.836201667785645</c:v>
                </c:pt>
                <c:pt idx="940">
                  <c:v>1.836201667785645</c:v>
                </c:pt>
                <c:pt idx="941">
                  <c:v>1.836209297180176</c:v>
                </c:pt>
                <c:pt idx="942">
                  <c:v>1.836209297180176</c:v>
                </c:pt>
                <c:pt idx="943">
                  <c:v>1.836229085922241</c:v>
                </c:pt>
                <c:pt idx="944">
                  <c:v>1.836229085922241</c:v>
                </c:pt>
                <c:pt idx="945">
                  <c:v>1.836252927780151</c:v>
                </c:pt>
                <c:pt idx="946">
                  <c:v>1.836252927780151</c:v>
                </c:pt>
                <c:pt idx="947">
                  <c:v>1.836308002471924</c:v>
                </c:pt>
                <c:pt idx="948">
                  <c:v>1.836308002471924</c:v>
                </c:pt>
                <c:pt idx="949">
                  <c:v>1.836349010467529</c:v>
                </c:pt>
                <c:pt idx="950">
                  <c:v>1.836349010467529</c:v>
                </c:pt>
                <c:pt idx="951">
                  <c:v>1.836390495300293</c:v>
                </c:pt>
                <c:pt idx="952">
                  <c:v>1.836390495300293</c:v>
                </c:pt>
                <c:pt idx="953">
                  <c:v>1.836443901062012</c:v>
                </c:pt>
                <c:pt idx="954">
                  <c:v>1.836443901062012</c:v>
                </c:pt>
                <c:pt idx="955">
                  <c:v>1.83647346496582</c:v>
                </c:pt>
                <c:pt idx="956">
                  <c:v>1.83647346496582</c:v>
                </c:pt>
                <c:pt idx="957">
                  <c:v>1.836483716964722</c:v>
                </c:pt>
                <c:pt idx="958">
                  <c:v>1.836483716964722</c:v>
                </c:pt>
                <c:pt idx="959">
                  <c:v>1.836509704589844</c:v>
                </c:pt>
                <c:pt idx="960">
                  <c:v>1.836509704589844</c:v>
                </c:pt>
                <c:pt idx="961">
                  <c:v>1.836562156677246</c:v>
                </c:pt>
                <c:pt idx="962">
                  <c:v>1.836562156677246</c:v>
                </c:pt>
                <c:pt idx="963">
                  <c:v>1.836572647094727</c:v>
                </c:pt>
                <c:pt idx="964">
                  <c:v>1.836572647094727</c:v>
                </c:pt>
                <c:pt idx="965">
                  <c:v>1.836635112762451</c:v>
                </c:pt>
                <c:pt idx="966">
                  <c:v>1.836635112762451</c:v>
                </c:pt>
                <c:pt idx="967">
                  <c:v>1.836647272109985</c:v>
                </c:pt>
                <c:pt idx="968">
                  <c:v>1.836647272109985</c:v>
                </c:pt>
                <c:pt idx="969">
                  <c:v>1.836688756942749</c:v>
                </c:pt>
                <c:pt idx="970">
                  <c:v>1.836688756942749</c:v>
                </c:pt>
                <c:pt idx="971">
                  <c:v>1.836730480194092</c:v>
                </c:pt>
                <c:pt idx="972">
                  <c:v>1.836730480194092</c:v>
                </c:pt>
                <c:pt idx="973">
                  <c:v>1.836744785308838</c:v>
                </c:pt>
                <c:pt idx="974">
                  <c:v>1.836744785308838</c:v>
                </c:pt>
                <c:pt idx="975">
                  <c:v>1.836781978607178</c:v>
                </c:pt>
                <c:pt idx="976">
                  <c:v>1.836781978607178</c:v>
                </c:pt>
                <c:pt idx="977">
                  <c:v>1.836804866790771</c:v>
                </c:pt>
                <c:pt idx="978">
                  <c:v>1.836804866790771</c:v>
                </c:pt>
                <c:pt idx="979">
                  <c:v>1.836841821670532</c:v>
                </c:pt>
                <c:pt idx="980">
                  <c:v>1.836841821670532</c:v>
                </c:pt>
                <c:pt idx="981">
                  <c:v>1.836931467056274</c:v>
                </c:pt>
                <c:pt idx="982">
                  <c:v>1.836931467056274</c:v>
                </c:pt>
                <c:pt idx="983">
                  <c:v>1.836941242218018</c:v>
                </c:pt>
                <c:pt idx="984">
                  <c:v>1.836941242218018</c:v>
                </c:pt>
                <c:pt idx="985">
                  <c:v>1.836950063705444</c:v>
                </c:pt>
                <c:pt idx="986">
                  <c:v>1.836950063705444</c:v>
                </c:pt>
                <c:pt idx="987">
                  <c:v>1.836953639984131</c:v>
                </c:pt>
                <c:pt idx="988">
                  <c:v>1.836953639984131</c:v>
                </c:pt>
                <c:pt idx="989">
                  <c:v>1.836960792541504</c:v>
                </c:pt>
                <c:pt idx="990">
                  <c:v>1.836960792541504</c:v>
                </c:pt>
                <c:pt idx="991">
                  <c:v>1.836962223052979</c:v>
                </c:pt>
                <c:pt idx="992">
                  <c:v>1.836962223052979</c:v>
                </c:pt>
                <c:pt idx="993">
                  <c:v>1.836962461471558</c:v>
                </c:pt>
                <c:pt idx="994">
                  <c:v>1.836962461471558</c:v>
                </c:pt>
                <c:pt idx="995">
                  <c:v>1.836981058120728</c:v>
                </c:pt>
                <c:pt idx="996">
                  <c:v>1.836981058120728</c:v>
                </c:pt>
                <c:pt idx="997">
                  <c:v>1.837035179138184</c:v>
                </c:pt>
                <c:pt idx="998">
                  <c:v>1.837035179138184</c:v>
                </c:pt>
                <c:pt idx="999">
                  <c:v>1.837108135223389</c:v>
                </c:pt>
                <c:pt idx="1000">
                  <c:v>1.837108135223389</c:v>
                </c:pt>
                <c:pt idx="1001">
                  <c:v>1.837125062942505</c:v>
                </c:pt>
                <c:pt idx="1002">
                  <c:v>1.837125062942505</c:v>
                </c:pt>
                <c:pt idx="1003">
                  <c:v>1.837209224700928</c:v>
                </c:pt>
                <c:pt idx="1004">
                  <c:v>1.837209224700928</c:v>
                </c:pt>
                <c:pt idx="1005">
                  <c:v>1.837271213531494</c:v>
                </c:pt>
                <c:pt idx="1006">
                  <c:v>1.837271213531494</c:v>
                </c:pt>
                <c:pt idx="1007">
                  <c:v>1.837285757064819</c:v>
                </c:pt>
                <c:pt idx="1008">
                  <c:v>1.837285757064819</c:v>
                </c:pt>
                <c:pt idx="1009">
                  <c:v>1.837291955947876</c:v>
                </c:pt>
                <c:pt idx="1010">
                  <c:v>1.837291955947876</c:v>
                </c:pt>
                <c:pt idx="1011">
                  <c:v>1.837352514266968</c:v>
                </c:pt>
                <c:pt idx="1012">
                  <c:v>1.837352514266968</c:v>
                </c:pt>
                <c:pt idx="1013">
                  <c:v>1.837368488311768</c:v>
                </c:pt>
                <c:pt idx="1014">
                  <c:v>1.837368488311768</c:v>
                </c:pt>
                <c:pt idx="1015">
                  <c:v>1.837374448776245</c:v>
                </c:pt>
                <c:pt idx="1016">
                  <c:v>1.837374448776245</c:v>
                </c:pt>
                <c:pt idx="1017">
                  <c:v>1.837439775466919</c:v>
                </c:pt>
                <c:pt idx="1018">
                  <c:v>1.837439775466919</c:v>
                </c:pt>
                <c:pt idx="1019">
                  <c:v>1.837455034255981</c:v>
                </c:pt>
                <c:pt idx="1020">
                  <c:v>1.837455034255981</c:v>
                </c:pt>
                <c:pt idx="1021">
                  <c:v>1.837469816207886</c:v>
                </c:pt>
                <c:pt idx="1022">
                  <c:v>1.837469816207886</c:v>
                </c:pt>
                <c:pt idx="1023">
                  <c:v>1.83747124671936</c:v>
                </c:pt>
                <c:pt idx="1024">
                  <c:v>1.83747124671936</c:v>
                </c:pt>
                <c:pt idx="1025">
                  <c:v>1.837496995925903</c:v>
                </c:pt>
                <c:pt idx="1026">
                  <c:v>1.837496995925903</c:v>
                </c:pt>
                <c:pt idx="1027">
                  <c:v>1.837518930435181</c:v>
                </c:pt>
                <c:pt idx="1028">
                  <c:v>1.837518930435181</c:v>
                </c:pt>
                <c:pt idx="1029">
                  <c:v>1.837530136108398</c:v>
                </c:pt>
                <c:pt idx="1030">
                  <c:v>1.837530136108398</c:v>
                </c:pt>
                <c:pt idx="1031">
                  <c:v>1.837542295455933</c:v>
                </c:pt>
                <c:pt idx="1032">
                  <c:v>1.837542295455933</c:v>
                </c:pt>
                <c:pt idx="1033">
                  <c:v>1.837571859359741</c:v>
                </c:pt>
                <c:pt idx="1034">
                  <c:v>1.837571859359741</c:v>
                </c:pt>
                <c:pt idx="1035">
                  <c:v>1.837640047073364</c:v>
                </c:pt>
                <c:pt idx="1036">
                  <c:v>1.837640047073364</c:v>
                </c:pt>
                <c:pt idx="1037">
                  <c:v>1.837658643722534</c:v>
                </c:pt>
                <c:pt idx="1038">
                  <c:v>1.837658643722534</c:v>
                </c:pt>
                <c:pt idx="1039">
                  <c:v>1.837731838226318</c:v>
                </c:pt>
                <c:pt idx="1040">
                  <c:v>1.837731838226318</c:v>
                </c:pt>
                <c:pt idx="1041">
                  <c:v>1.837736368179321</c:v>
                </c:pt>
                <c:pt idx="1042">
                  <c:v>1.837736368179321</c:v>
                </c:pt>
                <c:pt idx="1043">
                  <c:v>1.837737798690796</c:v>
                </c:pt>
                <c:pt idx="1044">
                  <c:v>1.837737798690796</c:v>
                </c:pt>
                <c:pt idx="1045">
                  <c:v>1.837748527526855</c:v>
                </c:pt>
                <c:pt idx="1046">
                  <c:v>1.837748527526855</c:v>
                </c:pt>
                <c:pt idx="1047">
                  <c:v>1.837800025939941</c:v>
                </c:pt>
                <c:pt idx="1048">
                  <c:v>1.837800025939941</c:v>
                </c:pt>
                <c:pt idx="1049">
                  <c:v>1.837807655334473</c:v>
                </c:pt>
                <c:pt idx="1050">
                  <c:v>1.837807655334473</c:v>
                </c:pt>
                <c:pt idx="1051">
                  <c:v>1.837847709655762</c:v>
                </c:pt>
                <c:pt idx="1052">
                  <c:v>1.837847709655762</c:v>
                </c:pt>
                <c:pt idx="1053">
                  <c:v>1.837903738021851</c:v>
                </c:pt>
                <c:pt idx="1054">
                  <c:v>1.837903738021851</c:v>
                </c:pt>
                <c:pt idx="1055">
                  <c:v>1.837905168533325</c:v>
                </c:pt>
                <c:pt idx="1056">
                  <c:v>1.837905168533325</c:v>
                </c:pt>
                <c:pt idx="1057">
                  <c:v>1.837945699691772</c:v>
                </c:pt>
                <c:pt idx="1058">
                  <c:v>1.837945699691772</c:v>
                </c:pt>
                <c:pt idx="1059">
                  <c:v>1.838027477264404</c:v>
                </c:pt>
                <c:pt idx="1060">
                  <c:v>1.838027477264404</c:v>
                </c:pt>
                <c:pt idx="1061">
                  <c:v>1.838034629821777</c:v>
                </c:pt>
                <c:pt idx="1062">
                  <c:v>1.838034629821777</c:v>
                </c:pt>
                <c:pt idx="1063">
                  <c:v>1.83808708190918</c:v>
                </c:pt>
                <c:pt idx="1064">
                  <c:v>1.83808708190918</c:v>
                </c:pt>
                <c:pt idx="1065">
                  <c:v>1.8382248878479</c:v>
                </c:pt>
                <c:pt idx="1066">
                  <c:v>1.8382248878479</c:v>
                </c:pt>
                <c:pt idx="1067">
                  <c:v>1.838234424591064</c:v>
                </c:pt>
                <c:pt idx="1068">
                  <c:v>1.838234424591064</c:v>
                </c:pt>
                <c:pt idx="1069">
                  <c:v>1.838258981704712</c:v>
                </c:pt>
                <c:pt idx="1070">
                  <c:v>1.838258981704712</c:v>
                </c:pt>
                <c:pt idx="1071">
                  <c:v>1.838284015655518</c:v>
                </c:pt>
                <c:pt idx="1072">
                  <c:v>1.838284015655518</c:v>
                </c:pt>
                <c:pt idx="1073">
                  <c:v>1.838303804397583</c:v>
                </c:pt>
                <c:pt idx="1074">
                  <c:v>1.838303804397583</c:v>
                </c:pt>
                <c:pt idx="1075">
                  <c:v>1.838313817977905</c:v>
                </c:pt>
                <c:pt idx="1076">
                  <c:v>1.838313817977905</c:v>
                </c:pt>
                <c:pt idx="1077">
                  <c:v>1.838327169418335</c:v>
                </c:pt>
                <c:pt idx="1078">
                  <c:v>1.838327169418335</c:v>
                </c:pt>
                <c:pt idx="1079">
                  <c:v>1.838374137878418</c:v>
                </c:pt>
                <c:pt idx="1080">
                  <c:v>1.838374137878418</c:v>
                </c:pt>
                <c:pt idx="1081">
                  <c:v>1.838419675827026</c:v>
                </c:pt>
                <c:pt idx="1082">
                  <c:v>1.838419675827026</c:v>
                </c:pt>
                <c:pt idx="1083">
                  <c:v>1.83845853805542</c:v>
                </c:pt>
                <c:pt idx="1084">
                  <c:v>1.83845853805542</c:v>
                </c:pt>
                <c:pt idx="1085">
                  <c:v>1.83846640586853</c:v>
                </c:pt>
                <c:pt idx="1086">
                  <c:v>1.83846640586853</c:v>
                </c:pt>
                <c:pt idx="1087">
                  <c:v>1.838488101959229</c:v>
                </c:pt>
                <c:pt idx="1088">
                  <c:v>1.838488101959229</c:v>
                </c:pt>
                <c:pt idx="1089">
                  <c:v>1.838513612747192</c:v>
                </c:pt>
                <c:pt idx="1090">
                  <c:v>1.838513612747192</c:v>
                </c:pt>
                <c:pt idx="1091">
                  <c:v>1.838525533676147</c:v>
                </c:pt>
                <c:pt idx="1092">
                  <c:v>1.838525533676147</c:v>
                </c:pt>
                <c:pt idx="1093">
                  <c:v>1.838535070419312</c:v>
                </c:pt>
                <c:pt idx="1094">
                  <c:v>1.838535070419312</c:v>
                </c:pt>
                <c:pt idx="1095">
                  <c:v>1.838556289672852</c:v>
                </c:pt>
                <c:pt idx="1096">
                  <c:v>1.838556289672852</c:v>
                </c:pt>
                <c:pt idx="1097">
                  <c:v>1.838571310043335</c:v>
                </c:pt>
                <c:pt idx="1098">
                  <c:v>1.838571310043335</c:v>
                </c:pt>
                <c:pt idx="1099">
                  <c:v>1.838605403900146</c:v>
                </c:pt>
                <c:pt idx="1100">
                  <c:v>1.838605403900146</c:v>
                </c:pt>
                <c:pt idx="1101">
                  <c:v>1.838651180267334</c:v>
                </c:pt>
                <c:pt idx="1102">
                  <c:v>1.838651180267334</c:v>
                </c:pt>
                <c:pt idx="1103">
                  <c:v>1.838675975799561</c:v>
                </c:pt>
                <c:pt idx="1104">
                  <c:v>1.838675975799561</c:v>
                </c:pt>
                <c:pt idx="1105">
                  <c:v>1.838719606399536</c:v>
                </c:pt>
                <c:pt idx="1106">
                  <c:v>1.838719606399536</c:v>
                </c:pt>
                <c:pt idx="1107">
                  <c:v>1.838807821273804</c:v>
                </c:pt>
                <c:pt idx="1108">
                  <c:v>1.838807821273804</c:v>
                </c:pt>
                <c:pt idx="1109">
                  <c:v>1.838866233825684</c:v>
                </c:pt>
                <c:pt idx="1110">
                  <c:v>1.838866233825684</c:v>
                </c:pt>
                <c:pt idx="1111">
                  <c:v>1.838871479034424</c:v>
                </c:pt>
                <c:pt idx="1112">
                  <c:v>1.838871479034424</c:v>
                </c:pt>
                <c:pt idx="1113">
                  <c:v>1.838906526565552</c:v>
                </c:pt>
                <c:pt idx="1114">
                  <c:v>1.838906526565552</c:v>
                </c:pt>
                <c:pt idx="1115">
                  <c:v>1.838917016983032</c:v>
                </c:pt>
                <c:pt idx="1116">
                  <c:v>1.838917016983032</c:v>
                </c:pt>
                <c:pt idx="1117">
                  <c:v>1.838919639587402</c:v>
                </c:pt>
                <c:pt idx="1118">
                  <c:v>1.838919639587402</c:v>
                </c:pt>
                <c:pt idx="1119">
                  <c:v>1.838924646377563</c:v>
                </c:pt>
                <c:pt idx="1120">
                  <c:v>1.838924646377563</c:v>
                </c:pt>
                <c:pt idx="1121">
                  <c:v>1.839082956314087</c:v>
                </c:pt>
                <c:pt idx="1122">
                  <c:v>1.839082956314087</c:v>
                </c:pt>
                <c:pt idx="1123">
                  <c:v>1.839102268218994</c:v>
                </c:pt>
                <c:pt idx="1124">
                  <c:v>1.839102268218994</c:v>
                </c:pt>
                <c:pt idx="1125">
                  <c:v>1.839181184768677</c:v>
                </c:pt>
                <c:pt idx="1126">
                  <c:v>1.839181184768677</c:v>
                </c:pt>
                <c:pt idx="1127">
                  <c:v>1.839201211929321</c:v>
                </c:pt>
                <c:pt idx="1128">
                  <c:v>1.839201211929321</c:v>
                </c:pt>
                <c:pt idx="1129">
                  <c:v>1.839232683181763</c:v>
                </c:pt>
                <c:pt idx="1130">
                  <c:v>1.839232683181763</c:v>
                </c:pt>
                <c:pt idx="1131">
                  <c:v>1.839266300201416</c:v>
                </c:pt>
                <c:pt idx="1132">
                  <c:v>1.839266300201416</c:v>
                </c:pt>
                <c:pt idx="1133">
                  <c:v>1.839287042617798</c:v>
                </c:pt>
                <c:pt idx="1134">
                  <c:v>1.839287042617798</c:v>
                </c:pt>
                <c:pt idx="1135">
                  <c:v>1.839289426803589</c:v>
                </c:pt>
                <c:pt idx="1136">
                  <c:v>1.839289426803589</c:v>
                </c:pt>
                <c:pt idx="1137">
                  <c:v>1.839297533035278</c:v>
                </c:pt>
                <c:pt idx="1138">
                  <c:v>1.839297533035278</c:v>
                </c:pt>
                <c:pt idx="1139">
                  <c:v>1.839324474334717</c:v>
                </c:pt>
                <c:pt idx="1140">
                  <c:v>1.839324474334717</c:v>
                </c:pt>
                <c:pt idx="1141">
                  <c:v>1.839326858520508</c:v>
                </c:pt>
                <c:pt idx="1142">
                  <c:v>1.839326858520508</c:v>
                </c:pt>
                <c:pt idx="1143">
                  <c:v>1.839410781860352</c:v>
                </c:pt>
                <c:pt idx="1144">
                  <c:v>1.839410781860352</c:v>
                </c:pt>
                <c:pt idx="1145">
                  <c:v>1.839414119720459</c:v>
                </c:pt>
                <c:pt idx="1146">
                  <c:v>1.839414119720459</c:v>
                </c:pt>
                <c:pt idx="1147">
                  <c:v>1.839436054229736</c:v>
                </c:pt>
                <c:pt idx="1148">
                  <c:v>1.839436054229736</c:v>
                </c:pt>
                <c:pt idx="1149">
                  <c:v>1.839439868927002</c:v>
                </c:pt>
                <c:pt idx="1150">
                  <c:v>1.839439868927002</c:v>
                </c:pt>
                <c:pt idx="1151">
                  <c:v>1.83948016166687</c:v>
                </c:pt>
                <c:pt idx="1152">
                  <c:v>1.83948016166687</c:v>
                </c:pt>
                <c:pt idx="1153">
                  <c:v>1.839507102966309</c:v>
                </c:pt>
                <c:pt idx="1154">
                  <c:v>1.839507102966309</c:v>
                </c:pt>
                <c:pt idx="1155">
                  <c:v>1.839571714401245</c:v>
                </c:pt>
                <c:pt idx="1156">
                  <c:v>1.839571714401245</c:v>
                </c:pt>
                <c:pt idx="1157">
                  <c:v>1.839590787887573</c:v>
                </c:pt>
                <c:pt idx="1158">
                  <c:v>1.839590787887573</c:v>
                </c:pt>
                <c:pt idx="1159">
                  <c:v>1.839593410491943</c:v>
                </c:pt>
                <c:pt idx="1160">
                  <c:v>1.839593410491943</c:v>
                </c:pt>
                <c:pt idx="1161">
                  <c:v>1.839608192443848</c:v>
                </c:pt>
                <c:pt idx="1162">
                  <c:v>1.839608192443848</c:v>
                </c:pt>
                <c:pt idx="1163">
                  <c:v>1.839630126953125</c:v>
                </c:pt>
                <c:pt idx="1164">
                  <c:v>1.839630126953125</c:v>
                </c:pt>
                <c:pt idx="1165">
                  <c:v>1.839636325836182</c:v>
                </c:pt>
                <c:pt idx="1166">
                  <c:v>1.839636325836182</c:v>
                </c:pt>
                <c:pt idx="1167">
                  <c:v>1.839637756347656</c:v>
                </c:pt>
                <c:pt idx="1168">
                  <c:v>1.839637756347656</c:v>
                </c:pt>
                <c:pt idx="1169">
                  <c:v>1.839651346206665</c:v>
                </c:pt>
                <c:pt idx="1170">
                  <c:v>1.839651346206665</c:v>
                </c:pt>
                <c:pt idx="1171">
                  <c:v>1.839656591415405</c:v>
                </c:pt>
                <c:pt idx="1172">
                  <c:v>1.839656591415405</c:v>
                </c:pt>
                <c:pt idx="1173">
                  <c:v>1.839737892150879</c:v>
                </c:pt>
                <c:pt idx="1174">
                  <c:v>1.839737892150879</c:v>
                </c:pt>
                <c:pt idx="1175">
                  <c:v>1.83976411819458</c:v>
                </c:pt>
                <c:pt idx="1176">
                  <c:v>1.83976411819458</c:v>
                </c:pt>
                <c:pt idx="1177">
                  <c:v>1.839778900146484</c:v>
                </c:pt>
                <c:pt idx="1178">
                  <c:v>1.839778900146484</c:v>
                </c:pt>
                <c:pt idx="1179">
                  <c:v>1.839834451675415</c:v>
                </c:pt>
                <c:pt idx="1180">
                  <c:v>1.839834451675415</c:v>
                </c:pt>
                <c:pt idx="1181">
                  <c:v>1.839849710464478</c:v>
                </c:pt>
                <c:pt idx="1182">
                  <c:v>1.839849710464478</c:v>
                </c:pt>
                <c:pt idx="1183">
                  <c:v>1.839858055114746</c:v>
                </c:pt>
                <c:pt idx="1184">
                  <c:v>1.839858055114746</c:v>
                </c:pt>
                <c:pt idx="1185">
                  <c:v>1.839887619018555</c:v>
                </c:pt>
                <c:pt idx="1186">
                  <c:v>1.839887619018555</c:v>
                </c:pt>
                <c:pt idx="1187">
                  <c:v>1.839930295944214</c:v>
                </c:pt>
                <c:pt idx="1188">
                  <c:v>1.839930295944214</c:v>
                </c:pt>
                <c:pt idx="1189">
                  <c:v>1.839948892593384</c:v>
                </c:pt>
                <c:pt idx="1190">
                  <c:v>1.839948892593384</c:v>
                </c:pt>
                <c:pt idx="1191">
                  <c:v>1.839962720870972</c:v>
                </c:pt>
                <c:pt idx="1192">
                  <c:v>1.839962720870972</c:v>
                </c:pt>
                <c:pt idx="1193">
                  <c:v>1.83996844291687</c:v>
                </c:pt>
                <c:pt idx="1194">
                  <c:v>1.83996844291687</c:v>
                </c:pt>
                <c:pt idx="1195">
                  <c:v>1.839974403381348</c:v>
                </c:pt>
                <c:pt idx="1196">
                  <c:v>1.839974403381348</c:v>
                </c:pt>
                <c:pt idx="1197">
                  <c:v>1.839989900588989</c:v>
                </c:pt>
                <c:pt idx="1198">
                  <c:v>1.839989900588989</c:v>
                </c:pt>
                <c:pt idx="1199">
                  <c:v>1.840014457702637</c:v>
                </c:pt>
                <c:pt idx="1200">
                  <c:v>1.840014457702637</c:v>
                </c:pt>
                <c:pt idx="1201">
                  <c:v>1.840023756027222</c:v>
                </c:pt>
                <c:pt idx="1202">
                  <c:v>1.840023756027222</c:v>
                </c:pt>
                <c:pt idx="1203">
                  <c:v>1.840047597885132</c:v>
                </c:pt>
                <c:pt idx="1204">
                  <c:v>1.840047597885132</c:v>
                </c:pt>
                <c:pt idx="1205">
                  <c:v>1.840061187744141</c:v>
                </c:pt>
                <c:pt idx="1206">
                  <c:v>1.840061187744141</c:v>
                </c:pt>
                <c:pt idx="1207">
                  <c:v>1.840146064758301</c:v>
                </c:pt>
                <c:pt idx="1208">
                  <c:v>1.840146064758301</c:v>
                </c:pt>
                <c:pt idx="1209">
                  <c:v>1.840147733688354</c:v>
                </c:pt>
                <c:pt idx="1210">
                  <c:v>1.840147733688354</c:v>
                </c:pt>
                <c:pt idx="1211">
                  <c:v>1.840152263641357</c:v>
                </c:pt>
                <c:pt idx="1212">
                  <c:v>1.840152263641357</c:v>
                </c:pt>
                <c:pt idx="1213">
                  <c:v>1.84019947052002</c:v>
                </c:pt>
                <c:pt idx="1214">
                  <c:v>1.84019947052002</c:v>
                </c:pt>
                <c:pt idx="1215">
                  <c:v>1.840203762054443</c:v>
                </c:pt>
                <c:pt idx="1216">
                  <c:v>1.840203762054443</c:v>
                </c:pt>
                <c:pt idx="1217">
                  <c:v>1.840296506881714</c:v>
                </c:pt>
                <c:pt idx="1218">
                  <c:v>1.840296506881714</c:v>
                </c:pt>
                <c:pt idx="1219">
                  <c:v>1.840364933013916</c:v>
                </c:pt>
                <c:pt idx="1220">
                  <c:v>1.840364933013916</c:v>
                </c:pt>
                <c:pt idx="1221">
                  <c:v>1.840391635894775</c:v>
                </c:pt>
                <c:pt idx="1222">
                  <c:v>1.840391635894775</c:v>
                </c:pt>
                <c:pt idx="1223">
                  <c:v>1.840425252914429</c:v>
                </c:pt>
                <c:pt idx="1224">
                  <c:v>1.840425252914429</c:v>
                </c:pt>
                <c:pt idx="1225">
                  <c:v>1.840489625930786</c:v>
                </c:pt>
                <c:pt idx="1226">
                  <c:v>1.840489625930786</c:v>
                </c:pt>
                <c:pt idx="1227">
                  <c:v>1.840510845184326</c:v>
                </c:pt>
                <c:pt idx="1228">
                  <c:v>1.840510845184326</c:v>
                </c:pt>
                <c:pt idx="1229">
                  <c:v>1.840621471405029</c:v>
                </c:pt>
                <c:pt idx="1230">
                  <c:v>1.840621471405029</c:v>
                </c:pt>
                <c:pt idx="1231">
                  <c:v>1.84063196182251</c:v>
                </c:pt>
                <c:pt idx="1232">
                  <c:v>1.84063196182251</c:v>
                </c:pt>
                <c:pt idx="1233">
                  <c:v>1.840682983398438</c:v>
                </c:pt>
                <c:pt idx="1234">
                  <c:v>1.840682983398438</c:v>
                </c:pt>
                <c:pt idx="1235">
                  <c:v>1.840718746185303</c:v>
                </c:pt>
                <c:pt idx="1236">
                  <c:v>1.840718746185303</c:v>
                </c:pt>
                <c:pt idx="1237">
                  <c:v>1.840735673904419</c:v>
                </c:pt>
                <c:pt idx="1238">
                  <c:v>1.840735673904419</c:v>
                </c:pt>
                <c:pt idx="1239">
                  <c:v>1.84073805809021</c:v>
                </c:pt>
                <c:pt idx="1240">
                  <c:v>1.84073805809021</c:v>
                </c:pt>
                <c:pt idx="1241">
                  <c:v>1.840745449066162</c:v>
                </c:pt>
                <c:pt idx="1242">
                  <c:v>1.840745449066162</c:v>
                </c:pt>
                <c:pt idx="1243">
                  <c:v>1.840805292129517</c:v>
                </c:pt>
                <c:pt idx="1244">
                  <c:v>1.840805292129517</c:v>
                </c:pt>
                <c:pt idx="1245">
                  <c:v>1.840810060501099</c:v>
                </c:pt>
                <c:pt idx="1246">
                  <c:v>1.840810060501099</c:v>
                </c:pt>
                <c:pt idx="1247">
                  <c:v>1.840829849243164</c:v>
                </c:pt>
                <c:pt idx="1248">
                  <c:v>1.840829849243164</c:v>
                </c:pt>
                <c:pt idx="1249">
                  <c:v>1.840893030166626</c:v>
                </c:pt>
                <c:pt idx="1250">
                  <c:v>1.840893030166626</c:v>
                </c:pt>
                <c:pt idx="1251">
                  <c:v>1.840896606445312</c:v>
                </c:pt>
                <c:pt idx="1252">
                  <c:v>1.840896606445312</c:v>
                </c:pt>
                <c:pt idx="1253">
                  <c:v>1.840978384017944</c:v>
                </c:pt>
                <c:pt idx="1254">
                  <c:v>1.840978384017944</c:v>
                </c:pt>
                <c:pt idx="1255">
                  <c:v>1.840987205505371</c:v>
                </c:pt>
                <c:pt idx="1256">
                  <c:v>1.840987205505371</c:v>
                </c:pt>
                <c:pt idx="1257">
                  <c:v>1.841027021408081</c:v>
                </c:pt>
                <c:pt idx="1258">
                  <c:v>1.841027021408081</c:v>
                </c:pt>
                <c:pt idx="1259">
                  <c:v>1.841031789779663</c:v>
                </c:pt>
                <c:pt idx="1260">
                  <c:v>1.841031789779663</c:v>
                </c:pt>
                <c:pt idx="1261">
                  <c:v>1.841050386428833</c:v>
                </c:pt>
                <c:pt idx="1262">
                  <c:v>1.841050386428833</c:v>
                </c:pt>
                <c:pt idx="1263">
                  <c:v>1.841063976287842</c:v>
                </c:pt>
                <c:pt idx="1264">
                  <c:v>1.841063976287842</c:v>
                </c:pt>
                <c:pt idx="1265">
                  <c:v>1.841129779815674</c:v>
                </c:pt>
                <c:pt idx="1266">
                  <c:v>1.841129779815674</c:v>
                </c:pt>
                <c:pt idx="1267">
                  <c:v>1.841174840927124</c:v>
                </c:pt>
                <c:pt idx="1268">
                  <c:v>1.841174840927124</c:v>
                </c:pt>
                <c:pt idx="1269">
                  <c:v>1.841259479522705</c:v>
                </c:pt>
                <c:pt idx="1270">
                  <c:v>1.841259479522705</c:v>
                </c:pt>
                <c:pt idx="1271">
                  <c:v>1.84126615524292</c:v>
                </c:pt>
                <c:pt idx="1272">
                  <c:v>1.84126615524292</c:v>
                </c:pt>
                <c:pt idx="1273">
                  <c:v>1.841274738311768</c:v>
                </c:pt>
                <c:pt idx="1274">
                  <c:v>1.841274738311768</c:v>
                </c:pt>
                <c:pt idx="1275">
                  <c:v>1.841304540634155</c:v>
                </c:pt>
                <c:pt idx="1276">
                  <c:v>1.841304540634155</c:v>
                </c:pt>
                <c:pt idx="1277">
                  <c:v>1.841338396072388</c:v>
                </c:pt>
                <c:pt idx="1278">
                  <c:v>1.841338396072388</c:v>
                </c:pt>
                <c:pt idx="1279">
                  <c:v>1.841406345367432</c:v>
                </c:pt>
                <c:pt idx="1280">
                  <c:v>1.841406345367432</c:v>
                </c:pt>
                <c:pt idx="1281">
                  <c:v>1.841510534286499</c:v>
                </c:pt>
                <c:pt idx="1282">
                  <c:v>1.841510534286499</c:v>
                </c:pt>
                <c:pt idx="1283">
                  <c:v>1.841529130935669</c:v>
                </c:pt>
                <c:pt idx="1284">
                  <c:v>1.841529130935669</c:v>
                </c:pt>
                <c:pt idx="1285">
                  <c:v>1.841563701629639</c:v>
                </c:pt>
                <c:pt idx="1286">
                  <c:v>1.841563701629639</c:v>
                </c:pt>
                <c:pt idx="1287">
                  <c:v>1.841662406921387</c:v>
                </c:pt>
                <c:pt idx="1288">
                  <c:v>1.841662406921387</c:v>
                </c:pt>
                <c:pt idx="1289">
                  <c:v>1.841737508773804</c:v>
                </c:pt>
                <c:pt idx="1290">
                  <c:v>1.841737508773804</c:v>
                </c:pt>
                <c:pt idx="1291">
                  <c:v>1.841742515563965</c:v>
                </c:pt>
                <c:pt idx="1292">
                  <c:v>1.841742515563965</c:v>
                </c:pt>
                <c:pt idx="1293">
                  <c:v>1.84175968170166</c:v>
                </c:pt>
                <c:pt idx="1294">
                  <c:v>1.84175968170166</c:v>
                </c:pt>
                <c:pt idx="1295">
                  <c:v>1.841896533966064</c:v>
                </c:pt>
                <c:pt idx="1296">
                  <c:v>1.841896533966064</c:v>
                </c:pt>
                <c:pt idx="1297">
                  <c:v>1.841944694519043</c:v>
                </c:pt>
                <c:pt idx="1298">
                  <c:v>1.841944694519043</c:v>
                </c:pt>
                <c:pt idx="1299">
                  <c:v>1.841983079910278</c:v>
                </c:pt>
                <c:pt idx="1300">
                  <c:v>1.841983079910278</c:v>
                </c:pt>
                <c:pt idx="1301">
                  <c:v>1.841995000839233</c:v>
                </c:pt>
                <c:pt idx="1302">
                  <c:v>1.841995000839233</c:v>
                </c:pt>
                <c:pt idx="1303">
                  <c:v>1.84200644493103</c:v>
                </c:pt>
                <c:pt idx="1304">
                  <c:v>1.84200644493103</c:v>
                </c:pt>
                <c:pt idx="1305">
                  <c:v>1.842033863067627</c:v>
                </c:pt>
                <c:pt idx="1306">
                  <c:v>1.842033863067627</c:v>
                </c:pt>
                <c:pt idx="1307">
                  <c:v>1.842034578323364</c:v>
                </c:pt>
                <c:pt idx="1308">
                  <c:v>1.842034578323364</c:v>
                </c:pt>
                <c:pt idx="1309">
                  <c:v>1.842049360275269</c:v>
                </c:pt>
                <c:pt idx="1310">
                  <c:v>1.842049360275269</c:v>
                </c:pt>
                <c:pt idx="1311">
                  <c:v>1.842141151428223</c:v>
                </c:pt>
                <c:pt idx="1312">
                  <c:v>1.842141151428223</c:v>
                </c:pt>
                <c:pt idx="1313">
                  <c:v>1.84225606918335</c:v>
                </c:pt>
                <c:pt idx="1314">
                  <c:v>1.84225606918335</c:v>
                </c:pt>
                <c:pt idx="1315">
                  <c:v>1.842267036437988</c:v>
                </c:pt>
                <c:pt idx="1316">
                  <c:v>1.842267036437988</c:v>
                </c:pt>
                <c:pt idx="1317">
                  <c:v>1.842302560806274</c:v>
                </c:pt>
                <c:pt idx="1318">
                  <c:v>1.842302560806274</c:v>
                </c:pt>
                <c:pt idx="1319">
                  <c:v>1.842306852340698</c:v>
                </c:pt>
                <c:pt idx="1320">
                  <c:v>1.842306852340698</c:v>
                </c:pt>
                <c:pt idx="1321">
                  <c:v>1.842331647872925</c:v>
                </c:pt>
                <c:pt idx="1322">
                  <c:v>1.842331647872925</c:v>
                </c:pt>
                <c:pt idx="1323">
                  <c:v>1.842452049255371</c:v>
                </c:pt>
                <c:pt idx="1324">
                  <c:v>1.842452049255371</c:v>
                </c:pt>
                <c:pt idx="1325">
                  <c:v>1.842461824417114</c:v>
                </c:pt>
                <c:pt idx="1326">
                  <c:v>1.842461824417114</c:v>
                </c:pt>
                <c:pt idx="1327">
                  <c:v>1.842485666275024</c:v>
                </c:pt>
                <c:pt idx="1328">
                  <c:v>1.842485666275024</c:v>
                </c:pt>
                <c:pt idx="1329">
                  <c:v>1.842515468597412</c:v>
                </c:pt>
                <c:pt idx="1330">
                  <c:v>1.842515468597412</c:v>
                </c:pt>
                <c:pt idx="1331">
                  <c:v>1.842618942260742</c:v>
                </c:pt>
                <c:pt idx="1332">
                  <c:v>1.842618942260742</c:v>
                </c:pt>
                <c:pt idx="1333">
                  <c:v>1.842691898345947</c:v>
                </c:pt>
                <c:pt idx="1334">
                  <c:v>1.842691898345947</c:v>
                </c:pt>
                <c:pt idx="1335">
                  <c:v>1.842712163925171</c:v>
                </c:pt>
                <c:pt idx="1336">
                  <c:v>1.842712163925171</c:v>
                </c:pt>
                <c:pt idx="1337">
                  <c:v>1.842733860015869</c:v>
                </c:pt>
                <c:pt idx="1338">
                  <c:v>1.842733860015869</c:v>
                </c:pt>
                <c:pt idx="1339">
                  <c:v>1.842736005783081</c:v>
                </c:pt>
                <c:pt idx="1340">
                  <c:v>1.842736005783081</c:v>
                </c:pt>
                <c:pt idx="1341">
                  <c:v>1.842738389968872</c:v>
                </c:pt>
                <c:pt idx="1342">
                  <c:v>1.842738389968872</c:v>
                </c:pt>
                <c:pt idx="1343">
                  <c:v>1.842774391174316</c:v>
                </c:pt>
                <c:pt idx="1344">
                  <c:v>1.842774391174316</c:v>
                </c:pt>
                <c:pt idx="1345">
                  <c:v>1.842778921127319</c:v>
                </c:pt>
                <c:pt idx="1346">
                  <c:v>1.842778921127319</c:v>
                </c:pt>
                <c:pt idx="1347">
                  <c:v>1.842787742614746</c:v>
                </c:pt>
                <c:pt idx="1348">
                  <c:v>1.842787742614746</c:v>
                </c:pt>
                <c:pt idx="1349">
                  <c:v>1.842872381210327</c:v>
                </c:pt>
                <c:pt idx="1350">
                  <c:v>1.842872381210327</c:v>
                </c:pt>
                <c:pt idx="1351">
                  <c:v>1.842940092086792</c:v>
                </c:pt>
                <c:pt idx="1352">
                  <c:v>1.842940092086792</c:v>
                </c:pt>
                <c:pt idx="1353">
                  <c:v>1.842942237854004</c:v>
                </c:pt>
                <c:pt idx="1354">
                  <c:v>1.842942237854004</c:v>
                </c:pt>
                <c:pt idx="1355">
                  <c:v>1.842957496643066</c:v>
                </c:pt>
                <c:pt idx="1356">
                  <c:v>1.842957496643066</c:v>
                </c:pt>
                <c:pt idx="1357">
                  <c:v>1.842981576919556</c:v>
                </c:pt>
                <c:pt idx="1358">
                  <c:v>1.842981576919556</c:v>
                </c:pt>
                <c:pt idx="1359">
                  <c:v>1.843004465103149</c:v>
                </c:pt>
                <c:pt idx="1360">
                  <c:v>1.843004465103149</c:v>
                </c:pt>
                <c:pt idx="1361">
                  <c:v>1.843012571334839</c:v>
                </c:pt>
                <c:pt idx="1362">
                  <c:v>1.843012571334839</c:v>
                </c:pt>
                <c:pt idx="1363">
                  <c:v>1.843035221099854</c:v>
                </c:pt>
                <c:pt idx="1364">
                  <c:v>1.843035221099854</c:v>
                </c:pt>
                <c:pt idx="1365">
                  <c:v>1.843071222305298</c:v>
                </c:pt>
                <c:pt idx="1366">
                  <c:v>1.843071222305298</c:v>
                </c:pt>
                <c:pt idx="1367">
                  <c:v>1.843136072158813</c:v>
                </c:pt>
                <c:pt idx="1368">
                  <c:v>1.843136072158813</c:v>
                </c:pt>
                <c:pt idx="1369">
                  <c:v>1.843146085739136</c:v>
                </c:pt>
                <c:pt idx="1370">
                  <c:v>1.843146085739136</c:v>
                </c:pt>
                <c:pt idx="1371">
                  <c:v>1.843170642852783</c:v>
                </c:pt>
                <c:pt idx="1372">
                  <c:v>1.843170642852783</c:v>
                </c:pt>
                <c:pt idx="1373">
                  <c:v>1.843209743499756</c:v>
                </c:pt>
                <c:pt idx="1374">
                  <c:v>1.843209743499756</c:v>
                </c:pt>
                <c:pt idx="1375">
                  <c:v>1.843227624893188</c:v>
                </c:pt>
                <c:pt idx="1376">
                  <c:v>1.843227624893188</c:v>
                </c:pt>
                <c:pt idx="1377">
                  <c:v>1.843262910842896</c:v>
                </c:pt>
                <c:pt idx="1378">
                  <c:v>1.843262910842896</c:v>
                </c:pt>
                <c:pt idx="1379">
                  <c:v>1.843263864517212</c:v>
                </c:pt>
                <c:pt idx="1380">
                  <c:v>1.843263864517212</c:v>
                </c:pt>
                <c:pt idx="1381">
                  <c:v>1.843270778656006</c:v>
                </c:pt>
                <c:pt idx="1382">
                  <c:v>1.843270778656006</c:v>
                </c:pt>
                <c:pt idx="1383">
                  <c:v>1.843323230743408</c:v>
                </c:pt>
                <c:pt idx="1384">
                  <c:v>1.843323230743408</c:v>
                </c:pt>
                <c:pt idx="1385">
                  <c:v>1.843342542648315</c:v>
                </c:pt>
                <c:pt idx="1386">
                  <c:v>1.843342542648315</c:v>
                </c:pt>
                <c:pt idx="1387">
                  <c:v>1.843344211578369</c:v>
                </c:pt>
                <c:pt idx="1388">
                  <c:v>1.843344211578369</c:v>
                </c:pt>
                <c:pt idx="1389">
                  <c:v>1.843360185623169</c:v>
                </c:pt>
                <c:pt idx="1390">
                  <c:v>1.843360185623169</c:v>
                </c:pt>
                <c:pt idx="1391">
                  <c:v>1.843404531478882</c:v>
                </c:pt>
                <c:pt idx="1392">
                  <c:v>1.843404531478882</c:v>
                </c:pt>
                <c:pt idx="1393">
                  <c:v>1.843419790267944</c:v>
                </c:pt>
                <c:pt idx="1394">
                  <c:v>1.843419790267944</c:v>
                </c:pt>
                <c:pt idx="1395">
                  <c:v>1.843423843383789</c:v>
                </c:pt>
                <c:pt idx="1396">
                  <c:v>1.843423843383789</c:v>
                </c:pt>
                <c:pt idx="1397">
                  <c:v>1.843426465988159</c:v>
                </c:pt>
                <c:pt idx="1398">
                  <c:v>1.843426465988159</c:v>
                </c:pt>
                <c:pt idx="1399">
                  <c:v>1.843440294265747</c:v>
                </c:pt>
                <c:pt idx="1400">
                  <c:v>1.843440294265747</c:v>
                </c:pt>
                <c:pt idx="1401">
                  <c:v>1.8434898853302</c:v>
                </c:pt>
                <c:pt idx="1402">
                  <c:v>1.8434898853302</c:v>
                </c:pt>
                <c:pt idx="1403">
                  <c:v>1.843493461608887</c:v>
                </c:pt>
                <c:pt idx="1404">
                  <c:v>1.843493461608887</c:v>
                </c:pt>
                <c:pt idx="1405">
                  <c:v>1.843541383743286</c:v>
                </c:pt>
                <c:pt idx="1406">
                  <c:v>1.843541383743286</c:v>
                </c:pt>
                <c:pt idx="1407">
                  <c:v>1.843569278717041</c:v>
                </c:pt>
                <c:pt idx="1408">
                  <c:v>1.843569278717041</c:v>
                </c:pt>
                <c:pt idx="1409">
                  <c:v>1.843610286712646</c:v>
                </c:pt>
                <c:pt idx="1410">
                  <c:v>1.843610286712646</c:v>
                </c:pt>
                <c:pt idx="1411">
                  <c:v>1.84361743927002</c:v>
                </c:pt>
                <c:pt idx="1412">
                  <c:v>1.84361743927002</c:v>
                </c:pt>
                <c:pt idx="1413">
                  <c:v>1.843637228012085</c:v>
                </c:pt>
                <c:pt idx="1414">
                  <c:v>1.843637228012085</c:v>
                </c:pt>
                <c:pt idx="1415">
                  <c:v>1.843641996383667</c:v>
                </c:pt>
                <c:pt idx="1416">
                  <c:v>1.843641996383667</c:v>
                </c:pt>
                <c:pt idx="1417">
                  <c:v>1.84364652633667</c:v>
                </c:pt>
                <c:pt idx="1418">
                  <c:v>1.84364652633667</c:v>
                </c:pt>
                <c:pt idx="1419">
                  <c:v>1.843649387359619</c:v>
                </c:pt>
                <c:pt idx="1420">
                  <c:v>1.843649387359619</c:v>
                </c:pt>
                <c:pt idx="1421">
                  <c:v>1.8436598777771</c:v>
                </c:pt>
                <c:pt idx="1422">
                  <c:v>1.8436598777771</c:v>
                </c:pt>
                <c:pt idx="1423">
                  <c:v>1.843673944473267</c:v>
                </c:pt>
                <c:pt idx="1424">
                  <c:v>1.843673944473267</c:v>
                </c:pt>
                <c:pt idx="1425">
                  <c:v>1.843698978424072</c:v>
                </c:pt>
                <c:pt idx="1426">
                  <c:v>1.843698978424072</c:v>
                </c:pt>
                <c:pt idx="1427">
                  <c:v>1.843723773956299</c:v>
                </c:pt>
                <c:pt idx="1428">
                  <c:v>1.843723773956299</c:v>
                </c:pt>
                <c:pt idx="1429">
                  <c:v>1.843744039535522</c:v>
                </c:pt>
                <c:pt idx="1430">
                  <c:v>1.843744039535522</c:v>
                </c:pt>
                <c:pt idx="1431">
                  <c:v>1.843766927719116</c:v>
                </c:pt>
                <c:pt idx="1432">
                  <c:v>1.843766927719116</c:v>
                </c:pt>
                <c:pt idx="1433">
                  <c:v>1.843785047531128</c:v>
                </c:pt>
                <c:pt idx="1434">
                  <c:v>1.843785047531128</c:v>
                </c:pt>
                <c:pt idx="1435">
                  <c:v>1.84379768371582</c:v>
                </c:pt>
                <c:pt idx="1436">
                  <c:v>1.84379768371582</c:v>
                </c:pt>
                <c:pt idx="1437">
                  <c:v>1.843809604644775</c:v>
                </c:pt>
                <c:pt idx="1438">
                  <c:v>1.843809604644775</c:v>
                </c:pt>
                <c:pt idx="1439">
                  <c:v>1.84387469291687</c:v>
                </c:pt>
                <c:pt idx="1440">
                  <c:v>1.84387469291687</c:v>
                </c:pt>
                <c:pt idx="1441">
                  <c:v>1.843985319137573</c:v>
                </c:pt>
                <c:pt idx="1442">
                  <c:v>1.843985319137573</c:v>
                </c:pt>
                <c:pt idx="1443">
                  <c:v>1.843997240066528</c:v>
                </c:pt>
                <c:pt idx="1444">
                  <c:v>1.843997240066528</c:v>
                </c:pt>
                <c:pt idx="1445">
                  <c:v>1.844000101089478</c:v>
                </c:pt>
                <c:pt idx="1446">
                  <c:v>1.844000101089478</c:v>
                </c:pt>
                <c:pt idx="1447">
                  <c:v>1.844018936157227</c:v>
                </c:pt>
                <c:pt idx="1448">
                  <c:v>1.844018936157227</c:v>
                </c:pt>
                <c:pt idx="1449">
                  <c:v>1.844050407409668</c:v>
                </c:pt>
                <c:pt idx="1450">
                  <c:v>1.844050407409668</c:v>
                </c:pt>
                <c:pt idx="1451">
                  <c:v>1.844050884246826</c:v>
                </c:pt>
                <c:pt idx="1452">
                  <c:v>1.844050884246826</c:v>
                </c:pt>
                <c:pt idx="1453">
                  <c:v>1.844134569168091</c:v>
                </c:pt>
                <c:pt idx="1454">
                  <c:v>1.844134569168091</c:v>
                </c:pt>
                <c:pt idx="1455">
                  <c:v>1.844142436981201</c:v>
                </c:pt>
                <c:pt idx="1456">
                  <c:v>1.844142436981201</c:v>
                </c:pt>
                <c:pt idx="1457">
                  <c:v>1.844171762466431</c:v>
                </c:pt>
                <c:pt idx="1458">
                  <c:v>1.844171762466431</c:v>
                </c:pt>
                <c:pt idx="1459">
                  <c:v>1.844181060791016</c:v>
                </c:pt>
                <c:pt idx="1460">
                  <c:v>1.844181060791016</c:v>
                </c:pt>
                <c:pt idx="1461">
                  <c:v>1.844184160232544</c:v>
                </c:pt>
                <c:pt idx="1462">
                  <c:v>1.844184160232544</c:v>
                </c:pt>
                <c:pt idx="1463">
                  <c:v>1.844210624694824</c:v>
                </c:pt>
                <c:pt idx="1464">
                  <c:v>1.844210624694824</c:v>
                </c:pt>
                <c:pt idx="1465">
                  <c:v>1.844232559204102</c:v>
                </c:pt>
                <c:pt idx="1466">
                  <c:v>1.844232559204102</c:v>
                </c:pt>
                <c:pt idx="1467">
                  <c:v>1.844232797622681</c:v>
                </c:pt>
                <c:pt idx="1468">
                  <c:v>1.844232797622681</c:v>
                </c:pt>
                <c:pt idx="1469">
                  <c:v>1.844257593154907</c:v>
                </c:pt>
                <c:pt idx="1470">
                  <c:v>1.844257593154907</c:v>
                </c:pt>
                <c:pt idx="1471">
                  <c:v>1.844340801239014</c:v>
                </c:pt>
                <c:pt idx="1472">
                  <c:v>1.844340801239014</c:v>
                </c:pt>
                <c:pt idx="1473">
                  <c:v>1.84436821937561</c:v>
                </c:pt>
                <c:pt idx="1474">
                  <c:v>1.84436821937561</c:v>
                </c:pt>
                <c:pt idx="1475">
                  <c:v>1.844398021697998</c:v>
                </c:pt>
                <c:pt idx="1476">
                  <c:v>1.844398021697998</c:v>
                </c:pt>
                <c:pt idx="1477">
                  <c:v>1.844418287277222</c:v>
                </c:pt>
                <c:pt idx="1478">
                  <c:v>1.844418287277222</c:v>
                </c:pt>
                <c:pt idx="1479">
                  <c:v>1.844444036483765</c:v>
                </c:pt>
                <c:pt idx="1480">
                  <c:v>1.844444036483765</c:v>
                </c:pt>
                <c:pt idx="1481">
                  <c:v>1.844548463821411</c:v>
                </c:pt>
                <c:pt idx="1482">
                  <c:v>1.844548463821411</c:v>
                </c:pt>
                <c:pt idx="1483">
                  <c:v>1.844594717025757</c:v>
                </c:pt>
                <c:pt idx="1484">
                  <c:v>1.844594717025757</c:v>
                </c:pt>
                <c:pt idx="1485">
                  <c:v>1.844617605209351</c:v>
                </c:pt>
                <c:pt idx="1486">
                  <c:v>1.844617605209351</c:v>
                </c:pt>
                <c:pt idx="1487">
                  <c:v>1.844655990600586</c:v>
                </c:pt>
                <c:pt idx="1488">
                  <c:v>1.844655990600586</c:v>
                </c:pt>
                <c:pt idx="1489">
                  <c:v>1.844668865203857</c:v>
                </c:pt>
                <c:pt idx="1490">
                  <c:v>1.844668865203857</c:v>
                </c:pt>
                <c:pt idx="1491">
                  <c:v>1.844703197479248</c:v>
                </c:pt>
                <c:pt idx="1492">
                  <c:v>1.844703197479248</c:v>
                </c:pt>
                <c:pt idx="1493">
                  <c:v>1.844708442687988</c:v>
                </c:pt>
                <c:pt idx="1494">
                  <c:v>1.844708442687988</c:v>
                </c:pt>
                <c:pt idx="1495">
                  <c:v>1.844714164733887</c:v>
                </c:pt>
                <c:pt idx="1496">
                  <c:v>1.844714164733887</c:v>
                </c:pt>
                <c:pt idx="1497">
                  <c:v>1.844763278961182</c:v>
                </c:pt>
                <c:pt idx="1498">
                  <c:v>1.844763278961182</c:v>
                </c:pt>
                <c:pt idx="1499">
                  <c:v>1.844809770584106</c:v>
                </c:pt>
                <c:pt idx="1500">
                  <c:v>1.844809770584106</c:v>
                </c:pt>
                <c:pt idx="1501">
                  <c:v>1.844845056533813</c:v>
                </c:pt>
                <c:pt idx="1502">
                  <c:v>1.844845056533813</c:v>
                </c:pt>
                <c:pt idx="1503">
                  <c:v>1.84486722946167</c:v>
                </c:pt>
                <c:pt idx="1504">
                  <c:v>1.84486722946167</c:v>
                </c:pt>
                <c:pt idx="1505">
                  <c:v>1.844870090484619</c:v>
                </c:pt>
                <c:pt idx="1506">
                  <c:v>1.844870090484619</c:v>
                </c:pt>
                <c:pt idx="1507">
                  <c:v>1.844895839691162</c:v>
                </c:pt>
                <c:pt idx="1508">
                  <c:v>1.844895839691162</c:v>
                </c:pt>
                <c:pt idx="1509">
                  <c:v>1.844921827316284</c:v>
                </c:pt>
                <c:pt idx="1510">
                  <c:v>1.844921827316284</c:v>
                </c:pt>
                <c:pt idx="1511">
                  <c:v>1.844943284988403</c:v>
                </c:pt>
                <c:pt idx="1512">
                  <c:v>1.844943284988403</c:v>
                </c:pt>
                <c:pt idx="1513">
                  <c:v>1.845073461532593</c:v>
                </c:pt>
                <c:pt idx="1514">
                  <c:v>1.845073461532593</c:v>
                </c:pt>
                <c:pt idx="1515">
                  <c:v>1.845087289810181</c:v>
                </c:pt>
                <c:pt idx="1516">
                  <c:v>1.845087289810181</c:v>
                </c:pt>
                <c:pt idx="1517">
                  <c:v>1.845093250274658</c:v>
                </c:pt>
                <c:pt idx="1518">
                  <c:v>1.845093250274658</c:v>
                </c:pt>
                <c:pt idx="1519">
                  <c:v>1.845100879669189</c:v>
                </c:pt>
                <c:pt idx="1520">
                  <c:v>1.845100879669189</c:v>
                </c:pt>
                <c:pt idx="1521">
                  <c:v>1.845116376876831</c:v>
                </c:pt>
                <c:pt idx="1522">
                  <c:v>1.845116376876831</c:v>
                </c:pt>
                <c:pt idx="1523">
                  <c:v>1.845117568969727</c:v>
                </c:pt>
                <c:pt idx="1524">
                  <c:v>1.845117568969727</c:v>
                </c:pt>
                <c:pt idx="1525">
                  <c:v>1.845150709152222</c:v>
                </c:pt>
                <c:pt idx="1526">
                  <c:v>1.845150709152222</c:v>
                </c:pt>
                <c:pt idx="1527">
                  <c:v>1.845163583755493</c:v>
                </c:pt>
                <c:pt idx="1528">
                  <c:v>1.845163583755493</c:v>
                </c:pt>
                <c:pt idx="1529">
                  <c:v>1.8452308177948</c:v>
                </c:pt>
                <c:pt idx="1530">
                  <c:v>1.8452308177948</c:v>
                </c:pt>
                <c:pt idx="1531">
                  <c:v>1.845242977142334</c:v>
                </c:pt>
                <c:pt idx="1532">
                  <c:v>1.845242977142334</c:v>
                </c:pt>
                <c:pt idx="1533">
                  <c:v>1.845266580581665</c:v>
                </c:pt>
                <c:pt idx="1534">
                  <c:v>1.845266580581665</c:v>
                </c:pt>
                <c:pt idx="1535">
                  <c:v>1.84528112411499</c:v>
                </c:pt>
                <c:pt idx="1536">
                  <c:v>1.84528112411499</c:v>
                </c:pt>
                <c:pt idx="1537">
                  <c:v>1.845302104949951</c:v>
                </c:pt>
                <c:pt idx="1538">
                  <c:v>1.845302104949951</c:v>
                </c:pt>
                <c:pt idx="1539">
                  <c:v>1.845333814620972</c:v>
                </c:pt>
                <c:pt idx="1540">
                  <c:v>1.845333814620972</c:v>
                </c:pt>
                <c:pt idx="1541">
                  <c:v>1.845334053039551</c:v>
                </c:pt>
                <c:pt idx="1542">
                  <c:v>1.845334053039551</c:v>
                </c:pt>
                <c:pt idx="1543">
                  <c:v>1.84536600112915</c:v>
                </c:pt>
                <c:pt idx="1544">
                  <c:v>1.84536600112915</c:v>
                </c:pt>
                <c:pt idx="1545">
                  <c:v>1.845372200012207</c:v>
                </c:pt>
                <c:pt idx="1546">
                  <c:v>1.845372200012207</c:v>
                </c:pt>
                <c:pt idx="1547">
                  <c:v>1.845402956008911</c:v>
                </c:pt>
                <c:pt idx="1548">
                  <c:v>1.845402956008911</c:v>
                </c:pt>
                <c:pt idx="1549">
                  <c:v>1.845407962799072</c:v>
                </c:pt>
                <c:pt idx="1550">
                  <c:v>1.845407962799072</c:v>
                </c:pt>
                <c:pt idx="1551">
                  <c:v>1.845421314239502</c:v>
                </c:pt>
                <c:pt idx="1552">
                  <c:v>1.845421314239502</c:v>
                </c:pt>
                <c:pt idx="1553">
                  <c:v>1.845445394515991</c:v>
                </c:pt>
                <c:pt idx="1554">
                  <c:v>1.845445394515991</c:v>
                </c:pt>
                <c:pt idx="1555">
                  <c:v>1.845449924468994</c:v>
                </c:pt>
                <c:pt idx="1556">
                  <c:v>1.845449924468994</c:v>
                </c:pt>
                <c:pt idx="1557">
                  <c:v>1.845482587814331</c:v>
                </c:pt>
                <c:pt idx="1558">
                  <c:v>1.845482587814331</c:v>
                </c:pt>
                <c:pt idx="1559">
                  <c:v>1.845494031906128</c:v>
                </c:pt>
                <c:pt idx="1560">
                  <c:v>1.845494031906128</c:v>
                </c:pt>
                <c:pt idx="1561">
                  <c:v>1.845592260360718</c:v>
                </c:pt>
                <c:pt idx="1562">
                  <c:v>1.845592260360718</c:v>
                </c:pt>
                <c:pt idx="1563">
                  <c:v>1.84560227394104</c:v>
                </c:pt>
                <c:pt idx="1564">
                  <c:v>1.84560227394104</c:v>
                </c:pt>
                <c:pt idx="1565">
                  <c:v>1.845619678497314</c:v>
                </c:pt>
                <c:pt idx="1566">
                  <c:v>1.845619678497314</c:v>
                </c:pt>
                <c:pt idx="1567">
                  <c:v>1.845689058303833</c:v>
                </c:pt>
                <c:pt idx="1568">
                  <c:v>1.845689058303833</c:v>
                </c:pt>
                <c:pt idx="1569">
                  <c:v>1.845754623413086</c:v>
                </c:pt>
                <c:pt idx="1570">
                  <c:v>1.845754623413086</c:v>
                </c:pt>
                <c:pt idx="1571">
                  <c:v>1.845795154571533</c:v>
                </c:pt>
                <c:pt idx="1572">
                  <c:v>1.845795154571533</c:v>
                </c:pt>
                <c:pt idx="1573">
                  <c:v>1.845906734466553</c:v>
                </c:pt>
                <c:pt idx="1574">
                  <c:v>1.845906734466553</c:v>
                </c:pt>
                <c:pt idx="1575">
                  <c:v>1.8459153175354</c:v>
                </c:pt>
                <c:pt idx="1576">
                  <c:v>1.8459153175354</c:v>
                </c:pt>
                <c:pt idx="1577">
                  <c:v>1.845947742462158</c:v>
                </c:pt>
                <c:pt idx="1578">
                  <c:v>1.845947742462158</c:v>
                </c:pt>
                <c:pt idx="1579">
                  <c:v>1.846003532409668</c:v>
                </c:pt>
                <c:pt idx="1580">
                  <c:v>1.846003532409668</c:v>
                </c:pt>
                <c:pt idx="1581">
                  <c:v>1.846115589141846</c:v>
                </c:pt>
                <c:pt idx="1582">
                  <c:v>1.846115589141846</c:v>
                </c:pt>
                <c:pt idx="1583">
                  <c:v>1.84613299369812</c:v>
                </c:pt>
                <c:pt idx="1584">
                  <c:v>1.84613299369812</c:v>
                </c:pt>
                <c:pt idx="1585">
                  <c:v>1.84614109992981</c:v>
                </c:pt>
                <c:pt idx="1586">
                  <c:v>1.84614109992981</c:v>
                </c:pt>
                <c:pt idx="1587">
                  <c:v>1.846145629882812</c:v>
                </c:pt>
                <c:pt idx="1588">
                  <c:v>1.846145629882812</c:v>
                </c:pt>
                <c:pt idx="1589">
                  <c:v>1.846172094345093</c:v>
                </c:pt>
                <c:pt idx="1590">
                  <c:v>1.846172094345093</c:v>
                </c:pt>
                <c:pt idx="1591">
                  <c:v>1.846184492111206</c:v>
                </c:pt>
                <c:pt idx="1592">
                  <c:v>1.846184492111206</c:v>
                </c:pt>
                <c:pt idx="1593">
                  <c:v>1.846230030059814</c:v>
                </c:pt>
                <c:pt idx="1594">
                  <c:v>1.846230030059814</c:v>
                </c:pt>
                <c:pt idx="1595">
                  <c:v>1.846255540847778</c:v>
                </c:pt>
                <c:pt idx="1596">
                  <c:v>1.846255540847778</c:v>
                </c:pt>
                <c:pt idx="1597">
                  <c:v>1.846273422241211</c:v>
                </c:pt>
                <c:pt idx="1598">
                  <c:v>1.846273422241211</c:v>
                </c:pt>
                <c:pt idx="1599">
                  <c:v>1.846304416656494</c:v>
                </c:pt>
                <c:pt idx="1600">
                  <c:v>1.846304416656494</c:v>
                </c:pt>
                <c:pt idx="1601">
                  <c:v>1.846341371536255</c:v>
                </c:pt>
                <c:pt idx="1602">
                  <c:v>1.846341371536255</c:v>
                </c:pt>
                <c:pt idx="1603">
                  <c:v>1.846341848373413</c:v>
                </c:pt>
                <c:pt idx="1604">
                  <c:v>1.846341848373413</c:v>
                </c:pt>
                <c:pt idx="1605">
                  <c:v>1.846395015716553</c:v>
                </c:pt>
                <c:pt idx="1606">
                  <c:v>1.846395015716553</c:v>
                </c:pt>
                <c:pt idx="1607">
                  <c:v>1.8464515209198</c:v>
                </c:pt>
                <c:pt idx="1608">
                  <c:v>1.8464515209198</c:v>
                </c:pt>
                <c:pt idx="1609">
                  <c:v>1.846465826034546</c:v>
                </c:pt>
                <c:pt idx="1610">
                  <c:v>1.846465826034546</c:v>
                </c:pt>
                <c:pt idx="1611">
                  <c:v>1.846469402313232</c:v>
                </c:pt>
                <c:pt idx="1612">
                  <c:v>1.846469402313232</c:v>
                </c:pt>
                <c:pt idx="1613">
                  <c:v>1.846493244171143</c:v>
                </c:pt>
                <c:pt idx="1614">
                  <c:v>1.846493244171143</c:v>
                </c:pt>
                <c:pt idx="1615">
                  <c:v>1.846505641937256</c:v>
                </c:pt>
                <c:pt idx="1616">
                  <c:v>1.846505641937256</c:v>
                </c:pt>
                <c:pt idx="1617">
                  <c:v>1.846513509750366</c:v>
                </c:pt>
                <c:pt idx="1618">
                  <c:v>1.846513509750366</c:v>
                </c:pt>
                <c:pt idx="1619">
                  <c:v>1.846531391143799</c:v>
                </c:pt>
                <c:pt idx="1620">
                  <c:v>1.846531391143799</c:v>
                </c:pt>
                <c:pt idx="1621">
                  <c:v>1.846578598022461</c:v>
                </c:pt>
                <c:pt idx="1622">
                  <c:v>1.846578598022461</c:v>
                </c:pt>
                <c:pt idx="1623">
                  <c:v>1.846580266952515</c:v>
                </c:pt>
                <c:pt idx="1624">
                  <c:v>1.846580266952515</c:v>
                </c:pt>
                <c:pt idx="1625">
                  <c:v>1.846612453460693</c:v>
                </c:pt>
                <c:pt idx="1626">
                  <c:v>1.846612453460693</c:v>
                </c:pt>
                <c:pt idx="1627">
                  <c:v>1.846617221832275</c:v>
                </c:pt>
                <c:pt idx="1628">
                  <c:v>1.846617221832275</c:v>
                </c:pt>
                <c:pt idx="1629">
                  <c:v>1.846647977828979</c:v>
                </c:pt>
                <c:pt idx="1630">
                  <c:v>1.846647977828979</c:v>
                </c:pt>
                <c:pt idx="1631">
                  <c:v>1.846699476242065</c:v>
                </c:pt>
                <c:pt idx="1632">
                  <c:v>1.846699476242065</c:v>
                </c:pt>
                <c:pt idx="1633">
                  <c:v>1.846723556518555</c:v>
                </c:pt>
                <c:pt idx="1634">
                  <c:v>1.846723556518555</c:v>
                </c:pt>
                <c:pt idx="1635">
                  <c:v>1.846750497817993</c:v>
                </c:pt>
                <c:pt idx="1636">
                  <c:v>1.846750497817993</c:v>
                </c:pt>
                <c:pt idx="1637">
                  <c:v>1.846760272979736</c:v>
                </c:pt>
                <c:pt idx="1638">
                  <c:v>1.846760272979736</c:v>
                </c:pt>
                <c:pt idx="1639">
                  <c:v>1.846881866455078</c:v>
                </c:pt>
                <c:pt idx="1640">
                  <c:v>1.846881866455078</c:v>
                </c:pt>
                <c:pt idx="1641">
                  <c:v>1.846900224685669</c:v>
                </c:pt>
                <c:pt idx="1642">
                  <c:v>1.846900224685669</c:v>
                </c:pt>
                <c:pt idx="1643">
                  <c:v>1.846920251846313</c:v>
                </c:pt>
                <c:pt idx="1644">
                  <c:v>1.846920251846313</c:v>
                </c:pt>
                <c:pt idx="1645">
                  <c:v>1.8469557762146</c:v>
                </c:pt>
                <c:pt idx="1646">
                  <c:v>1.8469557762146</c:v>
                </c:pt>
                <c:pt idx="1647">
                  <c:v>1.846967935562134</c:v>
                </c:pt>
                <c:pt idx="1648">
                  <c:v>1.846967935562134</c:v>
                </c:pt>
                <c:pt idx="1649">
                  <c:v>1.847009181976318</c:v>
                </c:pt>
                <c:pt idx="1650">
                  <c:v>1.847009181976318</c:v>
                </c:pt>
                <c:pt idx="1651">
                  <c:v>1.84705638885498</c:v>
                </c:pt>
                <c:pt idx="1652">
                  <c:v>1.84705638885498</c:v>
                </c:pt>
                <c:pt idx="1653">
                  <c:v>1.847097396850586</c:v>
                </c:pt>
                <c:pt idx="1654">
                  <c:v>1.847097396850586</c:v>
                </c:pt>
                <c:pt idx="1655">
                  <c:v>1.847107172012329</c:v>
                </c:pt>
                <c:pt idx="1656">
                  <c:v>1.847107172012329</c:v>
                </c:pt>
                <c:pt idx="1657">
                  <c:v>1.847108364105225</c:v>
                </c:pt>
                <c:pt idx="1658">
                  <c:v>1.847108364105225</c:v>
                </c:pt>
                <c:pt idx="1659">
                  <c:v>1.847109794616699</c:v>
                </c:pt>
                <c:pt idx="1660">
                  <c:v>1.847109794616699</c:v>
                </c:pt>
                <c:pt idx="1661">
                  <c:v>1.847138643264771</c:v>
                </c:pt>
                <c:pt idx="1662">
                  <c:v>1.847138643264771</c:v>
                </c:pt>
                <c:pt idx="1663">
                  <c:v>1.847229957580566</c:v>
                </c:pt>
                <c:pt idx="1664">
                  <c:v>1.847229957580566</c:v>
                </c:pt>
                <c:pt idx="1665">
                  <c:v>1.847271680831909</c:v>
                </c:pt>
                <c:pt idx="1666">
                  <c:v>1.847271680831909</c:v>
                </c:pt>
                <c:pt idx="1667">
                  <c:v>1.847282886505127</c:v>
                </c:pt>
                <c:pt idx="1668">
                  <c:v>1.847282886505127</c:v>
                </c:pt>
                <c:pt idx="1669">
                  <c:v>1.847330808639526</c:v>
                </c:pt>
                <c:pt idx="1670">
                  <c:v>1.847330808639526</c:v>
                </c:pt>
                <c:pt idx="1671">
                  <c:v>1.84733247756958</c:v>
                </c:pt>
                <c:pt idx="1672">
                  <c:v>1.84733247756958</c:v>
                </c:pt>
                <c:pt idx="1673">
                  <c:v>1.847367286682129</c:v>
                </c:pt>
                <c:pt idx="1674">
                  <c:v>1.847367286682129</c:v>
                </c:pt>
                <c:pt idx="1675">
                  <c:v>1.847375869750977</c:v>
                </c:pt>
                <c:pt idx="1676">
                  <c:v>1.847375869750977</c:v>
                </c:pt>
                <c:pt idx="1677">
                  <c:v>1.847413539886475</c:v>
                </c:pt>
                <c:pt idx="1678">
                  <c:v>1.847413539886475</c:v>
                </c:pt>
                <c:pt idx="1679">
                  <c:v>1.847445249557495</c:v>
                </c:pt>
                <c:pt idx="1680">
                  <c:v>1.847445249557495</c:v>
                </c:pt>
                <c:pt idx="1681">
                  <c:v>1.847474575042725</c:v>
                </c:pt>
                <c:pt idx="1682">
                  <c:v>1.847474575042725</c:v>
                </c:pt>
                <c:pt idx="1683">
                  <c:v>1.847555160522461</c:v>
                </c:pt>
                <c:pt idx="1684">
                  <c:v>1.847555160522461</c:v>
                </c:pt>
                <c:pt idx="1685">
                  <c:v>1.847617864608765</c:v>
                </c:pt>
                <c:pt idx="1686">
                  <c:v>1.847617864608765</c:v>
                </c:pt>
                <c:pt idx="1687">
                  <c:v>1.847666501998901</c:v>
                </c:pt>
                <c:pt idx="1688">
                  <c:v>1.847666501998901</c:v>
                </c:pt>
                <c:pt idx="1689">
                  <c:v>1.847672700881958</c:v>
                </c:pt>
                <c:pt idx="1690">
                  <c:v>1.847672700881958</c:v>
                </c:pt>
                <c:pt idx="1691">
                  <c:v>1.84768533706665</c:v>
                </c:pt>
                <c:pt idx="1692">
                  <c:v>1.84768533706665</c:v>
                </c:pt>
                <c:pt idx="1693">
                  <c:v>1.847702741622925</c:v>
                </c:pt>
                <c:pt idx="1694">
                  <c:v>1.847702741622925</c:v>
                </c:pt>
                <c:pt idx="1695">
                  <c:v>1.847711324691772</c:v>
                </c:pt>
                <c:pt idx="1696">
                  <c:v>1.847711324691772</c:v>
                </c:pt>
                <c:pt idx="1697">
                  <c:v>1.847736835479736</c:v>
                </c:pt>
                <c:pt idx="1698">
                  <c:v>1.847736835479736</c:v>
                </c:pt>
                <c:pt idx="1699">
                  <c:v>1.84785795211792</c:v>
                </c:pt>
                <c:pt idx="1700">
                  <c:v>1.84785795211792</c:v>
                </c:pt>
                <c:pt idx="1701">
                  <c:v>1.847870349884033</c:v>
                </c:pt>
                <c:pt idx="1702">
                  <c:v>1.847870349884033</c:v>
                </c:pt>
                <c:pt idx="1703">
                  <c:v>1.847915649414062</c:v>
                </c:pt>
                <c:pt idx="1704">
                  <c:v>1.847915649414062</c:v>
                </c:pt>
                <c:pt idx="1705">
                  <c:v>1.847931385040283</c:v>
                </c:pt>
                <c:pt idx="1706">
                  <c:v>1.847931385040283</c:v>
                </c:pt>
                <c:pt idx="1707">
                  <c:v>1.847936391830444</c:v>
                </c:pt>
                <c:pt idx="1708">
                  <c:v>1.847936391830444</c:v>
                </c:pt>
                <c:pt idx="1709">
                  <c:v>1.848021268844604</c:v>
                </c:pt>
                <c:pt idx="1710">
                  <c:v>1.848021268844604</c:v>
                </c:pt>
                <c:pt idx="1711">
                  <c:v>1.848050594329834</c:v>
                </c:pt>
                <c:pt idx="1712">
                  <c:v>1.848050594329834</c:v>
                </c:pt>
                <c:pt idx="1713">
                  <c:v>1.848137140274048</c:v>
                </c:pt>
                <c:pt idx="1714">
                  <c:v>1.848137140274048</c:v>
                </c:pt>
                <c:pt idx="1715">
                  <c:v>1.848203420639038</c:v>
                </c:pt>
                <c:pt idx="1716">
                  <c:v>1.848203420639038</c:v>
                </c:pt>
                <c:pt idx="1717">
                  <c:v>1.848220825195312</c:v>
                </c:pt>
                <c:pt idx="1718">
                  <c:v>1.848220825195312</c:v>
                </c:pt>
                <c:pt idx="1719">
                  <c:v>1.848243236541748</c:v>
                </c:pt>
                <c:pt idx="1720">
                  <c:v>1.848243236541748</c:v>
                </c:pt>
                <c:pt idx="1721">
                  <c:v>1.848258495330811</c:v>
                </c:pt>
                <c:pt idx="1722">
                  <c:v>1.848258495330811</c:v>
                </c:pt>
                <c:pt idx="1723">
                  <c:v>1.848275423049927</c:v>
                </c:pt>
                <c:pt idx="1724">
                  <c:v>1.848275423049927</c:v>
                </c:pt>
                <c:pt idx="1725">
                  <c:v>1.848276376724243</c:v>
                </c:pt>
                <c:pt idx="1726">
                  <c:v>1.848276376724243</c:v>
                </c:pt>
                <c:pt idx="1727">
                  <c:v>1.848292350769043</c:v>
                </c:pt>
                <c:pt idx="1728">
                  <c:v>1.848292350769043</c:v>
                </c:pt>
                <c:pt idx="1729">
                  <c:v>1.848345518112183</c:v>
                </c:pt>
                <c:pt idx="1730">
                  <c:v>1.848345518112183</c:v>
                </c:pt>
                <c:pt idx="1731">
                  <c:v>1.848429441452026</c:v>
                </c:pt>
                <c:pt idx="1732">
                  <c:v>1.848429441452026</c:v>
                </c:pt>
                <c:pt idx="1733">
                  <c:v>1.848515033721924</c:v>
                </c:pt>
                <c:pt idx="1734">
                  <c:v>1.848515033721924</c:v>
                </c:pt>
                <c:pt idx="1735">
                  <c:v>1.848523855209351</c:v>
                </c:pt>
                <c:pt idx="1736">
                  <c:v>1.848523855209351</c:v>
                </c:pt>
                <c:pt idx="1737">
                  <c:v>1.848528861999512</c:v>
                </c:pt>
                <c:pt idx="1738">
                  <c:v>1.848528861999512</c:v>
                </c:pt>
                <c:pt idx="1739">
                  <c:v>1.848554611206055</c:v>
                </c:pt>
                <c:pt idx="1740">
                  <c:v>1.848554611206055</c:v>
                </c:pt>
                <c:pt idx="1741">
                  <c:v>1.848583459854126</c:v>
                </c:pt>
                <c:pt idx="1742">
                  <c:v>1.848583459854126</c:v>
                </c:pt>
                <c:pt idx="1743">
                  <c:v>1.848610877990723</c:v>
                </c:pt>
                <c:pt idx="1744">
                  <c:v>1.848610877990723</c:v>
                </c:pt>
                <c:pt idx="1745">
                  <c:v>1.848637580871582</c:v>
                </c:pt>
                <c:pt idx="1746">
                  <c:v>1.848637580871582</c:v>
                </c:pt>
                <c:pt idx="1747">
                  <c:v>1.848653078079224</c:v>
                </c:pt>
                <c:pt idx="1748">
                  <c:v>1.848653078079224</c:v>
                </c:pt>
                <c:pt idx="1749">
                  <c:v>1.848673820495605</c:v>
                </c:pt>
                <c:pt idx="1750">
                  <c:v>1.848673820495605</c:v>
                </c:pt>
                <c:pt idx="1751">
                  <c:v>1.848731994628906</c:v>
                </c:pt>
                <c:pt idx="1752">
                  <c:v>1.848731994628906</c:v>
                </c:pt>
                <c:pt idx="1753">
                  <c:v>1.848781108856201</c:v>
                </c:pt>
                <c:pt idx="1754">
                  <c:v>1.848781108856201</c:v>
                </c:pt>
                <c:pt idx="1755">
                  <c:v>1.848787307739258</c:v>
                </c:pt>
                <c:pt idx="1756">
                  <c:v>1.848787307739258</c:v>
                </c:pt>
                <c:pt idx="1757">
                  <c:v>1.848817348480225</c:v>
                </c:pt>
                <c:pt idx="1758">
                  <c:v>1.848817348480225</c:v>
                </c:pt>
                <c:pt idx="1759">
                  <c:v>1.848860740661621</c:v>
                </c:pt>
                <c:pt idx="1760">
                  <c:v>1.848860740661621</c:v>
                </c:pt>
                <c:pt idx="1761">
                  <c:v>1.848866701126099</c:v>
                </c:pt>
                <c:pt idx="1762">
                  <c:v>1.848866701126099</c:v>
                </c:pt>
                <c:pt idx="1763">
                  <c:v>1.848958730697632</c:v>
                </c:pt>
                <c:pt idx="1764">
                  <c:v>1.848958730697632</c:v>
                </c:pt>
                <c:pt idx="1765">
                  <c:v>1.848969697952271</c:v>
                </c:pt>
                <c:pt idx="1766">
                  <c:v>1.848969697952271</c:v>
                </c:pt>
                <c:pt idx="1767">
                  <c:v>1.849018335342407</c:v>
                </c:pt>
                <c:pt idx="1768">
                  <c:v>1.849018335342407</c:v>
                </c:pt>
                <c:pt idx="1769">
                  <c:v>1.849031686782837</c:v>
                </c:pt>
                <c:pt idx="1770">
                  <c:v>1.849031686782837</c:v>
                </c:pt>
                <c:pt idx="1771">
                  <c:v>1.849160194396973</c:v>
                </c:pt>
                <c:pt idx="1772">
                  <c:v>1.849160194396973</c:v>
                </c:pt>
                <c:pt idx="1773">
                  <c:v>1.849164962768555</c:v>
                </c:pt>
                <c:pt idx="1774">
                  <c:v>1.849164962768555</c:v>
                </c:pt>
                <c:pt idx="1775">
                  <c:v>1.849211931228638</c:v>
                </c:pt>
                <c:pt idx="1776">
                  <c:v>1.849211931228638</c:v>
                </c:pt>
                <c:pt idx="1777">
                  <c:v>1.849215984344482</c:v>
                </c:pt>
                <c:pt idx="1778">
                  <c:v>1.849215984344482</c:v>
                </c:pt>
                <c:pt idx="1779">
                  <c:v>1.849241971969604</c:v>
                </c:pt>
                <c:pt idx="1780">
                  <c:v>1.849241971969604</c:v>
                </c:pt>
                <c:pt idx="1781">
                  <c:v>1.849408388137817</c:v>
                </c:pt>
                <c:pt idx="1782">
                  <c:v>1.849408388137817</c:v>
                </c:pt>
                <c:pt idx="1783">
                  <c:v>1.849413633346558</c:v>
                </c:pt>
                <c:pt idx="1784">
                  <c:v>1.849413633346558</c:v>
                </c:pt>
                <c:pt idx="1785">
                  <c:v>1.849426507949829</c:v>
                </c:pt>
                <c:pt idx="1786">
                  <c:v>1.849426507949829</c:v>
                </c:pt>
                <c:pt idx="1787">
                  <c:v>1.849474191665649</c:v>
                </c:pt>
                <c:pt idx="1788">
                  <c:v>1.849474191665649</c:v>
                </c:pt>
                <c:pt idx="1789">
                  <c:v>1.84954833984375</c:v>
                </c:pt>
                <c:pt idx="1790">
                  <c:v>1.84954833984375</c:v>
                </c:pt>
                <c:pt idx="1791">
                  <c:v>1.849589347839355</c:v>
                </c:pt>
                <c:pt idx="1792">
                  <c:v>1.849589347839355</c:v>
                </c:pt>
                <c:pt idx="1793">
                  <c:v>1.849669933319092</c:v>
                </c:pt>
                <c:pt idx="1794">
                  <c:v>1.849669933319092</c:v>
                </c:pt>
                <c:pt idx="1795">
                  <c:v>1.849703311920166</c:v>
                </c:pt>
                <c:pt idx="1796">
                  <c:v>1.849703311920166</c:v>
                </c:pt>
                <c:pt idx="1797">
                  <c:v>1.849713087081909</c:v>
                </c:pt>
                <c:pt idx="1798">
                  <c:v>1.849713087081909</c:v>
                </c:pt>
                <c:pt idx="1799">
                  <c:v>1.849725723266602</c:v>
                </c:pt>
                <c:pt idx="1800">
                  <c:v>1.849725723266602</c:v>
                </c:pt>
                <c:pt idx="1801">
                  <c:v>1.849821090698242</c:v>
                </c:pt>
                <c:pt idx="1802">
                  <c:v>1.849821090698242</c:v>
                </c:pt>
                <c:pt idx="1803">
                  <c:v>1.849950313568115</c:v>
                </c:pt>
                <c:pt idx="1804">
                  <c:v>1.849950313568115</c:v>
                </c:pt>
                <c:pt idx="1805">
                  <c:v>1.85014009475708</c:v>
                </c:pt>
                <c:pt idx="1806">
                  <c:v>1.85014009475708</c:v>
                </c:pt>
                <c:pt idx="1807">
                  <c:v>1.85025691986084</c:v>
                </c:pt>
                <c:pt idx="1808">
                  <c:v>1.85025691986084</c:v>
                </c:pt>
                <c:pt idx="1809">
                  <c:v>1.850259304046631</c:v>
                </c:pt>
                <c:pt idx="1810">
                  <c:v>1.850259304046631</c:v>
                </c:pt>
                <c:pt idx="1811">
                  <c:v>1.850270986557007</c:v>
                </c:pt>
                <c:pt idx="1812">
                  <c:v>1.850270986557007</c:v>
                </c:pt>
                <c:pt idx="1813">
                  <c:v>1.850286722183228</c:v>
                </c:pt>
                <c:pt idx="1814">
                  <c:v>1.850286722183228</c:v>
                </c:pt>
                <c:pt idx="1815">
                  <c:v>1.850320100784302</c:v>
                </c:pt>
                <c:pt idx="1816">
                  <c:v>1.850320100784302</c:v>
                </c:pt>
                <c:pt idx="1817">
                  <c:v>1.850403547286987</c:v>
                </c:pt>
                <c:pt idx="1818">
                  <c:v>1.850403547286987</c:v>
                </c:pt>
                <c:pt idx="1819">
                  <c:v>1.850415468215942</c:v>
                </c:pt>
                <c:pt idx="1820">
                  <c:v>1.850415468215942</c:v>
                </c:pt>
                <c:pt idx="1821">
                  <c:v>1.850436449050903</c:v>
                </c:pt>
                <c:pt idx="1822">
                  <c:v>1.850436449050903</c:v>
                </c:pt>
                <c:pt idx="1823">
                  <c:v>1.850455284118652</c:v>
                </c:pt>
                <c:pt idx="1824">
                  <c:v>1.850455284118652</c:v>
                </c:pt>
                <c:pt idx="1825">
                  <c:v>1.850465536117554</c:v>
                </c:pt>
                <c:pt idx="1826">
                  <c:v>1.850465536117554</c:v>
                </c:pt>
                <c:pt idx="1827">
                  <c:v>1.850520372390747</c:v>
                </c:pt>
                <c:pt idx="1828">
                  <c:v>1.850520372390747</c:v>
                </c:pt>
                <c:pt idx="1829">
                  <c:v>1.850539684295654</c:v>
                </c:pt>
                <c:pt idx="1830">
                  <c:v>1.850539684295654</c:v>
                </c:pt>
                <c:pt idx="1831">
                  <c:v>1.850543260574341</c:v>
                </c:pt>
                <c:pt idx="1832">
                  <c:v>1.850543260574341</c:v>
                </c:pt>
                <c:pt idx="1833">
                  <c:v>1.850556612014771</c:v>
                </c:pt>
                <c:pt idx="1834">
                  <c:v>1.850556612014771</c:v>
                </c:pt>
                <c:pt idx="1835">
                  <c:v>1.850574016571045</c:v>
                </c:pt>
                <c:pt idx="1836">
                  <c:v>1.850574016571045</c:v>
                </c:pt>
                <c:pt idx="1837">
                  <c:v>1.850671052932739</c:v>
                </c:pt>
                <c:pt idx="1838">
                  <c:v>1.850671052932739</c:v>
                </c:pt>
                <c:pt idx="1839">
                  <c:v>1.850732803344727</c:v>
                </c:pt>
                <c:pt idx="1840">
                  <c:v>1.850732803344727</c:v>
                </c:pt>
                <c:pt idx="1841">
                  <c:v>1.850948095321655</c:v>
                </c:pt>
                <c:pt idx="1842">
                  <c:v>1.850948095321655</c:v>
                </c:pt>
                <c:pt idx="1843">
                  <c:v>1.850961923599243</c:v>
                </c:pt>
                <c:pt idx="1844">
                  <c:v>1.850961923599243</c:v>
                </c:pt>
                <c:pt idx="1845">
                  <c:v>1.850974559783936</c:v>
                </c:pt>
                <c:pt idx="1846">
                  <c:v>1.850974559783936</c:v>
                </c:pt>
                <c:pt idx="1847">
                  <c:v>1.851003408432007</c:v>
                </c:pt>
                <c:pt idx="1848">
                  <c:v>1.851003408432007</c:v>
                </c:pt>
                <c:pt idx="1849">
                  <c:v>1.851007699966431</c:v>
                </c:pt>
                <c:pt idx="1850">
                  <c:v>1.851007699966431</c:v>
                </c:pt>
                <c:pt idx="1851">
                  <c:v>1.851018667221069</c:v>
                </c:pt>
                <c:pt idx="1852">
                  <c:v>1.851018667221069</c:v>
                </c:pt>
                <c:pt idx="1853">
                  <c:v>1.851081609725952</c:v>
                </c:pt>
                <c:pt idx="1854">
                  <c:v>1.851081609725952</c:v>
                </c:pt>
                <c:pt idx="1855">
                  <c:v>1.851160049438477</c:v>
                </c:pt>
                <c:pt idx="1856">
                  <c:v>1.851160049438477</c:v>
                </c:pt>
                <c:pt idx="1857">
                  <c:v>1.85120153427124</c:v>
                </c:pt>
                <c:pt idx="1858">
                  <c:v>1.85120153427124</c:v>
                </c:pt>
                <c:pt idx="1859">
                  <c:v>1.851220607757568</c:v>
                </c:pt>
                <c:pt idx="1860">
                  <c:v>1.851220607757568</c:v>
                </c:pt>
                <c:pt idx="1861">
                  <c:v>1.851335763931274</c:v>
                </c:pt>
                <c:pt idx="1862">
                  <c:v>1.851335763931274</c:v>
                </c:pt>
                <c:pt idx="1863">
                  <c:v>1.851348400115967</c:v>
                </c:pt>
                <c:pt idx="1864">
                  <c:v>1.851348400115967</c:v>
                </c:pt>
                <c:pt idx="1865">
                  <c:v>1.851409912109375</c:v>
                </c:pt>
                <c:pt idx="1866">
                  <c:v>1.851409912109375</c:v>
                </c:pt>
                <c:pt idx="1867">
                  <c:v>1.851458311080933</c:v>
                </c:pt>
                <c:pt idx="1868">
                  <c:v>1.851458311080933</c:v>
                </c:pt>
                <c:pt idx="1869">
                  <c:v>1.851489305496216</c:v>
                </c:pt>
                <c:pt idx="1870">
                  <c:v>1.851489305496216</c:v>
                </c:pt>
                <c:pt idx="1871">
                  <c:v>1.851599216461182</c:v>
                </c:pt>
                <c:pt idx="1872">
                  <c:v>1.851599216461182</c:v>
                </c:pt>
                <c:pt idx="1873">
                  <c:v>1.851638078689575</c:v>
                </c:pt>
                <c:pt idx="1874">
                  <c:v>1.851638078689575</c:v>
                </c:pt>
                <c:pt idx="1875">
                  <c:v>1.851647138595581</c:v>
                </c:pt>
                <c:pt idx="1876">
                  <c:v>1.851647138595581</c:v>
                </c:pt>
                <c:pt idx="1877">
                  <c:v>1.851702928543091</c:v>
                </c:pt>
                <c:pt idx="1878">
                  <c:v>1.851702928543091</c:v>
                </c:pt>
                <c:pt idx="1879">
                  <c:v>1.851715803146362</c:v>
                </c:pt>
                <c:pt idx="1880">
                  <c:v>1.851715803146362</c:v>
                </c:pt>
                <c:pt idx="1881">
                  <c:v>1.851734399795532</c:v>
                </c:pt>
                <c:pt idx="1882">
                  <c:v>1.851734399795532</c:v>
                </c:pt>
                <c:pt idx="1883">
                  <c:v>1.851753234863281</c:v>
                </c:pt>
                <c:pt idx="1884">
                  <c:v>1.851753234863281</c:v>
                </c:pt>
                <c:pt idx="1885">
                  <c:v>1.851764678955078</c:v>
                </c:pt>
                <c:pt idx="1886">
                  <c:v>1.851764678955078</c:v>
                </c:pt>
                <c:pt idx="1887">
                  <c:v>1.851818084716797</c:v>
                </c:pt>
                <c:pt idx="1888">
                  <c:v>1.851818084716797</c:v>
                </c:pt>
                <c:pt idx="1889">
                  <c:v>1.851889371871948</c:v>
                </c:pt>
                <c:pt idx="1890">
                  <c:v>1.851889371871948</c:v>
                </c:pt>
                <c:pt idx="1891">
                  <c:v>1.851896524429321</c:v>
                </c:pt>
                <c:pt idx="1892">
                  <c:v>1.851896524429321</c:v>
                </c:pt>
                <c:pt idx="1893">
                  <c:v>1.851909160614014</c:v>
                </c:pt>
                <c:pt idx="1894">
                  <c:v>1.851909160614014</c:v>
                </c:pt>
                <c:pt idx="1895">
                  <c:v>1.851912498474121</c:v>
                </c:pt>
                <c:pt idx="1896">
                  <c:v>1.851912498474121</c:v>
                </c:pt>
                <c:pt idx="1897">
                  <c:v>1.85203742980957</c:v>
                </c:pt>
                <c:pt idx="1898">
                  <c:v>1.85203742980957</c:v>
                </c:pt>
                <c:pt idx="1899">
                  <c:v>1.85210919380188</c:v>
                </c:pt>
                <c:pt idx="1900">
                  <c:v>1.85210919380188</c:v>
                </c:pt>
                <c:pt idx="1901">
                  <c:v>1.852184772491455</c:v>
                </c:pt>
                <c:pt idx="1902">
                  <c:v>1.852184772491455</c:v>
                </c:pt>
                <c:pt idx="1903">
                  <c:v>1.852326631546021</c:v>
                </c:pt>
                <c:pt idx="1904">
                  <c:v>1.852326631546021</c:v>
                </c:pt>
                <c:pt idx="1905">
                  <c:v>1.852328300476074</c:v>
                </c:pt>
                <c:pt idx="1906">
                  <c:v>1.852328300476074</c:v>
                </c:pt>
                <c:pt idx="1907">
                  <c:v>1.852331399917603</c:v>
                </c:pt>
                <c:pt idx="1908">
                  <c:v>1.852331399917603</c:v>
                </c:pt>
                <c:pt idx="1909">
                  <c:v>1.852420330047607</c:v>
                </c:pt>
                <c:pt idx="1910">
                  <c:v>1.852420330047607</c:v>
                </c:pt>
                <c:pt idx="1911">
                  <c:v>1.8524489402771</c:v>
                </c:pt>
                <c:pt idx="1912">
                  <c:v>1.8524489402771</c:v>
                </c:pt>
                <c:pt idx="1913">
                  <c:v>1.852523803710938</c:v>
                </c:pt>
                <c:pt idx="1914">
                  <c:v>1.852523803710938</c:v>
                </c:pt>
                <c:pt idx="1915">
                  <c:v>1.852587223052979</c:v>
                </c:pt>
                <c:pt idx="1916">
                  <c:v>1.852587223052979</c:v>
                </c:pt>
                <c:pt idx="1917">
                  <c:v>1.852623462677002</c:v>
                </c:pt>
                <c:pt idx="1918">
                  <c:v>1.852623462677002</c:v>
                </c:pt>
                <c:pt idx="1919">
                  <c:v>1.852631330490112</c:v>
                </c:pt>
                <c:pt idx="1920">
                  <c:v>1.852631330490112</c:v>
                </c:pt>
                <c:pt idx="1921">
                  <c:v>1.852670907974243</c:v>
                </c:pt>
                <c:pt idx="1922">
                  <c:v>1.852670907974243</c:v>
                </c:pt>
                <c:pt idx="1923">
                  <c:v>1.852687835693359</c:v>
                </c:pt>
                <c:pt idx="1924">
                  <c:v>1.852687835693359</c:v>
                </c:pt>
                <c:pt idx="1925">
                  <c:v>1.852703809738159</c:v>
                </c:pt>
                <c:pt idx="1926">
                  <c:v>1.852703809738159</c:v>
                </c:pt>
                <c:pt idx="1927">
                  <c:v>1.852797746658325</c:v>
                </c:pt>
                <c:pt idx="1928">
                  <c:v>1.852797746658325</c:v>
                </c:pt>
                <c:pt idx="1929">
                  <c:v>1.852804899215698</c:v>
                </c:pt>
                <c:pt idx="1930">
                  <c:v>1.852804899215698</c:v>
                </c:pt>
                <c:pt idx="1931">
                  <c:v>1.852914810180664</c:v>
                </c:pt>
                <c:pt idx="1932">
                  <c:v>1.852914810180664</c:v>
                </c:pt>
                <c:pt idx="1933">
                  <c:v>1.852967977523804</c:v>
                </c:pt>
                <c:pt idx="1934">
                  <c:v>1.852967977523804</c:v>
                </c:pt>
                <c:pt idx="1935">
                  <c:v>1.853191375732422</c:v>
                </c:pt>
                <c:pt idx="1936">
                  <c:v>1.853191375732422</c:v>
                </c:pt>
                <c:pt idx="1937">
                  <c:v>1.853256702423096</c:v>
                </c:pt>
                <c:pt idx="1938">
                  <c:v>1.853256702423096</c:v>
                </c:pt>
                <c:pt idx="1939">
                  <c:v>1.85328221321106</c:v>
                </c:pt>
                <c:pt idx="1940">
                  <c:v>1.85328221321106</c:v>
                </c:pt>
                <c:pt idx="1941">
                  <c:v>1.853294372558594</c:v>
                </c:pt>
                <c:pt idx="1942">
                  <c:v>1.853294372558594</c:v>
                </c:pt>
                <c:pt idx="1943">
                  <c:v>1.85332179069519</c:v>
                </c:pt>
                <c:pt idx="1944">
                  <c:v>1.85332179069519</c:v>
                </c:pt>
                <c:pt idx="1945">
                  <c:v>1.853403806686401</c:v>
                </c:pt>
                <c:pt idx="1946">
                  <c:v>1.853403806686401</c:v>
                </c:pt>
                <c:pt idx="1947">
                  <c:v>1.853423357009888</c:v>
                </c:pt>
                <c:pt idx="1948">
                  <c:v>1.853423357009888</c:v>
                </c:pt>
                <c:pt idx="1949">
                  <c:v>1.853735685348511</c:v>
                </c:pt>
                <c:pt idx="1950">
                  <c:v>1.853735685348511</c:v>
                </c:pt>
                <c:pt idx="1951">
                  <c:v>1.853854656219482</c:v>
                </c:pt>
                <c:pt idx="1952">
                  <c:v>1.853854656219482</c:v>
                </c:pt>
                <c:pt idx="1953">
                  <c:v>1.853893041610718</c:v>
                </c:pt>
                <c:pt idx="1954">
                  <c:v>1.853893041610718</c:v>
                </c:pt>
                <c:pt idx="1955">
                  <c:v>1.853904724121094</c:v>
                </c:pt>
                <c:pt idx="1956">
                  <c:v>1.853904724121094</c:v>
                </c:pt>
                <c:pt idx="1957">
                  <c:v>1.854030609130859</c:v>
                </c:pt>
                <c:pt idx="1958">
                  <c:v>1.854030609130859</c:v>
                </c:pt>
                <c:pt idx="1959">
                  <c:v>1.854189395904541</c:v>
                </c:pt>
                <c:pt idx="1960">
                  <c:v>1.854189395904541</c:v>
                </c:pt>
                <c:pt idx="1961">
                  <c:v>1.854202270507812</c:v>
                </c:pt>
                <c:pt idx="1962">
                  <c:v>1.854202270507812</c:v>
                </c:pt>
                <c:pt idx="1963">
                  <c:v>1.854209423065186</c:v>
                </c:pt>
                <c:pt idx="1964">
                  <c:v>1.854209423065186</c:v>
                </c:pt>
                <c:pt idx="1965">
                  <c:v>1.854212284088135</c:v>
                </c:pt>
                <c:pt idx="1966">
                  <c:v>1.854212284088135</c:v>
                </c:pt>
                <c:pt idx="1967">
                  <c:v>1.854389667510986</c:v>
                </c:pt>
                <c:pt idx="1968">
                  <c:v>1.854389667510986</c:v>
                </c:pt>
                <c:pt idx="1969">
                  <c:v>1.854462623596191</c:v>
                </c:pt>
                <c:pt idx="1970">
                  <c:v>1.854462623596191</c:v>
                </c:pt>
                <c:pt idx="1971">
                  <c:v>1.854539155960083</c:v>
                </c:pt>
                <c:pt idx="1972">
                  <c:v>1.854539155960083</c:v>
                </c:pt>
                <c:pt idx="1973">
                  <c:v>1.854647636413574</c:v>
                </c:pt>
                <c:pt idx="1974">
                  <c:v>1.854647636413574</c:v>
                </c:pt>
                <c:pt idx="1975">
                  <c:v>1.854679346084595</c:v>
                </c:pt>
                <c:pt idx="1976">
                  <c:v>1.854679346084595</c:v>
                </c:pt>
                <c:pt idx="1977">
                  <c:v>1.854698657989502</c:v>
                </c:pt>
                <c:pt idx="1978">
                  <c:v>1.854698657989502</c:v>
                </c:pt>
                <c:pt idx="1979">
                  <c:v>1.854766845703125</c:v>
                </c:pt>
                <c:pt idx="1980">
                  <c:v>1.854766845703125</c:v>
                </c:pt>
                <c:pt idx="1981">
                  <c:v>1.854952335357666</c:v>
                </c:pt>
                <c:pt idx="1982">
                  <c:v>1.854952335357666</c:v>
                </c:pt>
                <c:pt idx="1983">
                  <c:v>1.854991674423218</c:v>
                </c:pt>
                <c:pt idx="1984">
                  <c:v>1.854991674423218</c:v>
                </c:pt>
                <c:pt idx="1985">
                  <c:v>1.855021238327026</c:v>
                </c:pt>
                <c:pt idx="1986">
                  <c:v>1.855021238327026</c:v>
                </c:pt>
                <c:pt idx="1987">
                  <c:v>1.855164289474487</c:v>
                </c:pt>
                <c:pt idx="1988">
                  <c:v>1.855164289474487</c:v>
                </c:pt>
                <c:pt idx="1989">
                  <c:v>1.855170249938965</c:v>
                </c:pt>
                <c:pt idx="1990">
                  <c:v>1.855170249938965</c:v>
                </c:pt>
                <c:pt idx="1991">
                  <c:v>1.855171680450439</c:v>
                </c:pt>
                <c:pt idx="1992">
                  <c:v>1.855171680450439</c:v>
                </c:pt>
                <c:pt idx="1993">
                  <c:v>1.855192184448242</c:v>
                </c:pt>
                <c:pt idx="1994">
                  <c:v>1.855192184448242</c:v>
                </c:pt>
                <c:pt idx="1995">
                  <c:v>1.855279207229614</c:v>
                </c:pt>
                <c:pt idx="1996">
                  <c:v>1.855279207229614</c:v>
                </c:pt>
                <c:pt idx="1997">
                  <c:v>1.855316162109375</c:v>
                </c:pt>
                <c:pt idx="1998">
                  <c:v>1.855316162109375</c:v>
                </c:pt>
                <c:pt idx="1999">
                  <c:v>1.855497121810913</c:v>
                </c:pt>
                <c:pt idx="2000">
                  <c:v>1.855497121810913</c:v>
                </c:pt>
                <c:pt idx="2001">
                  <c:v>1.855528116226196</c:v>
                </c:pt>
                <c:pt idx="2002">
                  <c:v>1.855528116226196</c:v>
                </c:pt>
                <c:pt idx="2003">
                  <c:v>1.85559344291687</c:v>
                </c:pt>
                <c:pt idx="2004">
                  <c:v>1.85559344291687</c:v>
                </c:pt>
                <c:pt idx="2005">
                  <c:v>1.85571551322937</c:v>
                </c:pt>
                <c:pt idx="2006">
                  <c:v>1.85571551322937</c:v>
                </c:pt>
                <c:pt idx="2007">
                  <c:v>1.855793237686157</c:v>
                </c:pt>
                <c:pt idx="2008">
                  <c:v>1.855793237686157</c:v>
                </c:pt>
                <c:pt idx="2009">
                  <c:v>1.855833768844604</c:v>
                </c:pt>
                <c:pt idx="2010">
                  <c:v>1.855833768844604</c:v>
                </c:pt>
                <c:pt idx="2011">
                  <c:v>1.855865955352783</c:v>
                </c:pt>
                <c:pt idx="2012">
                  <c:v>1.855865955352783</c:v>
                </c:pt>
                <c:pt idx="2013">
                  <c:v>1.855921983718872</c:v>
                </c:pt>
                <c:pt idx="2014">
                  <c:v>1.855921983718872</c:v>
                </c:pt>
                <c:pt idx="2015">
                  <c:v>1.856170177459717</c:v>
                </c:pt>
                <c:pt idx="2016">
                  <c:v>1.856170177459717</c:v>
                </c:pt>
                <c:pt idx="2017">
                  <c:v>1.856175661087036</c:v>
                </c:pt>
                <c:pt idx="2018">
                  <c:v>1.856175661087036</c:v>
                </c:pt>
                <c:pt idx="2019">
                  <c:v>1.856196641921997</c:v>
                </c:pt>
                <c:pt idx="2020">
                  <c:v>1.856196641921997</c:v>
                </c:pt>
                <c:pt idx="2021">
                  <c:v>1.856393575668335</c:v>
                </c:pt>
                <c:pt idx="2022">
                  <c:v>1.856393575668335</c:v>
                </c:pt>
                <c:pt idx="2023">
                  <c:v>1.856506824493408</c:v>
                </c:pt>
                <c:pt idx="2024">
                  <c:v>1.856506824493408</c:v>
                </c:pt>
                <c:pt idx="2025">
                  <c:v>1.857093095779419</c:v>
                </c:pt>
                <c:pt idx="2026">
                  <c:v>1.857093095779419</c:v>
                </c:pt>
                <c:pt idx="2027">
                  <c:v>1.857146501541138</c:v>
                </c:pt>
                <c:pt idx="2028">
                  <c:v>1.857146501541138</c:v>
                </c:pt>
                <c:pt idx="2029">
                  <c:v>1.85723614692688</c:v>
                </c:pt>
                <c:pt idx="2030">
                  <c:v>1.85723614692688</c:v>
                </c:pt>
                <c:pt idx="2031">
                  <c:v>1.857922554016113</c:v>
                </c:pt>
                <c:pt idx="2032">
                  <c:v>1.857922554016113</c:v>
                </c:pt>
                <c:pt idx="2033">
                  <c:v>1.85835075378418</c:v>
                </c:pt>
                <c:pt idx="2034">
                  <c:v>1.85835075378418</c:v>
                </c:pt>
                <c:pt idx="2035">
                  <c:v>1.858635663986206</c:v>
                </c:pt>
                <c:pt idx="2036">
                  <c:v>1.858635663986206</c:v>
                </c:pt>
                <c:pt idx="2037">
                  <c:v>1.858731508255005</c:v>
                </c:pt>
                <c:pt idx="2038">
                  <c:v>1.858731508255005</c:v>
                </c:pt>
                <c:pt idx="2039">
                  <c:v>1.858808755874634</c:v>
                </c:pt>
                <c:pt idx="2040">
                  <c:v>1.858808755874634</c:v>
                </c:pt>
                <c:pt idx="2041">
                  <c:v>1.858972311019897</c:v>
                </c:pt>
                <c:pt idx="2042">
                  <c:v>1.858972311019897</c:v>
                </c:pt>
                <c:pt idx="2043">
                  <c:v>1.859156131744385</c:v>
                </c:pt>
                <c:pt idx="2044">
                  <c:v>1.859156131744385</c:v>
                </c:pt>
                <c:pt idx="2045">
                  <c:v>1.859179258346558</c:v>
                </c:pt>
                <c:pt idx="2046">
                  <c:v>1.859179258346558</c:v>
                </c:pt>
                <c:pt idx="2047">
                  <c:v>1.859215259552002</c:v>
                </c:pt>
                <c:pt idx="2048">
                  <c:v>1.859215259552002</c:v>
                </c:pt>
                <c:pt idx="2049">
                  <c:v>1.859547853469849</c:v>
                </c:pt>
                <c:pt idx="2050">
                  <c:v>1.859547853469849</c:v>
                </c:pt>
                <c:pt idx="2051">
                  <c:v>1.859613180160522</c:v>
                </c:pt>
                <c:pt idx="2052">
                  <c:v>1.859613180160522</c:v>
                </c:pt>
                <c:pt idx="2053">
                  <c:v>1.859812021255493</c:v>
                </c:pt>
                <c:pt idx="2054">
                  <c:v>1.859812021255493</c:v>
                </c:pt>
                <c:pt idx="2055">
                  <c:v>1.859884977340698</c:v>
                </c:pt>
                <c:pt idx="2056">
                  <c:v>1.859884977340698</c:v>
                </c:pt>
                <c:pt idx="2057">
                  <c:v>1.859885215759277</c:v>
                </c:pt>
                <c:pt idx="2058">
                  <c:v>1.859885215759277</c:v>
                </c:pt>
                <c:pt idx="2059">
                  <c:v>1.859927177429199</c:v>
                </c:pt>
                <c:pt idx="2060">
                  <c:v>1.859927177429199</c:v>
                </c:pt>
                <c:pt idx="2061">
                  <c:v>1.860074996948242</c:v>
                </c:pt>
                <c:pt idx="2062">
                  <c:v>1.860074996948242</c:v>
                </c:pt>
                <c:pt idx="2063">
                  <c:v>1.860149621963501</c:v>
                </c:pt>
                <c:pt idx="2064">
                  <c:v>1.860149621963501</c:v>
                </c:pt>
                <c:pt idx="2065">
                  <c:v>1.860443830490112</c:v>
                </c:pt>
                <c:pt idx="2066">
                  <c:v>1.860443830490112</c:v>
                </c:pt>
                <c:pt idx="2067">
                  <c:v>1.860560178756714</c:v>
                </c:pt>
                <c:pt idx="2068">
                  <c:v>1.860560178756714</c:v>
                </c:pt>
                <c:pt idx="2069">
                  <c:v>1.860813140869141</c:v>
                </c:pt>
                <c:pt idx="2070">
                  <c:v>1.860813140869141</c:v>
                </c:pt>
                <c:pt idx="2071">
                  <c:v>1.860994100570679</c:v>
                </c:pt>
                <c:pt idx="2072">
                  <c:v>1.860994100570679</c:v>
                </c:pt>
                <c:pt idx="2073">
                  <c:v>1.861005067825317</c:v>
                </c:pt>
                <c:pt idx="2074">
                  <c:v>1.861005067825317</c:v>
                </c:pt>
                <c:pt idx="2075">
                  <c:v>1.861304044723511</c:v>
                </c:pt>
                <c:pt idx="2076">
                  <c:v>1.861304044723511</c:v>
                </c:pt>
                <c:pt idx="2077">
                  <c:v>1.861355543136597</c:v>
                </c:pt>
                <c:pt idx="2078">
                  <c:v>1.861355543136597</c:v>
                </c:pt>
                <c:pt idx="2079">
                  <c:v>1.861469507217407</c:v>
                </c:pt>
                <c:pt idx="2080">
                  <c:v>1.861469507217407</c:v>
                </c:pt>
                <c:pt idx="2081">
                  <c:v>1.861534595489502</c:v>
                </c:pt>
                <c:pt idx="2082">
                  <c:v>1.861534595489502</c:v>
                </c:pt>
                <c:pt idx="2083">
                  <c:v>1.861563205718994</c:v>
                </c:pt>
                <c:pt idx="2084">
                  <c:v>1.861563205718994</c:v>
                </c:pt>
                <c:pt idx="2085">
                  <c:v>1.861608743667603</c:v>
                </c:pt>
                <c:pt idx="2086">
                  <c:v>1.861608743667603</c:v>
                </c:pt>
                <c:pt idx="2087">
                  <c:v>1.862165689468384</c:v>
                </c:pt>
                <c:pt idx="2088">
                  <c:v>1.862165689468384</c:v>
                </c:pt>
                <c:pt idx="2089">
                  <c:v>1.862290143966675</c:v>
                </c:pt>
                <c:pt idx="2090">
                  <c:v>1.862290143966675</c:v>
                </c:pt>
                <c:pt idx="2091">
                  <c:v>1.862368106842041</c:v>
                </c:pt>
                <c:pt idx="2092">
                  <c:v>1.862368106842041</c:v>
                </c:pt>
                <c:pt idx="2093">
                  <c:v>1.862716436386108</c:v>
                </c:pt>
                <c:pt idx="2094">
                  <c:v>1.862716436386108</c:v>
                </c:pt>
                <c:pt idx="2095">
                  <c:v>1.862972021102905</c:v>
                </c:pt>
                <c:pt idx="2096">
                  <c:v>1.862972021102905</c:v>
                </c:pt>
                <c:pt idx="2097">
                  <c:v>1.864107847213745</c:v>
                </c:pt>
                <c:pt idx="2098">
                  <c:v>1.864107847213745</c:v>
                </c:pt>
                <c:pt idx="2099">
                  <c:v>1.864149332046509</c:v>
                </c:pt>
                <c:pt idx="2100">
                  <c:v>1.864149332046509</c:v>
                </c:pt>
                <c:pt idx="2101">
                  <c:v>1.864522457122803</c:v>
                </c:pt>
                <c:pt idx="2102">
                  <c:v>1.864522457122803</c:v>
                </c:pt>
                <c:pt idx="2103">
                  <c:v>1.864840507507324</c:v>
                </c:pt>
                <c:pt idx="2104">
                  <c:v>1.864840507507324</c:v>
                </c:pt>
                <c:pt idx="2105">
                  <c:v>1.865538120269775</c:v>
                </c:pt>
                <c:pt idx="2106">
                  <c:v>1.865538120269775</c:v>
                </c:pt>
                <c:pt idx="2107">
                  <c:v>1.866062879562378</c:v>
                </c:pt>
                <c:pt idx="2108">
                  <c:v>1.866062879562378</c:v>
                </c:pt>
                <c:pt idx="2109">
                  <c:v>1.866429805755615</c:v>
                </c:pt>
                <c:pt idx="2110">
                  <c:v>1.866429805755615</c:v>
                </c:pt>
                <c:pt idx="2111">
                  <c:v>1.867416381835938</c:v>
                </c:pt>
                <c:pt idx="2112">
                  <c:v>1.867416381835938</c:v>
                </c:pt>
                <c:pt idx="2113">
                  <c:v>1.868835687637329</c:v>
                </c:pt>
                <c:pt idx="2114">
                  <c:v>1.868835687637329</c:v>
                </c:pt>
                <c:pt idx="2115">
                  <c:v>1.870304107666016</c:v>
                </c:pt>
                <c:pt idx="2116">
                  <c:v>1.870304107666016</c:v>
                </c:pt>
                <c:pt idx="2117">
                  <c:v>1.880210399627686</c:v>
                </c:pt>
                <c:pt idx="2118">
                  <c:v>1.880210399627686</c:v>
                </c:pt>
                <c:pt idx="2119">
                  <c:v>1.883223056793213</c:v>
                </c:pt>
                <c:pt idx="2120">
                  <c:v>1.883223056793213</c:v>
                </c:pt>
                <c:pt idx="2121">
                  <c:v>1.888030290603638</c:v>
                </c:pt>
                <c:pt idx="2122">
                  <c:v>1.888030290603638</c:v>
                </c:pt>
                <c:pt idx="2123">
                  <c:v>2</c:v>
                </c:pt>
              </c:numCache>
            </c:numRef>
          </c:xVal>
          <c:yVal>
            <c:numRef>
              <c:f>'Data'!$B$2:$B$2125</c:f>
              <c:numCache>
                <c:formatCode>0</c:formatCode>
                <c:ptCount val="2124"/>
                <c:pt idx="0">
                  <c:v>0</c:v>
                </c:pt>
                <c:pt idx="1">
                  <c:v>0</c:v>
                </c:pt>
                <c:pt idx="2">
                  <c:v>0.09398496240601503</c:v>
                </c:pt>
                <c:pt idx="3">
                  <c:v>0.09398496240601503</c:v>
                </c:pt>
                <c:pt idx="4">
                  <c:v>0.1879699248120301</c:v>
                </c:pt>
                <c:pt idx="5">
                  <c:v>0.1879699248120301</c:v>
                </c:pt>
                <c:pt idx="6">
                  <c:v>0.2819548872180451</c:v>
                </c:pt>
                <c:pt idx="7">
                  <c:v>0.2819548872180451</c:v>
                </c:pt>
                <c:pt idx="8">
                  <c:v>0.3759398496240601</c:v>
                </c:pt>
                <c:pt idx="9">
                  <c:v>0.3759398496240601</c:v>
                </c:pt>
                <c:pt idx="10">
                  <c:v>0.4699248120300752</c:v>
                </c:pt>
                <c:pt idx="11">
                  <c:v>0.4699248120300752</c:v>
                </c:pt>
                <c:pt idx="12">
                  <c:v>0.5639097744360901</c:v>
                </c:pt>
                <c:pt idx="13">
                  <c:v>0.5639097744360901</c:v>
                </c:pt>
                <c:pt idx="14">
                  <c:v>0.6578947368421052</c:v>
                </c:pt>
                <c:pt idx="15">
                  <c:v>0.6578947368421052</c:v>
                </c:pt>
                <c:pt idx="16">
                  <c:v>0.7518796992481203</c:v>
                </c:pt>
                <c:pt idx="17">
                  <c:v>0.7518796992481203</c:v>
                </c:pt>
                <c:pt idx="18">
                  <c:v>0.8458646616541353</c:v>
                </c:pt>
                <c:pt idx="19">
                  <c:v>0.8458646616541353</c:v>
                </c:pt>
                <c:pt idx="20">
                  <c:v>0.9398496240601504</c:v>
                </c:pt>
                <c:pt idx="21">
                  <c:v>0.9398496240601504</c:v>
                </c:pt>
                <c:pt idx="22">
                  <c:v>1.033834586466165</c:v>
                </c:pt>
                <c:pt idx="23">
                  <c:v>1.033834586466165</c:v>
                </c:pt>
                <c:pt idx="24">
                  <c:v>1.12781954887218</c:v>
                </c:pt>
                <c:pt idx="25">
                  <c:v>1.12781954887218</c:v>
                </c:pt>
                <c:pt idx="26">
                  <c:v>1.221804511278195</c:v>
                </c:pt>
                <c:pt idx="27">
                  <c:v>1.221804511278195</c:v>
                </c:pt>
                <c:pt idx="28">
                  <c:v>1.31578947368421</c:v>
                </c:pt>
                <c:pt idx="29">
                  <c:v>1.31578947368421</c:v>
                </c:pt>
                <c:pt idx="30">
                  <c:v>1.409774436090226</c:v>
                </c:pt>
                <c:pt idx="31">
                  <c:v>1.409774436090226</c:v>
                </c:pt>
                <c:pt idx="32">
                  <c:v>1.503759398496241</c:v>
                </c:pt>
                <c:pt idx="33">
                  <c:v>1.503759398496241</c:v>
                </c:pt>
                <c:pt idx="34">
                  <c:v>1.597744360902255</c:v>
                </c:pt>
                <c:pt idx="35">
                  <c:v>1.597744360902255</c:v>
                </c:pt>
                <c:pt idx="36">
                  <c:v>1.691729323308271</c:v>
                </c:pt>
                <c:pt idx="37">
                  <c:v>1.691729323308271</c:v>
                </c:pt>
                <c:pt idx="38">
                  <c:v>1.785714285714286</c:v>
                </c:pt>
                <c:pt idx="39">
                  <c:v>1.785714285714286</c:v>
                </c:pt>
                <c:pt idx="40">
                  <c:v>1.879699248120301</c:v>
                </c:pt>
                <c:pt idx="41">
                  <c:v>1.879699248120301</c:v>
                </c:pt>
                <c:pt idx="42">
                  <c:v>1.973684210526316</c:v>
                </c:pt>
                <c:pt idx="43">
                  <c:v>1.973684210526316</c:v>
                </c:pt>
                <c:pt idx="44">
                  <c:v>2.067669172932331</c:v>
                </c:pt>
                <c:pt idx="45">
                  <c:v>2.067669172932331</c:v>
                </c:pt>
                <c:pt idx="46">
                  <c:v>2.161654135338346</c:v>
                </c:pt>
                <c:pt idx="47">
                  <c:v>2.161654135338346</c:v>
                </c:pt>
                <c:pt idx="48">
                  <c:v>2.255639097744361</c:v>
                </c:pt>
                <c:pt idx="49">
                  <c:v>2.255639097744361</c:v>
                </c:pt>
                <c:pt idx="50">
                  <c:v>2.349624060150376</c:v>
                </c:pt>
                <c:pt idx="51">
                  <c:v>2.349624060150376</c:v>
                </c:pt>
                <c:pt idx="52">
                  <c:v>2.443609022556391</c:v>
                </c:pt>
                <c:pt idx="53">
                  <c:v>2.443609022556391</c:v>
                </c:pt>
                <c:pt idx="54">
                  <c:v>2.537593984962406</c:v>
                </c:pt>
                <c:pt idx="55">
                  <c:v>2.537593984962406</c:v>
                </c:pt>
                <c:pt idx="56">
                  <c:v>2.631578947368421</c:v>
                </c:pt>
                <c:pt idx="57">
                  <c:v>2.631578947368421</c:v>
                </c:pt>
                <c:pt idx="58">
                  <c:v>2.725563909774436</c:v>
                </c:pt>
                <c:pt idx="59">
                  <c:v>2.725563909774436</c:v>
                </c:pt>
                <c:pt idx="60">
                  <c:v>2.819548872180451</c:v>
                </c:pt>
                <c:pt idx="61">
                  <c:v>2.819548872180451</c:v>
                </c:pt>
                <c:pt idx="62">
                  <c:v>2.913533834586466</c:v>
                </c:pt>
                <c:pt idx="63">
                  <c:v>2.913533834586466</c:v>
                </c:pt>
                <c:pt idx="64">
                  <c:v>3.007518796992481</c:v>
                </c:pt>
                <c:pt idx="65">
                  <c:v>3.007518796992481</c:v>
                </c:pt>
                <c:pt idx="66">
                  <c:v>3.101503759398496</c:v>
                </c:pt>
                <c:pt idx="67">
                  <c:v>3.101503759398496</c:v>
                </c:pt>
                <c:pt idx="68">
                  <c:v>3.195488721804511</c:v>
                </c:pt>
                <c:pt idx="69">
                  <c:v>3.195488721804511</c:v>
                </c:pt>
                <c:pt idx="70">
                  <c:v>3.289473684210526</c:v>
                </c:pt>
                <c:pt idx="71">
                  <c:v>3.289473684210526</c:v>
                </c:pt>
                <c:pt idx="72">
                  <c:v>3.383458646616541</c:v>
                </c:pt>
                <c:pt idx="73">
                  <c:v>3.383458646616541</c:v>
                </c:pt>
                <c:pt idx="74">
                  <c:v>3.477443609022556</c:v>
                </c:pt>
                <c:pt idx="75">
                  <c:v>3.477443609022556</c:v>
                </c:pt>
                <c:pt idx="76">
                  <c:v>3.571428571428571</c:v>
                </c:pt>
                <c:pt idx="77">
                  <c:v>3.571428571428571</c:v>
                </c:pt>
                <c:pt idx="78">
                  <c:v>3.665413533834586</c:v>
                </c:pt>
                <c:pt idx="79">
                  <c:v>3.665413533834586</c:v>
                </c:pt>
                <c:pt idx="80">
                  <c:v>3.759398496240602</c:v>
                </c:pt>
                <c:pt idx="81">
                  <c:v>3.759398496240602</c:v>
                </c:pt>
                <c:pt idx="82">
                  <c:v>3.853383458646616</c:v>
                </c:pt>
                <c:pt idx="83">
                  <c:v>3.853383458646616</c:v>
                </c:pt>
                <c:pt idx="84">
                  <c:v>3.947368421052631</c:v>
                </c:pt>
                <c:pt idx="85">
                  <c:v>3.947368421052631</c:v>
                </c:pt>
                <c:pt idx="86">
                  <c:v>4.041353383458646</c:v>
                </c:pt>
                <c:pt idx="87">
                  <c:v>4.041353383458646</c:v>
                </c:pt>
                <c:pt idx="88">
                  <c:v>4.135338345864661</c:v>
                </c:pt>
                <c:pt idx="89">
                  <c:v>4.135338345864661</c:v>
                </c:pt>
                <c:pt idx="90">
                  <c:v>4.229323308270676</c:v>
                </c:pt>
                <c:pt idx="91">
                  <c:v>4.229323308270676</c:v>
                </c:pt>
                <c:pt idx="92">
                  <c:v>4.323308270676692</c:v>
                </c:pt>
                <c:pt idx="93">
                  <c:v>4.323308270676692</c:v>
                </c:pt>
                <c:pt idx="94">
                  <c:v>4.417293233082707</c:v>
                </c:pt>
                <c:pt idx="95">
                  <c:v>4.417293233082707</c:v>
                </c:pt>
                <c:pt idx="96">
                  <c:v>4.511278195488721</c:v>
                </c:pt>
                <c:pt idx="97">
                  <c:v>4.511278195488721</c:v>
                </c:pt>
                <c:pt idx="98">
                  <c:v>4.605263157894736</c:v>
                </c:pt>
                <c:pt idx="99">
                  <c:v>4.605263157894736</c:v>
                </c:pt>
                <c:pt idx="100">
                  <c:v>4.699248120300751</c:v>
                </c:pt>
                <c:pt idx="101">
                  <c:v>4.699248120300751</c:v>
                </c:pt>
                <c:pt idx="102">
                  <c:v>4.793233082706767</c:v>
                </c:pt>
                <c:pt idx="103">
                  <c:v>4.793233082706767</c:v>
                </c:pt>
                <c:pt idx="104">
                  <c:v>4.887218045112782</c:v>
                </c:pt>
                <c:pt idx="105">
                  <c:v>4.887218045112782</c:v>
                </c:pt>
                <c:pt idx="106">
                  <c:v>4.981203007518797</c:v>
                </c:pt>
                <c:pt idx="107">
                  <c:v>4.981203007518797</c:v>
                </c:pt>
                <c:pt idx="108">
                  <c:v>5.075187969924812</c:v>
                </c:pt>
                <c:pt idx="109">
                  <c:v>5.075187969924812</c:v>
                </c:pt>
                <c:pt idx="110">
                  <c:v>5.169172932330826</c:v>
                </c:pt>
                <c:pt idx="111">
                  <c:v>5.169172932330826</c:v>
                </c:pt>
                <c:pt idx="112">
                  <c:v>5.263157894736842</c:v>
                </c:pt>
                <c:pt idx="113">
                  <c:v>5.263157894736842</c:v>
                </c:pt>
                <c:pt idx="114">
                  <c:v>5.357142857142857</c:v>
                </c:pt>
                <c:pt idx="115">
                  <c:v>5.357142857142857</c:v>
                </c:pt>
                <c:pt idx="116">
                  <c:v>5.451127819548872</c:v>
                </c:pt>
                <c:pt idx="117">
                  <c:v>5.451127819548872</c:v>
                </c:pt>
                <c:pt idx="118">
                  <c:v>5.545112781954887</c:v>
                </c:pt>
                <c:pt idx="119">
                  <c:v>5.545112781954887</c:v>
                </c:pt>
                <c:pt idx="120">
                  <c:v>5.639097744360902</c:v>
                </c:pt>
                <c:pt idx="121">
                  <c:v>5.639097744360902</c:v>
                </c:pt>
                <c:pt idx="122">
                  <c:v>5.733082706766917</c:v>
                </c:pt>
                <c:pt idx="123">
                  <c:v>5.733082706766917</c:v>
                </c:pt>
                <c:pt idx="124">
                  <c:v>5.827067669172932</c:v>
                </c:pt>
                <c:pt idx="125">
                  <c:v>5.827067669172932</c:v>
                </c:pt>
                <c:pt idx="126">
                  <c:v>5.921052631578947</c:v>
                </c:pt>
                <c:pt idx="127">
                  <c:v>5.921052631578947</c:v>
                </c:pt>
                <c:pt idx="128">
                  <c:v>6.015037593984962</c:v>
                </c:pt>
                <c:pt idx="129">
                  <c:v>6.015037593984962</c:v>
                </c:pt>
                <c:pt idx="130">
                  <c:v>6.109022556390977</c:v>
                </c:pt>
                <c:pt idx="131">
                  <c:v>6.109022556390977</c:v>
                </c:pt>
                <c:pt idx="132">
                  <c:v>6.203007518796992</c:v>
                </c:pt>
                <c:pt idx="133">
                  <c:v>6.203007518796992</c:v>
                </c:pt>
                <c:pt idx="134">
                  <c:v>6.296992481203008</c:v>
                </c:pt>
                <c:pt idx="135">
                  <c:v>6.296992481203008</c:v>
                </c:pt>
                <c:pt idx="136">
                  <c:v>6.390977443609022</c:v>
                </c:pt>
                <c:pt idx="137">
                  <c:v>6.390977443609022</c:v>
                </c:pt>
                <c:pt idx="138">
                  <c:v>6.484962406015038</c:v>
                </c:pt>
                <c:pt idx="139">
                  <c:v>6.484962406015038</c:v>
                </c:pt>
                <c:pt idx="140">
                  <c:v>6.578947368421052</c:v>
                </c:pt>
                <c:pt idx="141">
                  <c:v>6.578947368421052</c:v>
                </c:pt>
                <c:pt idx="142">
                  <c:v>6.672932330827068</c:v>
                </c:pt>
                <c:pt idx="143">
                  <c:v>6.672932330827068</c:v>
                </c:pt>
                <c:pt idx="144">
                  <c:v>6.766917293233083</c:v>
                </c:pt>
                <c:pt idx="145">
                  <c:v>6.766917293233083</c:v>
                </c:pt>
                <c:pt idx="146">
                  <c:v>6.860902255639098</c:v>
                </c:pt>
                <c:pt idx="147">
                  <c:v>6.860902255639098</c:v>
                </c:pt>
                <c:pt idx="148">
                  <c:v>6.954887218045112</c:v>
                </c:pt>
                <c:pt idx="149">
                  <c:v>6.954887218045112</c:v>
                </c:pt>
                <c:pt idx="150">
                  <c:v>7.048872180451128</c:v>
                </c:pt>
                <c:pt idx="151">
                  <c:v>7.048872180451128</c:v>
                </c:pt>
                <c:pt idx="152">
                  <c:v>7.142857142857142</c:v>
                </c:pt>
                <c:pt idx="153">
                  <c:v>7.142857142857142</c:v>
                </c:pt>
                <c:pt idx="154">
                  <c:v>7.236842105263158</c:v>
                </c:pt>
                <c:pt idx="155">
                  <c:v>7.236842105263158</c:v>
                </c:pt>
                <c:pt idx="156">
                  <c:v>7.330827067669173</c:v>
                </c:pt>
                <c:pt idx="157">
                  <c:v>7.330827067669173</c:v>
                </c:pt>
                <c:pt idx="158">
                  <c:v>7.424812030075188</c:v>
                </c:pt>
                <c:pt idx="159">
                  <c:v>7.424812030075188</c:v>
                </c:pt>
                <c:pt idx="160">
                  <c:v>7.518796992481203</c:v>
                </c:pt>
                <c:pt idx="161">
                  <c:v>7.518796992481203</c:v>
                </c:pt>
                <c:pt idx="162">
                  <c:v>7.612781954887218</c:v>
                </c:pt>
                <c:pt idx="163">
                  <c:v>7.612781954887218</c:v>
                </c:pt>
                <c:pt idx="164">
                  <c:v>7.706766917293232</c:v>
                </c:pt>
                <c:pt idx="165">
                  <c:v>7.706766917293232</c:v>
                </c:pt>
                <c:pt idx="166">
                  <c:v>7.800751879699249</c:v>
                </c:pt>
                <c:pt idx="167">
                  <c:v>7.800751879699249</c:v>
                </c:pt>
                <c:pt idx="168">
                  <c:v>7.894736842105263</c:v>
                </c:pt>
                <c:pt idx="169">
                  <c:v>7.894736842105263</c:v>
                </c:pt>
                <c:pt idx="170">
                  <c:v>7.988721804511279</c:v>
                </c:pt>
                <c:pt idx="171">
                  <c:v>7.988721804511279</c:v>
                </c:pt>
                <c:pt idx="172">
                  <c:v>8.082706766917292</c:v>
                </c:pt>
                <c:pt idx="173">
                  <c:v>8.082706766917292</c:v>
                </c:pt>
                <c:pt idx="174">
                  <c:v>8.176691729323309</c:v>
                </c:pt>
                <c:pt idx="175">
                  <c:v>8.176691729323309</c:v>
                </c:pt>
                <c:pt idx="176">
                  <c:v>8.270676691729323</c:v>
                </c:pt>
                <c:pt idx="177">
                  <c:v>8.270676691729323</c:v>
                </c:pt>
                <c:pt idx="178">
                  <c:v>8.364661654135338</c:v>
                </c:pt>
                <c:pt idx="179">
                  <c:v>8.364661654135338</c:v>
                </c:pt>
                <c:pt idx="180">
                  <c:v>8.458646616541353</c:v>
                </c:pt>
                <c:pt idx="181">
                  <c:v>8.458646616541353</c:v>
                </c:pt>
                <c:pt idx="182">
                  <c:v>8.552631578947368</c:v>
                </c:pt>
                <c:pt idx="183">
                  <c:v>8.552631578947368</c:v>
                </c:pt>
                <c:pt idx="184">
                  <c:v>8.646616541353383</c:v>
                </c:pt>
                <c:pt idx="185">
                  <c:v>8.646616541353383</c:v>
                </c:pt>
                <c:pt idx="186">
                  <c:v>8.740601503759398</c:v>
                </c:pt>
                <c:pt idx="187">
                  <c:v>8.740601503759398</c:v>
                </c:pt>
                <c:pt idx="188">
                  <c:v>8.834586466165414</c:v>
                </c:pt>
                <c:pt idx="189">
                  <c:v>8.834586466165414</c:v>
                </c:pt>
                <c:pt idx="190">
                  <c:v>8.928571428571429</c:v>
                </c:pt>
                <c:pt idx="191">
                  <c:v>8.928571428571429</c:v>
                </c:pt>
                <c:pt idx="192">
                  <c:v>9.022556390977442</c:v>
                </c:pt>
                <c:pt idx="193">
                  <c:v>9.022556390977442</c:v>
                </c:pt>
                <c:pt idx="194">
                  <c:v>9.116541353383459</c:v>
                </c:pt>
                <c:pt idx="195">
                  <c:v>9.116541353383459</c:v>
                </c:pt>
                <c:pt idx="196">
                  <c:v>9.210526315789473</c:v>
                </c:pt>
                <c:pt idx="197">
                  <c:v>9.210526315789473</c:v>
                </c:pt>
                <c:pt idx="198">
                  <c:v>9.30451127819549</c:v>
                </c:pt>
                <c:pt idx="199">
                  <c:v>9.30451127819549</c:v>
                </c:pt>
                <c:pt idx="200">
                  <c:v>9.398496240601503</c:v>
                </c:pt>
                <c:pt idx="201">
                  <c:v>9.398496240601503</c:v>
                </c:pt>
                <c:pt idx="202">
                  <c:v>9.492481203007518</c:v>
                </c:pt>
                <c:pt idx="203">
                  <c:v>9.492481203007518</c:v>
                </c:pt>
                <c:pt idx="204">
                  <c:v>9.586466165413533</c:v>
                </c:pt>
                <c:pt idx="205">
                  <c:v>9.586466165413533</c:v>
                </c:pt>
                <c:pt idx="206">
                  <c:v>9.680451127819548</c:v>
                </c:pt>
                <c:pt idx="207">
                  <c:v>9.680451127819548</c:v>
                </c:pt>
                <c:pt idx="208">
                  <c:v>9.774436090225564</c:v>
                </c:pt>
                <c:pt idx="209">
                  <c:v>9.774436090225564</c:v>
                </c:pt>
                <c:pt idx="210">
                  <c:v>9.868421052631579</c:v>
                </c:pt>
                <c:pt idx="211">
                  <c:v>9.868421052631579</c:v>
                </c:pt>
                <c:pt idx="212">
                  <c:v>9.962406015037594</c:v>
                </c:pt>
                <c:pt idx="213">
                  <c:v>9.962406015037594</c:v>
                </c:pt>
                <c:pt idx="214">
                  <c:v>10.05639097744361</c:v>
                </c:pt>
                <c:pt idx="215">
                  <c:v>10.05639097744361</c:v>
                </c:pt>
                <c:pt idx="216">
                  <c:v>10.15037593984962</c:v>
                </c:pt>
                <c:pt idx="217">
                  <c:v>10.15037593984962</c:v>
                </c:pt>
                <c:pt idx="218">
                  <c:v>10.24436090225564</c:v>
                </c:pt>
                <c:pt idx="219">
                  <c:v>10.24436090225564</c:v>
                </c:pt>
                <c:pt idx="220">
                  <c:v>10.33834586466165</c:v>
                </c:pt>
                <c:pt idx="221">
                  <c:v>10.33834586466165</c:v>
                </c:pt>
                <c:pt idx="222">
                  <c:v>10.43233082706767</c:v>
                </c:pt>
                <c:pt idx="223">
                  <c:v>10.43233082706767</c:v>
                </c:pt>
                <c:pt idx="224">
                  <c:v>10.52631578947368</c:v>
                </c:pt>
                <c:pt idx="225">
                  <c:v>10.52631578947368</c:v>
                </c:pt>
                <c:pt idx="226">
                  <c:v>10.6203007518797</c:v>
                </c:pt>
                <c:pt idx="227">
                  <c:v>10.6203007518797</c:v>
                </c:pt>
                <c:pt idx="228">
                  <c:v>10.71428571428571</c:v>
                </c:pt>
                <c:pt idx="229">
                  <c:v>10.71428571428571</c:v>
                </c:pt>
                <c:pt idx="230">
                  <c:v>10.80827067669173</c:v>
                </c:pt>
                <c:pt idx="231">
                  <c:v>10.80827067669173</c:v>
                </c:pt>
                <c:pt idx="232">
                  <c:v>10.99624060150376</c:v>
                </c:pt>
                <c:pt idx="233">
                  <c:v>10.99624060150376</c:v>
                </c:pt>
                <c:pt idx="234">
                  <c:v>11.09022556390977</c:v>
                </c:pt>
                <c:pt idx="235">
                  <c:v>11.09022556390977</c:v>
                </c:pt>
                <c:pt idx="236">
                  <c:v>11.18421052631579</c:v>
                </c:pt>
                <c:pt idx="237">
                  <c:v>11.18421052631579</c:v>
                </c:pt>
                <c:pt idx="238">
                  <c:v>11.2781954887218</c:v>
                </c:pt>
                <c:pt idx="239">
                  <c:v>11.2781954887218</c:v>
                </c:pt>
                <c:pt idx="240">
                  <c:v>11.37218045112782</c:v>
                </c:pt>
                <c:pt idx="241">
                  <c:v>11.37218045112782</c:v>
                </c:pt>
                <c:pt idx="242">
                  <c:v>11.46616541353383</c:v>
                </c:pt>
                <c:pt idx="243">
                  <c:v>11.46616541353383</c:v>
                </c:pt>
                <c:pt idx="244">
                  <c:v>11.56015037593985</c:v>
                </c:pt>
                <c:pt idx="245">
                  <c:v>11.56015037593985</c:v>
                </c:pt>
                <c:pt idx="246">
                  <c:v>11.65413533834586</c:v>
                </c:pt>
                <c:pt idx="247">
                  <c:v>11.65413533834586</c:v>
                </c:pt>
                <c:pt idx="248">
                  <c:v>11.74812030075188</c:v>
                </c:pt>
                <c:pt idx="249">
                  <c:v>11.74812030075188</c:v>
                </c:pt>
                <c:pt idx="250">
                  <c:v>11.84210526315789</c:v>
                </c:pt>
                <c:pt idx="251">
                  <c:v>11.84210526315789</c:v>
                </c:pt>
                <c:pt idx="252">
                  <c:v>11.93609022556391</c:v>
                </c:pt>
                <c:pt idx="253">
                  <c:v>11.93609022556391</c:v>
                </c:pt>
                <c:pt idx="254">
                  <c:v>12.03007518796992</c:v>
                </c:pt>
                <c:pt idx="255">
                  <c:v>12.03007518796992</c:v>
                </c:pt>
                <c:pt idx="256">
                  <c:v>12.12406015037594</c:v>
                </c:pt>
                <c:pt idx="257">
                  <c:v>12.12406015037594</c:v>
                </c:pt>
                <c:pt idx="258">
                  <c:v>12.21804511278195</c:v>
                </c:pt>
                <c:pt idx="259">
                  <c:v>12.21804511278195</c:v>
                </c:pt>
                <c:pt idx="260">
                  <c:v>12.31203007518797</c:v>
                </c:pt>
                <c:pt idx="261">
                  <c:v>12.31203007518797</c:v>
                </c:pt>
                <c:pt idx="262">
                  <c:v>12.40601503759398</c:v>
                </c:pt>
                <c:pt idx="263">
                  <c:v>12.40601503759398</c:v>
                </c:pt>
                <c:pt idx="264">
                  <c:v>12.5</c:v>
                </c:pt>
                <c:pt idx="265">
                  <c:v>12.5</c:v>
                </c:pt>
                <c:pt idx="266">
                  <c:v>12.59398496240602</c:v>
                </c:pt>
                <c:pt idx="267">
                  <c:v>12.59398496240602</c:v>
                </c:pt>
                <c:pt idx="268">
                  <c:v>12.68796992481203</c:v>
                </c:pt>
                <c:pt idx="269">
                  <c:v>12.68796992481203</c:v>
                </c:pt>
                <c:pt idx="270">
                  <c:v>12.78195488721804</c:v>
                </c:pt>
                <c:pt idx="271">
                  <c:v>12.78195488721804</c:v>
                </c:pt>
                <c:pt idx="272">
                  <c:v>12.87593984962406</c:v>
                </c:pt>
                <c:pt idx="273">
                  <c:v>12.87593984962406</c:v>
                </c:pt>
                <c:pt idx="274">
                  <c:v>12.96992481203008</c:v>
                </c:pt>
                <c:pt idx="275">
                  <c:v>12.96992481203008</c:v>
                </c:pt>
                <c:pt idx="276">
                  <c:v>13.06390977443609</c:v>
                </c:pt>
                <c:pt idx="277">
                  <c:v>13.06390977443609</c:v>
                </c:pt>
                <c:pt idx="278">
                  <c:v>13.1578947368421</c:v>
                </c:pt>
                <c:pt idx="279">
                  <c:v>13.1578947368421</c:v>
                </c:pt>
                <c:pt idx="280">
                  <c:v>13.25187969924812</c:v>
                </c:pt>
                <c:pt idx="281">
                  <c:v>13.25187969924812</c:v>
                </c:pt>
                <c:pt idx="282">
                  <c:v>13.34586466165414</c:v>
                </c:pt>
                <c:pt idx="283">
                  <c:v>13.34586466165414</c:v>
                </c:pt>
                <c:pt idx="284">
                  <c:v>13.43984962406015</c:v>
                </c:pt>
                <c:pt idx="285">
                  <c:v>13.43984962406015</c:v>
                </c:pt>
                <c:pt idx="286">
                  <c:v>13.53383458646617</c:v>
                </c:pt>
                <c:pt idx="287">
                  <c:v>13.53383458646617</c:v>
                </c:pt>
                <c:pt idx="288">
                  <c:v>13.62781954887218</c:v>
                </c:pt>
                <c:pt idx="289">
                  <c:v>13.62781954887218</c:v>
                </c:pt>
                <c:pt idx="290">
                  <c:v>13.7218045112782</c:v>
                </c:pt>
                <c:pt idx="291">
                  <c:v>13.7218045112782</c:v>
                </c:pt>
                <c:pt idx="292">
                  <c:v>13.81578947368421</c:v>
                </c:pt>
                <c:pt idx="293">
                  <c:v>13.81578947368421</c:v>
                </c:pt>
                <c:pt idx="294">
                  <c:v>13.90977443609022</c:v>
                </c:pt>
                <c:pt idx="295">
                  <c:v>13.90977443609022</c:v>
                </c:pt>
                <c:pt idx="296">
                  <c:v>14.00375939849624</c:v>
                </c:pt>
                <c:pt idx="297">
                  <c:v>14.00375939849624</c:v>
                </c:pt>
                <c:pt idx="298">
                  <c:v>14.09774436090226</c:v>
                </c:pt>
                <c:pt idx="299">
                  <c:v>14.09774436090226</c:v>
                </c:pt>
                <c:pt idx="300">
                  <c:v>14.19172932330827</c:v>
                </c:pt>
                <c:pt idx="301">
                  <c:v>14.19172932330827</c:v>
                </c:pt>
                <c:pt idx="302">
                  <c:v>14.28571428571428</c:v>
                </c:pt>
                <c:pt idx="303">
                  <c:v>14.28571428571428</c:v>
                </c:pt>
                <c:pt idx="304">
                  <c:v>14.3796992481203</c:v>
                </c:pt>
                <c:pt idx="305">
                  <c:v>14.3796992481203</c:v>
                </c:pt>
                <c:pt idx="306">
                  <c:v>14.47368421052632</c:v>
                </c:pt>
                <c:pt idx="307">
                  <c:v>14.47368421052632</c:v>
                </c:pt>
                <c:pt idx="308">
                  <c:v>14.56766917293233</c:v>
                </c:pt>
                <c:pt idx="309">
                  <c:v>14.56766917293233</c:v>
                </c:pt>
                <c:pt idx="310">
                  <c:v>14.66165413533835</c:v>
                </c:pt>
                <c:pt idx="311">
                  <c:v>14.66165413533835</c:v>
                </c:pt>
                <c:pt idx="312">
                  <c:v>14.75563909774436</c:v>
                </c:pt>
                <c:pt idx="313">
                  <c:v>14.75563909774436</c:v>
                </c:pt>
                <c:pt idx="314">
                  <c:v>14.84962406015038</c:v>
                </c:pt>
                <c:pt idx="315">
                  <c:v>14.84962406015038</c:v>
                </c:pt>
                <c:pt idx="316">
                  <c:v>14.94360902255639</c:v>
                </c:pt>
                <c:pt idx="317">
                  <c:v>14.94360902255639</c:v>
                </c:pt>
                <c:pt idx="318">
                  <c:v>15.03759398496241</c:v>
                </c:pt>
                <c:pt idx="319">
                  <c:v>15.03759398496241</c:v>
                </c:pt>
                <c:pt idx="320">
                  <c:v>15.13157894736842</c:v>
                </c:pt>
                <c:pt idx="321">
                  <c:v>15.13157894736842</c:v>
                </c:pt>
                <c:pt idx="322">
                  <c:v>15.22556390977444</c:v>
                </c:pt>
                <c:pt idx="323">
                  <c:v>15.22556390977444</c:v>
                </c:pt>
                <c:pt idx="324">
                  <c:v>15.31954887218045</c:v>
                </c:pt>
                <c:pt idx="325">
                  <c:v>15.31954887218045</c:v>
                </c:pt>
                <c:pt idx="326">
                  <c:v>15.41353383458646</c:v>
                </c:pt>
                <c:pt idx="327">
                  <c:v>15.41353383458646</c:v>
                </c:pt>
                <c:pt idx="328">
                  <c:v>15.50751879699248</c:v>
                </c:pt>
                <c:pt idx="329">
                  <c:v>15.50751879699248</c:v>
                </c:pt>
                <c:pt idx="330">
                  <c:v>15.6015037593985</c:v>
                </c:pt>
                <c:pt idx="331">
                  <c:v>15.6015037593985</c:v>
                </c:pt>
                <c:pt idx="332">
                  <c:v>15.69548872180451</c:v>
                </c:pt>
                <c:pt idx="333">
                  <c:v>15.69548872180451</c:v>
                </c:pt>
                <c:pt idx="334">
                  <c:v>15.78947368421053</c:v>
                </c:pt>
                <c:pt idx="335">
                  <c:v>15.78947368421053</c:v>
                </c:pt>
                <c:pt idx="336">
                  <c:v>15.88345864661654</c:v>
                </c:pt>
                <c:pt idx="337">
                  <c:v>15.88345864661654</c:v>
                </c:pt>
                <c:pt idx="338">
                  <c:v>15.97744360902256</c:v>
                </c:pt>
                <c:pt idx="339">
                  <c:v>15.97744360902256</c:v>
                </c:pt>
                <c:pt idx="340">
                  <c:v>16.07142857142857</c:v>
                </c:pt>
                <c:pt idx="341">
                  <c:v>16.07142857142857</c:v>
                </c:pt>
                <c:pt idx="342">
                  <c:v>16.16541353383458</c:v>
                </c:pt>
                <c:pt idx="343">
                  <c:v>16.16541353383458</c:v>
                </c:pt>
                <c:pt idx="344">
                  <c:v>16.2593984962406</c:v>
                </c:pt>
                <c:pt idx="345">
                  <c:v>16.2593984962406</c:v>
                </c:pt>
                <c:pt idx="346">
                  <c:v>16.35338345864662</c:v>
                </c:pt>
                <c:pt idx="347">
                  <c:v>16.35338345864662</c:v>
                </c:pt>
                <c:pt idx="348">
                  <c:v>16.44736842105263</c:v>
                </c:pt>
                <c:pt idx="349">
                  <c:v>16.44736842105263</c:v>
                </c:pt>
                <c:pt idx="350">
                  <c:v>16.54135338345865</c:v>
                </c:pt>
                <c:pt idx="351">
                  <c:v>16.54135338345865</c:v>
                </c:pt>
                <c:pt idx="352">
                  <c:v>16.63533834586466</c:v>
                </c:pt>
                <c:pt idx="353">
                  <c:v>16.63533834586466</c:v>
                </c:pt>
                <c:pt idx="354">
                  <c:v>16.72932330827068</c:v>
                </c:pt>
                <c:pt idx="355">
                  <c:v>16.72932330827068</c:v>
                </c:pt>
                <c:pt idx="356">
                  <c:v>16.82330827067669</c:v>
                </c:pt>
                <c:pt idx="357">
                  <c:v>16.82330827067669</c:v>
                </c:pt>
                <c:pt idx="358">
                  <c:v>16.91729323308271</c:v>
                </c:pt>
                <c:pt idx="359">
                  <c:v>16.91729323308271</c:v>
                </c:pt>
                <c:pt idx="360">
                  <c:v>17.01127819548872</c:v>
                </c:pt>
                <c:pt idx="361">
                  <c:v>17.01127819548872</c:v>
                </c:pt>
                <c:pt idx="362">
                  <c:v>17.10526315789474</c:v>
                </c:pt>
                <c:pt idx="363">
                  <c:v>17.10526315789474</c:v>
                </c:pt>
                <c:pt idx="364">
                  <c:v>17.19924812030075</c:v>
                </c:pt>
                <c:pt idx="365">
                  <c:v>17.19924812030075</c:v>
                </c:pt>
                <c:pt idx="366">
                  <c:v>17.29323308270677</c:v>
                </c:pt>
                <c:pt idx="367">
                  <c:v>17.29323308270677</c:v>
                </c:pt>
                <c:pt idx="368">
                  <c:v>17.38721804511278</c:v>
                </c:pt>
                <c:pt idx="369">
                  <c:v>17.38721804511278</c:v>
                </c:pt>
                <c:pt idx="370">
                  <c:v>17.4812030075188</c:v>
                </c:pt>
                <c:pt idx="371">
                  <c:v>17.4812030075188</c:v>
                </c:pt>
                <c:pt idx="372">
                  <c:v>17.57518796992481</c:v>
                </c:pt>
                <c:pt idx="373">
                  <c:v>17.57518796992481</c:v>
                </c:pt>
                <c:pt idx="374">
                  <c:v>17.66917293233083</c:v>
                </c:pt>
                <c:pt idx="375">
                  <c:v>17.66917293233083</c:v>
                </c:pt>
                <c:pt idx="376">
                  <c:v>17.76315789473684</c:v>
                </c:pt>
                <c:pt idx="377">
                  <c:v>17.76315789473684</c:v>
                </c:pt>
                <c:pt idx="378">
                  <c:v>17.85714285714286</c:v>
                </c:pt>
                <c:pt idx="379">
                  <c:v>17.85714285714286</c:v>
                </c:pt>
                <c:pt idx="380">
                  <c:v>17.95112781954887</c:v>
                </c:pt>
                <c:pt idx="381">
                  <c:v>17.95112781954887</c:v>
                </c:pt>
                <c:pt idx="382">
                  <c:v>18.04511278195488</c:v>
                </c:pt>
                <c:pt idx="383">
                  <c:v>18.04511278195488</c:v>
                </c:pt>
                <c:pt idx="384">
                  <c:v>18.1390977443609</c:v>
                </c:pt>
                <c:pt idx="385">
                  <c:v>18.1390977443609</c:v>
                </c:pt>
                <c:pt idx="386">
                  <c:v>18.23308270676692</c:v>
                </c:pt>
                <c:pt idx="387">
                  <c:v>18.23308270676692</c:v>
                </c:pt>
                <c:pt idx="388">
                  <c:v>18.32706766917293</c:v>
                </c:pt>
                <c:pt idx="389">
                  <c:v>18.32706766917293</c:v>
                </c:pt>
                <c:pt idx="390">
                  <c:v>18.42105263157895</c:v>
                </c:pt>
                <c:pt idx="391">
                  <c:v>18.42105263157895</c:v>
                </c:pt>
                <c:pt idx="392">
                  <c:v>18.51503759398496</c:v>
                </c:pt>
                <c:pt idx="393">
                  <c:v>18.51503759398496</c:v>
                </c:pt>
                <c:pt idx="394">
                  <c:v>18.60902255639098</c:v>
                </c:pt>
                <c:pt idx="395">
                  <c:v>18.60902255639098</c:v>
                </c:pt>
                <c:pt idx="396">
                  <c:v>18.70300751879699</c:v>
                </c:pt>
                <c:pt idx="397">
                  <c:v>18.70300751879699</c:v>
                </c:pt>
                <c:pt idx="398">
                  <c:v>18.79699248120301</c:v>
                </c:pt>
                <c:pt idx="399">
                  <c:v>18.79699248120301</c:v>
                </c:pt>
                <c:pt idx="400">
                  <c:v>18.89097744360902</c:v>
                </c:pt>
                <c:pt idx="401">
                  <c:v>18.89097744360902</c:v>
                </c:pt>
                <c:pt idx="402">
                  <c:v>18.98496240601504</c:v>
                </c:pt>
                <c:pt idx="403">
                  <c:v>18.98496240601504</c:v>
                </c:pt>
                <c:pt idx="404">
                  <c:v>19.07894736842105</c:v>
                </c:pt>
                <c:pt idx="405">
                  <c:v>19.07894736842105</c:v>
                </c:pt>
                <c:pt idx="406">
                  <c:v>19.17293233082707</c:v>
                </c:pt>
                <c:pt idx="407">
                  <c:v>19.17293233082707</c:v>
                </c:pt>
                <c:pt idx="408">
                  <c:v>19.26691729323308</c:v>
                </c:pt>
                <c:pt idx="409">
                  <c:v>19.26691729323308</c:v>
                </c:pt>
                <c:pt idx="410">
                  <c:v>19.3609022556391</c:v>
                </c:pt>
                <c:pt idx="411">
                  <c:v>19.3609022556391</c:v>
                </c:pt>
                <c:pt idx="412">
                  <c:v>19.45488721804512</c:v>
                </c:pt>
                <c:pt idx="413">
                  <c:v>19.45488721804512</c:v>
                </c:pt>
                <c:pt idx="414">
                  <c:v>19.54887218045113</c:v>
                </c:pt>
                <c:pt idx="415">
                  <c:v>19.54887218045113</c:v>
                </c:pt>
                <c:pt idx="416">
                  <c:v>19.64285714285714</c:v>
                </c:pt>
                <c:pt idx="417">
                  <c:v>19.64285714285714</c:v>
                </c:pt>
                <c:pt idx="418">
                  <c:v>19.73684210526316</c:v>
                </c:pt>
                <c:pt idx="419">
                  <c:v>19.73684210526316</c:v>
                </c:pt>
                <c:pt idx="420">
                  <c:v>19.83082706766917</c:v>
                </c:pt>
                <c:pt idx="421">
                  <c:v>19.83082706766917</c:v>
                </c:pt>
                <c:pt idx="422">
                  <c:v>19.92481203007519</c:v>
                </c:pt>
                <c:pt idx="423">
                  <c:v>19.92481203007519</c:v>
                </c:pt>
                <c:pt idx="424">
                  <c:v>20.0187969924812</c:v>
                </c:pt>
                <c:pt idx="425">
                  <c:v>20.0187969924812</c:v>
                </c:pt>
                <c:pt idx="426">
                  <c:v>20.11278195488722</c:v>
                </c:pt>
                <c:pt idx="427">
                  <c:v>20.11278195488722</c:v>
                </c:pt>
                <c:pt idx="428">
                  <c:v>20.20676691729323</c:v>
                </c:pt>
                <c:pt idx="429">
                  <c:v>20.20676691729323</c:v>
                </c:pt>
                <c:pt idx="430">
                  <c:v>20.30075187969925</c:v>
                </c:pt>
                <c:pt idx="431">
                  <c:v>20.30075187969925</c:v>
                </c:pt>
                <c:pt idx="432">
                  <c:v>20.39473684210526</c:v>
                </c:pt>
                <c:pt idx="433">
                  <c:v>20.39473684210526</c:v>
                </c:pt>
                <c:pt idx="434">
                  <c:v>20.48872180451128</c:v>
                </c:pt>
                <c:pt idx="435">
                  <c:v>20.48872180451128</c:v>
                </c:pt>
                <c:pt idx="436">
                  <c:v>20.58270676691729</c:v>
                </c:pt>
                <c:pt idx="437">
                  <c:v>20.58270676691729</c:v>
                </c:pt>
                <c:pt idx="438">
                  <c:v>20.67669172932331</c:v>
                </c:pt>
                <c:pt idx="439">
                  <c:v>20.67669172932331</c:v>
                </c:pt>
                <c:pt idx="440">
                  <c:v>20.77067669172932</c:v>
                </c:pt>
                <c:pt idx="441">
                  <c:v>20.77067669172932</c:v>
                </c:pt>
                <c:pt idx="442">
                  <c:v>20.86466165413534</c:v>
                </c:pt>
                <c:pt idx="443">
                  <c:v>20.86466165413534</c:v>
                </c:pt>
                <c:pt idx="444">
                  <c:v>20.95864661654135</c:v>
                </c:pt>
                <c:pt idx="445">
                  <c:v>20.95864661654135</c:v>
                </c:pt>
                <c:pt idx="446">
                  <c:v>21.05263157894737</c:v>
                </c:pt>
                <c:pt idx="447">
                  <c:v>21.05263157894737</c:v>
                </c:pt>
                <c:pt idx="448">
                  <c:v>21.14661654135338</c:v>
                </c:pt>
                <c:pt idx="449">
                  <c:v>21.14661654135338</c:v>
                </c:pt>
                <c:pt idx="450">
                  <c:v>21.2406015037594</c:v>
                </c:pt>
                <c:pt idx="451">
                  <c:v>21.2406015037594</c:v>
                </c:pt>
                <c:pt idx="452">
                  <c:v>21.33458646616542</c:v>
                </c:pt>
                <c:pt idx="453">
                  <c:v>21.33458646616542</c:v>
                </c:pt>
                <c:pt idx="454">
                  <c:v>21.42857142857143</c:v>
                </c:pt>
                <c:pt idx="455">
                  <c:v>21.42857142857143</c:v>
                </c:pt>
                <c:pt idx="456">
                  <c:v>21.52255639097744</c:v>
                </c:pt>
                <c:pt idx="457">
                  <c:v>21.52255639097744</c:v>
                </c:pt>
                <c:pt idx="458">
                  <c:v>21.61654135338346</c:v>
                </c:pt>
                <c:pt idx="459">
                  <c:v>21.61654135338346</c:v>
                </c:pt>
                <c:pt idx="460">
                  <c:v>21.71052631578948</c:v>
                </c:pt>
                <c:pt idx="461">
                  <c:v>21.71052631578948</c:v>
                </c:pt>
                <c:pt idx="462">
                  <c:v>21.80451127819549</c:v>
                </c:pt>
                <c:pt idx="463">
                  <c:v>21.80451127819549</c:v>
                </c:pt>
                <c:pt idx="464">
                  <c:v>21.8984962406015</c:v>
                </c:pt>
                <c:pt idx="465">
                  <c:v>21.8984962406015</c:v>
                </c:pt>
                <c:pt idx="466">
                  <c:v>21.99248120300752</c:v>
                </c:pt>
                <c:pt idx="467">
                  <c:v>21.99248120300752</c:v>
                </c:pt>
                <c:pt idx="468">
                  <c:v>22.08646616541353</c:v>
                </c:pt>
                <c:pt idx="469">
                  <c:v>22.08646616541353</c:v>
                </c:pt>
                <c:pt idx="470">
                  <c:v>22.18045112781955</c:v>
                </c:pt>
                <c:pt idx="471">
                  <c:v>22.18045112781955</c:v>
                </c:pt>
                <c:pt idx="472">
                  <c:v>22.27443609022556</c:v>
                </c:pt>
                <c:pt idx="473">
                  <c:v>22.27443609022556</c:v>
                </c:pt>
                <c:pt idx="474">
                  <c:v>22.36842105263158</c:v>
                </c:pt>
                <c:pt idx="475">
                  <c:v>22.36842105263158</c:v>
                </c:pt>
                <c:pt idx="476">
                  <c:v>22.46240601503759</c:v>
                </c:pt>
                <c:pt idx="477">
                  <c:v>22.46240601503759</c:v>
                </c:pt>
                <c:pt idx="478">
                  <c:v>22.55639097744361</c:v>
                </c:pt>
                <c:pt idx="479">
                  <c:v>22.55639097744361</c:v>
                </c:pt>
                <c:pt idx="480">
                  <c:v>22.65037593984962</c:v>
                </c:pt>
                <c:pt idx="481">
                  <c:v>22.65037593984962</c:v>
                </c:pt>
                <c:pt idx="482">
                  <c:v>22.74436090225564</c:v>
                </c:pt>
                <c:pt idx="483">
                  <c:v>22.74436090225564</c:v>
                </c:pt>
                <c:pt idx="484">
                  <c:v>22.83834586466165</c:v>
                </c:pt>
                <c:pt idx="485">
                  <c:v>22.83834586466165</c:v>
                </c:pt>
                <c:pt idx="486">
                  <c:v>22.93233082706767</c:v>
                </c:pt>
                <c:pt idx="487">
                  <c:v>22.93233082706767</c:v>
                </c:pt>
                <c:pt idx="488">
                  <c:v>23.02631578947368</c:v>
                </c:pt>
                <c:pt idx="489">
                  <c:v>23.02631578947368</c:v>
                </c:pt>
                <c:pt idx="490">
                  <c:v>23.1203007518797</c:v>
                </c:pt>
                <c:pt idx="491">
                  <c:v>23.1203007518797</c:v>
                </c:pt>
                <c:pt idx="492">
                  <c:v>23.21428571428572</c:v>
                </c:pt>
                <c:pt idx="493">
                  <c:v>23.21428571428572</c:v>
                </c:pt>
                <c:pt idx="494">
                  <c:v>23.30827067669173</c:v>
                </c:pt>
                <c:pt idx="495">
                  <c:v>23.30827067669173</c:v>
                </c:pt>
                <c:pt idx="496">
                  <c:v>23.40225563909774</c:v>
                </c:pt>
                <c:pt idx="497">
                  <c:v>23.40225563909774</c:v>
                </c:pt>
                <c:pt idx="498">
                  <c:v>23.49624060150376</c:v>
                </c:pt>
                <c:pt idx="499">
                  <c:v>23.49624060150376</c:v>
                </c:pt>
                <c:pt idx="500">
                  <c:v>23.59022556390978</c:v>
                </c:pt>
                <c:pt idx="501">
                  <c:v>23.59022556390978</c:v>
                </c:pt>
                <c:pt idx="502">
                  <c:v>23.68421052631579</c:v>
                </c:pt>
                <c:pt idx="503">
                  <c:v>23.68421052631579</c:v>
                </c:pt>
                <c:pt idx="504">
                  <c:v>23.7781954887218</c:v>
                </c:pt>
                <c:pt idx="505">
                  <c:v>23.7781954887218</c:v>
                </c:pt>
                <c:pt idx="506">
                  <c:v>23.87218045112782</c:v>
                </c:pt>
                <c:pt idx="507">
                  <c:v>23.87218045112782</c:v>
                </c:pt>
                <c:pt idx="508">
                  <c:v>23.96616541353384</c:v>
                </c:pt>
                <c:pt idx="509">
                  <c:v>23.96616541353384</c:v>
                </c:pt>
                <c:pt idx="510">
                  <c:v>24.06015037593985</c:v>
                </c:pt>
                <c:pt idx="511">
                  <c:v>24.06015037593985</c:v>
                </c:pt>
                <c:pt idx="512">
                  <c:v>24.15413533834586</c:v>
                </c:pt>
                <c:pt idx="513">
                  <c:v>24.15413533834586</c:v>
                </c:pt>
                <c:pt idx="514">
                  <c:v>24.24812030075188</c:v>
                </c:pt>
                <c:pt idx="515">
                  <c:v>24.24812030075188</c:v>
                </c:pt>
                <c:pt idx="516">
                  <c:v>24.34210526315789</c:v>
                </c:pt>
                <c:pt idx="517">
                  <c:v>24.34210526315789</c:v>
                </c:pt>
                <c:pt idx="518">
                  <c:v>24.43609022556391</c:v>
                </c:pt>
                <c:pt idx="519">
                  <c:v>24.43609022556391</c:v>
                </c:pt>
                <c:pt idx="520">
                  <c:v>24.53007518796992</c:v>
                </c:pt>
                <c:pt idx="521">
                  <c:v>24.53007518796992</c:v>
                </c:pt>
                <c:pt idx="522">
                  <c:v>24.62406015037594</c:v>
                </c:pt>
                <c:pt idx="523">
                  <c:v>24.62406015037594</c:v>
                </c:pt>
                <c:pt idx="524">
                  <c:v>24.71804511278195</c:v>
                </c:pt>
                <c:pt idx="525">
                  <c:v>24.71804511278195</c:v>
                </c:pt>
                <c:pt idx="526">
                  <c:v>24.81203007518797</c:v>
                </c:pt>
                <c:pt idx="527">
                  <c:v>24.81203007518797</c:v>
                </c:pt>
                <c:pt idx="528">
                  <c:v>24.90601503759398</c:v>
                </c:pt>
                <c:pt idx="529">
                  <c:v>24.90601503759398</c:v>
                </c:pt>
                <c:pt idx="530">
                  <c:v>25</c:v>
                </c:pt>
                <c:pt idx="531">
                  <c:v>25</c:v>
                </c:pt>
                <c:pt idx="532">
                  <c:v>25.09398496240601</c:v>
                </c:pt>
                <c:pt idx="533">
                  <c:v>25.09398496240601</c:v>
                </c:pt>
                <c:pt idx="534">
                  <c:v>25.18796992481203</c:v>
                </c:pt>
                <c:pt idx="535">
                  <c:v>25.18796992481203</c:v>
                </c:pt>
                <c:pt idx="536">
                  <c:v>25.28195488721805</c:v>
                </c:pt>
                <c:pt idx="537">
                  <c:v>25.28195488721805</c:v>
                </c:pt>
                <c:pt idx="538">
                  <c:v>25.37593984962406</c:v>
                </c:pt>
                <c:pt idx="539">
                  <c:v>25.37593984962406</c:v>
                </c:pt>
                <c:pt idx="540">
                  <c:v>25.46992481203008</c:v>
                </c:pt>
                <c:pt idx="541">
                  <c:v>25.46992481203008</c:v>
                </c:pt>
                <c:pt idx="542">
                  <c:v>25.56390977443609</c:v>
                </c:pt>
                <c:pt idx="543">
                  <c:v>25.56390977443609</c:v>
                </c:pt>
                <c:pt idx="544">
                  <c:v>25.65789473684211</c:v>
                </c:pt>
                <c:pt idx="545">
                  <c:v>25.65789473684211</c:v>
                </c:pt>
                <c:pt idx="546">
                  <c:v>25.75187969924812</c:v>
                </c:pt>
                <c:pt idx="547">
                  <c:v>25.75187969924812</c:v>
                </c:pt>
                <c:pt idx="548">
                  <c:v>25.84586466165413</c:v>
                </c:pt>
                <c:pt idx="549">
                  <c:v>25.84586466165413</c:v>
                </c:pt>
                <c:pt idx="550">
                  <c:v>25.93984962406015</c:v>
                </c:pt>
                <c:pt idx="551">
                  <c:v>25.93984962406015</c:v>
                </c:pt>
                <c:pt idx="552">
                  <c:v>26.03383458646616</c:v>
                </c:pt>
                <c:pt idx="553">
                  <c:v>26.03383458646616</c:v>
                </c:pt>
                <c:pt idx="554">
                  <c:v>26.12781954887218</c:v>
                </c:pt>
                <c:pt idx="555">
                  <c:v>26.12781954887218</c:v>
                </c:pt>
                <c:pt idx="556">
                  <c:v>26.2218045112782</c:v>
                </c:pt>
                <c:pt idx="557">
                  <c:v>26.2218045112782</c:v>
                </c:pt>
                <c:pt idx="558">
                  <c:v>26.31578947368421</c:v>
                </c:pt>
                <c:pt idx="559">
                  <c:v>26.31578947368421</c:v>
                </c:pt>
                <c:pt idx="560">
                  <c:v>26.40977443609023</c:v>
                </c:pt>
                <c:pt idx="561">
                  <c:v>26.40977443609023</c:v>
                </c:pt>
                <c:pt idx="562">
                  <c:v>26.50375939849624</c:v>
                </c:pt>
                <c:pt idx="563">
                  <c:v>26.50375939849624</c:v>
                </c:pt>
                <c:pt idx="564">
                  <c:v>26.59774436090225</c:v>
                </c:pt>
                <c:pt idx="565">
                  <c:v>26.59774436090225</c:v>
                </c:pt>
                <c:pt idx="566">
                  <c:v>26.69172932330827</c:v>
                </c:pt>
                <c:pt idx="567">
                  <c:v>26.69172932330827</c:v>
                </c:pt>
                <c:pt idx="568">
                  <c:v>26.78571428571428</c:v>
                </c:pt>
                <c:pt idx="569">
                  <c:v>26.78571428571428</c:v>
                </c:pt>
                <c:pt idx="570">
                  <c:v>26.8796992481203</c:v>
                </c:pt>
                <c:pt idx="571">
                  <c:v>26.8796992481203</c:v>
                </c:pt>
                <c:pt idx="572">
                  <c:v>26.97368421052632</c:v>
                </c:pt>
                <c:pt idx="573">
                  <c:v>26.97368421052632</c:v>
                </c:pt>
                <c:pt idx="574">
                  <c:v>27.06766917293233</c:v>
                </c:pt>
                <c:pt idx="575">
                  <c:v>27.06766917293233</c:v>
                </c:pt>
                <c:pt idx="576">
                  <c:v>27.16165413533835</c:v>
                </c:pt>
                <c:pt idx="577">
                  <c:v>27.16165413533835</c:v>
                </c:pt>
                <c:pt idx="578">
                  <c:v>27.25563909774436</c:v>
                </c:pt>
                <c:pt idx="579">
                  <c:v>27.25563909774436</c:v>
                </c:pt>
                <c:pt idx="580">
                  <c:v>27.34962406015037</c:v>
                </c:pt>
                <c:pt idx="581">
                  <c:v>27.34962406015037</c:v>
                </c:pt>
                <c:pt idx="582">
                  <c:v>27.44360902255639</c:v>
                </c:pt>
                <c:pt idx="583">
                  <c:v>27.44360902255639</c:v>
                </c:pt>
                <c:pt idx="584">
                  <c:v>27.53759398496241</c:v>
                </c:pt>
                <c:pt idx="585">
                  <c:v>27.53759398496241</c:v>
                </c:pt>
                <c:pt idx="586">
                  <c:v>27.63157894736842</c:v>
                </c:pt>
                <c:pt idx="587">
                  <c:v>27.63157894736842</c:v>
                </c:pt>
                <c:pt idx="588">
                  <c:v>27.72556390977444</c:v>
                </c:pt>
                <c:pt idx="589">
                  <c:v>27.72556390977444</c:v>
                </c:pt>
                <c:pt idx="590">
                  <c:v>27.81954887218045</c:v>
                </c:pt>
                <c:pt idx="591">
                  <c:v>27.81954887218045</c:v>
                </c:pt>
                <c:pt idx="592">
                  <c:v>27.91353383458647</c:v>
                </c:pt>
                <c:pt idx="593">
                  <c:v>27.91353383458647</c:v>
                </c:pt>
                <c:pt idx="594">
                  <c:v>28.00751879699248</c:v>
                </c:pt>
                <c:pt idx="595">
                  <c:v>28.00751879699248</c:v>
                </c:pt>
                <c:pt idx="596">
                  <c:v>28.10150375939849</c:v>
                </c:pt>
                <c:pt idx="597">
                  <c:v>28.10150375939849</c:v>
                </c:pt>
                <c:pt idx="598">
                  <c:v>28.19548872180451</c:v>
                </c:pt>
                <c:pt idx="599">
                  <c:v>28.19548872180451</c:v>
                </c:pt>
                <c:pt idx="600">
                  <c:v>28.28947368421052</c:v>
                </c:pt>
                <c:pt idx="601">
                  <c:v>28.28947368421052</c:v>
                </c:pt>
                <c:pt idx="602">
                  <c:v>28.38345864661654</c:v>
                </c:pt>
                <c:pt idx="603">
                  <c:v>28.38345864661654</c:v>
                </c:pt>
                <c:pt idx="604">
                  <c:v>28.47744360902256</c:v>
                </c:pt>
                <c:pt idx="605">
                  <c:v>28.47744360902256</c:v>
                </c:pt>
                <c:pt idx="606">
                  <c:v>28.57142857142857</c:v>
                </c:pt>
                <c:pt idx="607">
                  <c:v>28.57142857142857</c:v>
                </c:pt>
                <c:pt idx="608">
                  <c:v>28.66541353383459</c:v>
                </c:pt>
                <c:pt idx="609">
                  <c:v>28.66541353383459</c:v>
                </c:pt>
                <c:pt idx="610">
                  <c:v>28.7593984962406</c:v>
                </c:pt>
                <c:pt idx="611">
                  <c:v>28.7593984962406</c:v>
                </c:pt>
                <c:pt idx="612">
                  <c:v>28.85338345864661</c:v>
                </c:pt>
                <c:pt idx="613">
                  <c:v>28.85338345864661</c:v>
                </c:pt>
                <c:pt idx="614">
                  <c:v>28.94736842105263</c:v>
                </c:pt>
                <c:pt idx="615">
                  <c:v>28.94736842105263</c:v>
                </c:pt>
                <c:pt idx="616">
                  <c:v>29.04135338345865</c:v>
                </c:pt>
                <c:pt idx="617">
                  <c:v>29.04135338345865</c:v>
                </c:pt>
                <c:pt idx="618">
                  <c:v>29.13533834586466</c:v>
                </c:pt>
                <c:pt idx="619">
                  <c:v>29.13533834586466</c:v>
                </c:pt>
                <c:pt idx="620">
                  <c:v>29.22932330827068</c:v>
                </c:pt>
                <c:pt idx="621">
                  <c:v>29.22932330827068</c:v>
                </c:pt>
                <c:pt idx="622">
                  <c:v>29.32330827067669</c:v>
                </c:pt>
                <c:pt idx="623">
                  <c:v>29.32330827067669</c:v>
                </c:pt>
                <c:pt idx="624">
                  <c:v>29.41729323308271</c:v>
                </c:pt>
                <c:pt idx="625">
                  <c:v>29.41729323308271</c:v>
                </c:pt>
                <c:pt idx="626">
                  <c:v>29.51127819548872</c:v>
                </c:pt>
                <c:pt idx="627">
                  <c:v>29.51127819548872</c:v>
                </c:pt>
                <c:pt idx="628">
                  <c:v>29.60526315789473</c:v>
                </c:pt>
                <c:pt idx="629">
                  <c:v>29.60526315789473</c:v>
                </c:pt>
                <c:pt idx="630">
                  <c:v>29.69924812030075</c:v>
                </c:pt>
                <c:pt idx="631">
                  <c:v>29.69924812030075</c:v>
                </c:pt>
                <c:pt idx="632">
                  <c:v>29.79323308270677</c:v>
                </c:pt>
                <c:pt idx="633">
                  <c:v>29.79323308270677</c:v>
                </c:pt>
                <c:pt idx="634">
                  <c:v>29.88721804511279</c:v>
                </c:pt>
                <c:pt idx="635">
                  <c:v>29.88721804511279</c:v>
                </c:pt>
                <c:pt idx="636">
                  <c:v>29.9812030075188</c:v>
                </c:pt>
                <c:pt idx="637">
                  <c:v>29.9812030075188</c:v>
                </c:pt>
                <c:pt idx="638">
                  <c:v>30.07518796992481</c:v>
                </c:pt>
                <c:pt idx="639">
                  <c:v>30.07518796992481</c:v>
                </c:pt>
                <c:pt idx="640">
                  <c:v>30.16917293233083</c:v>
                </c:pt>
                <c:pt idx="641">
                  <c:v>30.16917293233083</c:v>
                </c:pt>
                <c:pt idx="642">
                  <c:v>30.26315789473684</c:v>
                </c:pt>
                <c:pt idx="643">
                  <c:v>30.26315789473684</c:v>
                </c:pt>
                <c:pt idx="644">
                  <c:v>30.35714285714285</c:v>
                </c:pt>
                <c:pt idx="645">
                  <c:v>30.35714285714285</c:v>
                </c:pt>
                <c:pt idx="646">
                  <c:v>30.45112781954887</c:v>
                </c:pt>
                <c:pt idx="647">
                  <c:v>30.45112781954887</c:v>
                </c:pt>
                <c:pt idx="648">
                  <c:v>30.54511278195488</c:v>
                </c:pt>
                <c:pt idx="649">
                  <c:v>30.54511278195488</c:v>
                </c:pt>
                <c:pt idx="650">
                  <c:v>30.6390977443609</c:v>
                </c:pt>
                <c:pt idx="651">
                  <c:v>30.6390977443609</c:v>
                </c:pt>
                <c:pt idx="652">
                  <c:v>30.73308270676692</c:v>
                </c:pt>
                <c:pt idx="653">
                  <c:v>30.73308270676692</c:v>
                </c:pt>
                <c:pt idx="654">
                  <c:v>30.82706766917293</c:v>
                </c:pt>
                <c:pt idx="655">
                  <c:v>30.82706766917293</c:v>
                </c:pt>
                <c:pt idx="656">
                  <c:v>30.92105263157895</c:v>
                </c:pt>
                <c:pt idx="657">
                  <c:v>30.92105263157895</c:v>
                </c:pt>
                <c:pt idx="658">
                  <c:v>31.01503759398496</c:v>
                </c:pt>
                <c:pt idx="659">
                  <c:v>31.01503759398496</c:v>
                </c:pt>
                <c:pt idx="660">
                  <c:v>31.10902255639098</c:v>
                </c:pt>
                <c:pt idx="661">
                  <c:v>31.10902255639098</c:v>
                </c:pt>
                <c:pt idx="662">
                  <c:v>31.20300751879699</c:v>
                </c:pt>
                <c:pt idx="663">
                  <c:v>31.20300751879699</c:v>
                </c:pt>
                <c:pt idx="664">
                  <c:v>31.29699248120301</c:v>
                </c:pt>
                <c:pt idx="665">
                  <c:v>31.29699248120301</c:v>
                </c:pt>
                <c:pt idx="666">
                  <c:v>31.39097744360902</c:v>
                </c:pt>
                <c:pt idx="667">
                  <c:v>31.39097744360902</c:v>
                </c:pt>
                <c:pt idx="668">
                  <c:v>31.48496240601504</c:v>
                </c:pt>
                <c:pt idx="669">
                  <c:v>31.48496240601504</c:v>
                </c:pt>
                <c:pt idx="670">
                  <c:v>31.57894736842105</c:v>
                </c:pt>
                <c:pt idx="671">
                  <c:v>31.57894736842105</c:v>
                </c:pt>
                <c:pt idx="672">
                  <c:v>31.67293233082707</c:v>
                </c:pt>
                <c:pt idx="673">
                  <c:v>31.67293233082707</c:v>
                </c:pt>
                <c:pt idx="674">
                  <c:v>31.76691729323308</c:v>
                </c:pt>
                <c:pt idx="675">
                  <c:v>31.76691729323308</c:v>
                </c:pt>
                <c:pt idx="676">
                  <c:v>31.8609022556391</c:v>
                </c:pt>
                <c:pt idx="677">
                  <c:v>31.8609022556391</c:v>
                </c:pt>
                <c:pt idx="678">
                  <c:v>31.95488721804512</c:v>
                </c:pt>
                <c:pt idx="679">
                  <c:v>31.95488721804512</c:v>
                </c:pt>
                <c:pt idx="680">
                  <c:v>32.04887218045113</c:v>
                </c:pt>
                <c:pt idx="681">
                  <c:v>32.04887218045113</c:v>
                </c:pt>
                <c:pt idx="682">
                  <c:v>32.14285714285715</c:v>
                </c:pt>
                <c:pt idx="683">
                  <c:v>32.14285714285715</c:v>
                </c:pt>
                <c:pt idx="684">
                  <c:v>32.23684210526316</c:v>
                </c:pt>
                <c:pt idx="685">
                  <c:v>32.23684210526316</c:v>
                </c:pt>
                <c:pt idx="686">
                  <c:v>32.33082706766917</c:v>
                </c:pt>
                <c:pt idx="687">
                  <c:v>32.33082706766917</c:v>
                </c:pt>
                <c:pt idx="688">
                  <c:v>32.42481203007519</c:v>
                </c:pt>
                <c:pt idx="689">
                  <c:v>32.42481203007519</c:v>
                </c:pt>
                <c:pt idx="690">
                  <c:v>32.5187969924812</c:v>
                </c:pt>
                <c:pt idx="691">
                  <c:v>32.5187969924812</c:v>
                </c:pt>
                <c:pt idx="692">
                  <c:v>32.61278195488722</c:v>
                </c:pt>
                <c:pt idx="693">
                  <c:v>32.61278195488722</c:v>
                </c:pt>
                <c:pt idx="694">
                  <c:v>32.70676691729324</c:v>
                </c:pt>
                <c:pt idx="695">
                  <c:v>32.70676691729324</c:v>
                </c:pt>
                <c:pt idx="696">
                  <c:v>32.80075187969925</c:v>
                </c:pt>
                <c:pt idx="697">
                  <c:v>32.80075187969925</c:v>
                </c:pt>
                <c:pt idx="698">
                  <c:v>32.89473684210527</c:v>
                </c:pt>
                <c:pt idx="699">
                  <c:v>32.89473684210527</c:v>
                </c:pt>
                <c:pt idx="700">
                  <c:v>32.98872180451128</c:v>
                </c:pt>
                <c:pt idx="701">
                  <c:v>32.98872180451128</c:v>
                </c:pt>
                <c:pt idx="702">
                  <c:v>33.08270676691729</c:v>
                </c:pt>
                <c:pt idx="703">
                  <c:v>33.08270676691729</c:v>
                </c:pt>
                <c:pt idx="704">
                  <c:v>33.17669172932331</c:v>
                </c:pt>
                <c:pt idx="705">
                  <c:v>33.17669172932331</c:v>
                </c:pt>
                <c:pt idx="706">
                  <c:v>33.27067669172932</c:v>
                </c:pt>
                <c:pt idx="707">
                  <c:v>33.27067669172932</c:v>
                </c:pt>
                <c:pt idx="708">
                  <c:v>33.36466165413533</c:v>
                </c:pt>
                <c:pt idx="709">
                  <c:v>33.36466165413533</c:v>
                </c:pt>
                <c:pt idx="710">
                  <c:v>33.45864661654135</c:v>
                </c:pt>
                <c:pt idx="711">
                  <c:v>33.45864661654135</c:v>
                </c:pt>
                <c:pt idx="712">
                  <c:v>33.55263157894737</c:v>
                </c:pt>
                <c:pt idx="713">
                  <c:v>33.55263157894737</c:v>
                </c:pt>
                <c:pt idx="714">
                  <c:v>33.64661654135339</c:v>
                </c:pt>
                <c:pt idx="715">
                  <c:v>33.64661654135339</c:v>
                </c:pt>
                <c:pt idx="716">
                  <c:v>33.7406015037594</c:v>
                </c:pt>
                <c:pt idx="717">
                  <c:v>33.7406015037594</c:v>
                </c:pt>
                <c:pt idx="718">
                  <c:v>33.83458646616541</c:v>
                </c:pt>
                <c:pt idx="719">
                  <c:v>33.83458646616541</c:v>
                </c:pt>
                <c:pt idx="720">
                  <c:v>33.92857142857143</c:v>
                </c:pt>
                <c:pt idx="721">
                  <c:v>33.92857142857143</c:v>
                </c:pt>
                <c:pt idx="722">
                  <c:v>34.02255639097744</c:v>
                </c:pt>
                <c:pt idx="723">
                  <c:v>34.02255639097744</c:v>
                </c:pt>
                <c:pt idx="724">
                  <c:v>34.11654135338345</c:v>
                </c:pt>
                <c:pt idx="725">
                  <c:v>34.11654135338345</c:v>
                </c:pt>
                <c:pt idx="726">
                  <c:v>34.21052631578947</c:v>
                </c:pt>
                <c:pt idx="727">
                  <c:v>34.21052631578947</c:v>
                </c:pt>
                <c:pt idx="728">
                  <c:v>34.30451127819548</c:v>
                </c:pt>
                <c:pt idx="729">
                  <c:v>34.30451127819548</c:v>
                </c:pt>
                <c:pt idx="730">
                  <c:v>34.3984962406015</c:v>
                </c:pt>
                <c:pt idx="731">
                  <c:v>34.3984962406015</c:v>
                </c:pt>
                <c:pt idx="732">
                  <c:v>34.49248120300752</c:v>
                </c:pt>
                <c:pt idx="733">
                  <c:v>34.49248120300752</c:v>
                </c:pt>
                <c:pt idx="734">
                  <c:v>34.58646616541353</c:v>
                </c:pt>
                <c:pt idx="735">
                  <c:v>34.58646616541353</c:v>
                </c:pt>
                <c:pt idx="736">
                  <c:v>34.68045112781955</c:v>
                </c:pt>
                <c:pt idx="737">
                  <c:v>34.68045112781955</c:v>
                </c:pt>
                <c:pt idx="738">
                  <c:v>34.77443609022556</c:v>
                </c:pt>
                <c:pt idx="739">
                  <c:v>34.77443609022556</c:v>
                </c:pt>
                <c:pt idx="740">
                  <c:v>34.86842105263158</c:v>
                </c:pt>
                <c:pt idx="741">
                  <c:v>34.86842105263158</c:v>
                </c:pt>
                <c:pt idx="742">
                  <c:v>34.96240601503759</c:v>
                </c:pt>
                <c:pt idx="743">
                  <c:v>34.96240601503759</c:v>
                </c:pt>
                <c:pt idx="744">
                  <c:v>35.05639097744361</c:v>
                </c:pt>
                <c:pt idx="745">
                  <c:v>35.05639097744361</c:v>
                </c:pt>
                <c:pt idx="746">
                  <c:v>35.15037593984962</c:v>
                </c:pt>
                <c:pt idx="747">
                  <c:v>35.15037593984962</c:v>
                </c:pt>
                <c:pt idx="748">
                  <c:v>35.24436090225564</c:v>
                </c:pt>
                <c:pt idx="749">
                  <c:v>35.24436090225564</c:v>
                </c:pt>
                <c:pt idx="750">
                  <c:v>35.33834586466165</c:v>
                </c:pt>
                <c:pt idx="751">
                  <c:v>35.33834586466165</c:v>
                </c:pt>
                <c:pt idx="752">
                  <c:v>35.43233082706767</c:v>
                </c:pt>
                <c:pt idx="753">
                  <c:v>35.43233082706767</c:v>
                </c:pt>
                <c:pt idx="754">
                  <c:v>35.52631578947368</c:v>
                </c:pt>
                <c:pt idx="755">
                  <c:v>35.52631578947368</c:v>
                </c:pt>
                <c:pt idx="756">
                  <c:v>35.6203007518797</c:v>
                </c:pt>
                <c:pt idx="757">
                  <c:v>35.6203007518797</c:v>
                </c:pt>
                <c:pt idx="758">
                  <c:v>35.71428571428572</c:v>
                </c:pt>
                <c:pt idx="759">
                  <c:v>35.71428571428572</c:v>
                </c:pt>
                <c:pt idx="760">
                  <c:v>35.80827067669173</c:v>
                </c:pt>
                <c:pt idx="761">
                  <c:v>35.80827067669173</c:v>
                </c:pt>
                <c:pt idx="762">
                  <c:v>35.90225563909775</c:v>
                </c:pt>
                <c:pt idx="763">
                  <c:v>35.90225563909775</c:v>
                </c:pt>
                <c:pt idx="764">
                  <c:v>35.99624060150376</c:v>
                </c:pt>
                <c:pt idx="765">
                  <c:v>35.99624060150376</c:v>
                </c:pt>
                <c:pt idx="766">
                  <c:v>36.09022556390977</c:v>
                </c:pt>
                <c:pt idx="767">
                  <c:v>36.09022556390977</c:v>
                </c:pt>
                <c:pt idx="768">
                  <c:v>36.18421052631579</c:v>
                </c:pt>
                <c:pt idx="769">
                  <c:v>36.18421052631579</c:v>
                </c:pt>
                <c:pt idx="770">
                  <c:v>36.27819548872181</c:v>
                </c:pt>
                <c:pt idx="771">
                  <c:v>36.27819548872181</c:v>
                </c:pt>
                <c:pt idx="772">
                  <c:v>36.37218045112782</c:v>
                </c:pt>
                <c:pt idx="773">
                  <c:v>36.37218045112782</c:v>
                </c:pt>
                <c:pt idx="774">
                  <c:v>36.46616541353384</c:v>
                </c:pt>
                <c:pt idx="775">
                  <c:v>36.46616541353384</c:v>
                </c:pt>
                <c:pt idx="776">
                  <c:v>36.56015037593985</c:v>
                </c:pt>
                <c:pt idx="777">
                  <c:v>36.56015037593985</c:v>
                </c:pt>
                <c:pt idx="778">
                  <c:v>36.65413533834587</c:v>
                </c:pt>
                <c:pt idx="779">
                  <c:v>36.65413533834587</c:v>
                </c:pt>
                <c:pt idx="780">
                  <c:v>36.74812030075188</c:v>
                </c:pt>
                <c:pt idx="781">
                  <c:v>36.74812030075188</c:v>
                </c:pt>
                <c:pt idx="782">
                  <c:v>36.84210526315789</c:v>
                </c:pt>
                <c:pt idx="783">
                  <c:v>36.84210526315789</c:v>
                </c:pt>
                <c:pt idx="784">
                  <c:v>36.93609022556391</c:v>
                </c:pt>
                <c:pt idx="785">
                  <c:v>36.93609022556391</c:v>
                </c:pt>
                <c:pt idx="786">
                  <c:v>37.03007518796993</c:v>
                </c:pt>
                <c:pt idx="787">
                  <c:v>37.03007518796993</c:v>
                </c:pt>
                <c:pt idx="788">
                  <c:v>37.12406015037594</c:v>
                </c:pt>
                <c:pt idx="789">
                  <c:v>37.12406015037594</c:v>
                </c:pt>
                <c:pt idx="790">
                  <c:v>37.21804511278196</c:v>
                </c:pt>
                <c:pt idx="791">
                  <c:v>37.21804511278196</c:v>
                </c:pt>
                <c:pt idx="792">
                  <c:v>37.31203007518797</c:v>
                </c:pt>
                <c:pt idx="793">
                  <c:v>37.31203007518797</c:v>
                </c:pt>
                <c:pt idx="794">
                  <c:v>37.40601503759399</c:v>
                </c:pt>
                <c:pt idx="795">
                  <c:v>37.40601503759399</c:v>
                </c:pt>
                <c:pt idx="796">
                  <c:v>37.5</c:v>
                </c:pt>
                <c:pt idx="797">
                  <c:v>37.5</c:v>
                </c:pt>
                <c:pt idx="798">
                  <c:v>37.59398496240601</c:v>
                </c:pt>
                <c:pt idx="799">
                  <c:v>37.59398496240601</c:v>
                </c:pt>
                <c:pt idx="800">
                  <c:v>37.68796992481203</c:v>
                </c:pt>
                <c:pt idx="801">
                  <c:v>37.68796992481203</c:v>
                </c:pt>
                <c:pt idx="802">
                  <c:v>37.78195488721804</c:v>
                </c:pt>
                <c:pt idx="803">
                  <c:v>37.78195488721804</c:v>
                </c:pt>
                <c:pt idx="804">
                  <c:v>37.87593984962406</c:v>
                </c:pt>
                <c:pt idx="805">
                  <c:v>37.87593984962406</c:v>
                </c:pt>
                <c:pt idx="806">
                  <c:v>37.96992481203007</c:v>
                </c:pt>
                <c:pt idx="807">
                  <c:v>37.96992481203007</c:v>
                </c:pt>
                <c:pt idx="808">
                  <c:v>38.06390977443609</c:v>
                </c:pt>
                <c:pt idx="809">
                  <c:v>38.06390977443609</c:v>
                </c:pt>
                <c:pt idx="810">
                  <c:v>38.15789473684211</c:v>
                </c:pt>
                <c:pt idx="811">
                  <c:v>38.15789473684211</c:v>
                </c:pt>
                <c:pt idx="812">
                  <c:v>38.25187969924812</c:v>
                </c:pt>
                <c:pt idx="813">
                  <c:v>38.25187969924812</c:v>
                </c:pt>
                <c:pt idx="814">
                  <c:v>38.34586466165413</c:v>
                </c:pt>
                <c:pt idx="815">
                  <c:v>38.34586466165413</c:v>
                </c:pt>
                <c:pt idx="816">
                  <c:v>38.43984962406015</c:v>
                </c:pt>
                <c:pt idx="817">
                  <c:v>38.43984962406015</c:v>
                </c:pt>
                <c:pt idx="818">
                  <c:v>38.53383458646616</c:v>
                </c:pt>
                <c:pt idx="819">
                  <c:v>38.53383458646616</c:v>
                </c:pt>
                <c:pt idx="820">
                  <c:v>38.62781954887218</c:v>
                </c:pt>
                <c:pt idx="821">
                  <c:v>38.62781954887218</c:v>
                </c:pt>
                <c:pt idx="822">
                  <c:v>38.72180451127819</c:v>
                </c:pt>
                <c:pt idx="823">
                  <c:v>38.72180451127819</c:v>
                </c:pt>
                <c:pt idx="824">
                  <c:v>38.81578947368421</c:v>
                </c:pt>
                <c:pt idx="825">
                  <c:v>38.81578947368421</c:v>
                </c:pt>
                <c:pt idx="826">
                  <c:v>38.90977443609023</c:v>
                </c:pt>
                <c:pt idx="827">
                  <c:v>38.90977443609023</c:v>
                </c:pt>
                <c:pt idx="828">
                  <c:v>39.00375939849624</c:v>
                </c:pt>
                <c:pt idx="829">
                  <c:v>39.00375939849624</c:v>
                </c:pt>
                <c:pt idx="830">
                  <c:v>39.09774436090225</c:v>
                </c:pt>
                <c:pt idx="831">
                  <c:v>39.09774436090225</c:v>
                </c:pt>
                <c:pt idx="832">
                  <c:v>39.19172932330827</c:v>
                </c:pt>
                <c:pt idx="833">
                  <c:v>39.19172932330827</c:v>
                </c:pt>
                <c:pt idx="834">
                  <c:v>39.28571428571428</c:v>
                </c:pt>
                <c:pt idx="835">
                  <c:v>39.28571428571428</c:v>
                </c:pt>
                <c:pt idx="836">
                  <c:v>39.3796992481203</c:v>
                </c:pt>
                <c:pt idx="837">
                  <c:v>39.3796992481203</c:v>
                </c:pt>
                <c:pt idx="838">
                  <c:v>39.47368421052632</c:v>
                </c:pt>
                <c:pt idx="839">
                  <c:v>39.47368421052632</c:v>
                </c:pt>
                <c:pt idx="840">
                  <c:v>39.56766917293233</c:v>
                </c:pt>
                <c:pt idx="841">
                  <c:v>39.56766917293233</c:v>
                </c:pt>
                <c:pt idx="842">
                  <c:v>39.66165413533835</c:v>
                </c:pt>
                <c:pt idx="843">
                  <c:v>39.66165413533835</c:v>
                </c:pt>
                <c:pt idx="844">
                  <c:v>39.75563909774436</c:v>
                </c:pt>
                <c:pt idx="845">
                  <c:v>39.75563909774436</c:v>
                </c:pt>
                <c:pt idx="846">
                  <c:v>39.84962406015038</c:v>
                </c:pt>
                <c:pt idx="847">
                  <c:v>39.84962406015038</c:v>
                </c:pt>
                <c:pt idx="848">
                  <c:v>39.94360902255639</c:v>
                </c:pt>
                <c:pt idx="849">
                  <c:v>39.94360902255639</c:v>
                </c:pt>
                <c:pt idx="850">
                  <c:v>40.03759398496241</c:v>
                </c:pt>
                <c:pt idx="851">
                  <c:v>40.03759398496241</c:v>
                </c:pt>
                <c:pt idx="852">
                  <c:v>40.13157894736842</c:v>
                </c:pt>
                <c:pt idx="853">
                  <c:v>40.13157894736842</c:v>
                </c:pt>
                <c:pt idx="854">
                  <c:v>40.22556390977444</c:v>
                </c:pt>
                <c:pt idx="855">
                  <c:v>40.22556390977444</c:v>
                </c:pt>
                <c:pt idx="856">
                  <c:v>40.31954887218045</c:v>
                </c:pt>
                <c:pt idx="857">
                  <c:v>40.31954887218045</c:v>
                </c:pt>
                <c:pt idx="858">
                  <c:v>40.41353383458647</c:v>
                </c:pt>
                <c:pt idx="859">
                  <c:v>40.41353383458647</c:v>
                </c:pt>
                <c:pt idx="860">
                  <c:v>40.50751879699248</c:v>
                </c:pt>
                <c:pt idx="861">
                  <c:v>40.50751879699248</c:v>
                </c:pt>
                <c:pt idx="862">
                  <c:v>40.6015037593985</c:v>
                </c:pt>
                <c:pt idx="863">
                  <c:v>40.6015037593985</c:v>
                </c:pt>
                <c:pt idx="864">
                  <c:v>40.69548872180452</c:v>
                </c:pt>
                <c:pt idx="865">
                  <c:v>40.69548872180452</c:v>
                </c:pt>
                <c:pt idx="866">
                  <c:v>40.78947368421053</c:v>
                </c:pt>
                <c:pt idx="867">
                  <c:v>40.78947368421053</c:v>
                </c:pt>
                <c:pt idx="868">
                  <c:v>40.88345864661655</c:v>
                </c:pt>
                <c:pt idx="869">
                  <c:v>40.88345864661655</c:v>
                </c:pt>
                <c:pt idx="870">
                  <c:v>40.97744360902256</c:v>
                </c:pt>
                <c:pt idx="871">
                  <c:v>40.97744360902256</c:v>
                </c:pt>
                <c:pt idx="872">
                  <c:v>41.07142857142857</c:v>
                </c:pt>
                <c:pt idx="873">
                  <c:v>41.07142857142857</c:v>
                </c:pt>
                <c:pt idx="874">
                  <c:v>41.16541353383459</c:v>
                </c:pt>
                <c:pt idx="875">
                  <c:v>41.16541353383459</c:v>
                </c:pt>
                <c:pt idx="876">
                  <c:v>41.2593984962406</c:v>
                </c:pt>
                <c:pt idx="877">
                  <c:v>41.2593984962406</c:v>
                </c:pt>
                <c:pt idx="878">
                  <c:v>41.35338345864661</c:v>
                </c:pt>
                <c:pt idx="879">
                  <c:v>41.35338345864661</c:v>
                </c:pt>
                <c:pt idx="880">
                  <c:v>41.44736842105263</c:v>
                </c:pt>
                <c:pt idx="881">
                  <c:v>41.44736842105263</c:v>
                </c:pt>
                <c:pt idx="882">
                  <c:v>41.54135338345865</c:v>
                </c:pt>
                <c:pt idx="883">
                  <c:v>41.54135338345865</c:v>
                </c:pt>
                <c:pt idx="884">
                  <c:v>41.63533834586467</c:v>
                </c:pt>
                <c:pt idx="885">
                  <c:v>41.63533834586467</c:v>
                </c:pt>
                <c:pt idx="886">
                  <c:v>41.72932330827068</c:v>
                </c:pt>
                <c:pt idx="887">
                  <c:v>41.72932330827068</c:v>
                </c:pt>
                <c:pt idx="888">
                  <c:v>41.82330827067669</c:v>
                </c:pt>
                <c:pt idx="889">
                  <c:v>41.82330827067669</c:v>
                </c:pt>
                <c:pt idx="890">
                  <c:v>41.91729323308271</c:v>
                </c:pt>
                <c:pt idx="891">
                  <c:v>41.91729323308271</c:v>
                </c:pt>
                <c:pt idx="892">
                  <c:v>42.01127819548872</c:v>
                </c:pt>
                <c:pt idx="893">
                  <c:v>42.01127819548872</c:v>
                </c:pt>
                <c:pt idx="894">
                  <c:v>42.10526315789473</c:v>
                </c:pt>
                <c:pt idx="895">
                  <c:v>42.10526315789473</c:v>
                </c:pt>
                <c:pt idx="896">
                  <c:v>42.19924812030075</c:v>
                </c:pt>
                <c:pt idx="897">
                  <c:v>42.19924812030075</c:v>
                </c:pt>
                <c:pt idx="898">
                  <c:v>42.29323308270676</c:v>
                </c:pt>
                <c:pt idx="899">
                  <c:v>42.29323308270676</c:v>
                </c:pt>
                <c:pt idx="900">
                  <c:v>42.38721804511278</c:v>
                </c:pt>
                <c:pt idx="901">
                  <c:v>42.38721804511278</c:v>
                </c:pt>
                <c:pt idx="902">
                  <c:v>42.4812030075188</c:v>
                </c:pt>
                <c:pt idx="903">
                  <c:v>42.4812030075188</c:v>
                </c:pt>
                <c:pt idx="904">
                  <c:v>42.57518796992481</c:v>
                </c:pt>
                <c:pt idx="905">
                  <c:v>42.57518796992481</c:v>
                </c:pt>
                <c:pt idx="906">
                  <c:v>42.66917293233083</c:v>
                </c:pt>
                <c:pt idx="907">
                  <c:v>42.66917293233083</c:v>
                </c:pt>
                <c:pt idx="908">
                  <c:v>42.76315789473684</c:v>
                </c:pt>
                <c:pt idx="909">
                  <c:v>42.76315789473684</c:v>
                </c:pt>
                <c:pt idx="910">
                  <c:v>42.85714285714285</c:v>
                </c:pt>
                <c:pt idx="911">
                  <c:v>42.85714285714285</c:v>
                </c:pt>
                <c:pt idx="912">
                  <c:v>42.95112781954887</c:v>
                </c:pt>
                <c:pt idx="913">
                  <c:v>42.95112781954887</c:v>
                </c:pt>
                <c:pt idx="914">
                  <c:v>43.04511278195488</c:v>
                </c:pt>
                <c:pt idx="915">
                  <c:v>43.04511278195488</c:v>
                </c:pt>
                <c:pt idx="916">
                  <c:v>43.1390977443609</c:v>
                </c:pt>
                <c:pt idx="917">
                  <c:v>43.1390977443609</c:v>
                </c:pt>
                <c:pt idx="918">
                  <c:v>43.23308270676691</c:v>
                </c:pt>
                <c:pt idx="919">
                  <c:v>43.23308270676691</c:v>
                </c:pt>
                <c:pt idx="920">
                  <c:v>43.32706766917293</c:v>
                </c:pt>
                <c:pt idx="921">
                  <c:v>43.32706766917293</c:v>
                </c:pt>
                <c:pt idx="922">
                  <c:v>43.42105263157895</c:v>
                </c:pt>
                <c:pt idx="923">
                  <c:v>43.42105263157895</c:v>
                </c:pt>
                <c:pt idx="924">
                  <c:v>43.51503759398496</c:v>
                </c:pt>
                <c:pt idx="925">
                  <c:v>43.51503759398496</c:v>
                </c:pt>
                <c:pt idx="926">
                  <c:v>43.60902255639098</c:v>
                </c:pt>
                <c:pt idx="927">
                  <c:v>43.60902255639098</c:v>
                </c:pt>
                <c:pt idx="928">
                  <c:v>43.70300751879699</c:v>
                </c:pt>
                <c:pt idx="929">
                  <c:v>43.70300751879699</c:v>
                </c:pt>
                <c:pt idx="930">
                  <c:v>43.79699248120301</c:v>
                </c:pt>
                <c:pt idx="931">
                  <c:v>43.79699248120301</c:v>
                </c:pt>
                <c:pt idx="932">
                  <c:v>43.89097744360902</c:v>
                </c:pt>
                <c:pt idx="933">
                  <c:v>43.89097744360902</c:v>
                </c:pt>
                <c:pt idx="934">
                  <c:v>43.98496240601504</c:v>
                </c:pt>
                <c:pt idx="935">
                  <c:v>43.98496240601504</c:v>
                </c:pt>
                <c:pt idx="936">
                  <c:v>44.07894736842105</c:v>
                </c:pt>
                <c:pt idx="937">
                  <c:v>44.07894736842105</c:v>
                </c:pt>
                <c:pt idx="938">
                  <c:v>44.17293233082707</c:v>
                </c:pt>
                <c:pt idx="939">
                  <c:v>44.17293233082707</c:v>
                </c:pt>
                <c:pt idx="940">
                  <c:v>44.26691729323309</c:v>
                </c:pt>
                <c:pt idx="941">
                  <c:v>44.26691729323309</c:v>
                </c:pt>
                <c:pt idx="942">
                  <c:v>44.3609022556391</c:v>
                </c:pt>
                <c:pt idx="943">
                  <c:v>44.3609022556391</c:v>
                </c:pt>
                <c:pt idx="944">
                  <c:v>44.45488721804512</c:v>
                </c:pt>
                <c:pt idx="945">
                  <c:v>44.45488721804512</c:v>
                </c:pt>
                <c:pt idx="946">
                  <c:v>44.54887218045113</c:v>
                </c:pt>
                <c:pt idx="947">
                  <c:v>44.54887218045113</c:v>
                </c:pt>
                <c:pt idx="948">
                  <c:v>44.64285714285715</c:v>
                </c:pt>
                <c:pt idx="949">
                  <c:v>44.64285714285715</c:v>
                </c:pt>
                <c:pt idx="950">
                  <c:v>44.73684210526316</c:v>
                </c:pt>
                <c:pt idx="951">
                  <c:v>44.73684210526316</c:v>
                </c:pt>
                <c:pt idx="952">
                  <c:v>44.83082706766917</c:v>
                </c:pt>
                <c:pt idx="953">
                  <c:v>44.83082706766917</c:v>
                </c:pt>
                <c:pt idx="954">
                  <c:v>44.92481203007519</c:v>
                </c:pt>
                <c:pt idx="955">
                  <c:v>44.92481203007519</c:v>
                </c:pt>
                <c:pt idx="956">
                  <c:v>45.0187969924812</c:v>
                </c:pt>
                <c:pt idx="957">
                  <c:v>45.0187969924812</c:v>
                </c:pt>
                <c:pt idx="958">
                  <c:v>45.11278195488722</c:v>
                </c:pt>
                <c:pt idx="959">
                  <c:v>45.11278195488722</c:v>
                </c:pt>
                <c:pt idx="960">
                  <c:v>45.20676691729324</c:v>
                </c:pt>
                <c:pt idx="961">
                  <c:v>45.20676691729324</c:v>
                </c:pt>
                <c:pt idx="962">
                  <c:v>45.30075187969925</c:v>
                </c:pt>
                <c:pt idx="963">
                  <c:v>45.30075187969925</c:v>
                </c:pt>
                <c:pt idx="964">
                  <c:v>45.39473684210527</c:v>
                </c:pt>
                <c:pt idx="965">
                  <c:v>45.39473684210527</c:v>
                </c:pt>
                <c:pt idx="966">
                  <c:v>45.48872180451128</c:v>
                </c:pt>
                <c:pt idx="967">
                  <c:v>45.48872180451128</c:v>
                </c:pt>
                <c:pt idx="968">
                  <c:v>45.58270676691729</c:v>
                </c:pt>
                <c:pt idx="969">
                  <c:v>45.58270676691729</c:v>
                </c:pt>
                <c:pt idx="970">
                  <c:v>45.67669172932331</c:v>
                </c:pt>
                <c:pt idx="971">
                  <c:v>45.67669172932331</c:v>
                </c:pt>
                <c:pt idx="972">
                  <c:v>45.77067669172932</c:v>
                </c:pt>
                <c:pt idx="973">
                  <c:v>45.77067669172932</c:v>
                </c:pt>
                <c:pt idx="974">
                  <c:v>45.86466165413533</c:v>
                </c:pt>
                <c:pt idx="975">
                  <c:v>45.86466165413533</c:v>
                </c:pt>
                <c:pt idx="976">
                  <c:v>45.95864661654135</c:v>
                </c:pt>
                <c:pt idx="977">
                  <c:v>45.95864661654135</c:v>
                </c:pt>
                <c:pt idx="978">
                  <c:v>46.05263157894737</c:v>
                </c:pt>
                <c:pt idx="979">
                  <c:v>46.05263157894737</c:v>
                </c:pt>
                <c:pt idx="980">
                  <c:v>46.14661654135339</c:v>
                </c:pt>
                <c:pt idx="981">
                  <c:v>46.14661654135339</c:v>
                </c:pt>
                <c:pt idx="982">
                  <c:v>46.2406015037594</c:v>
                </c:pt>
                <c:pt idx="983">
                  <c:v>46.2406015037594</c:v>
                </c:pt>
                <c:pt idx="984">
                  <c:v>46.33458646616541</c:v>
                </c:pt>
                <c:pt idx="985">
                  <c:v>46.33458646616541</c:v>
                </c:pt>
                <c:pt idx="986">
                  <c:v>46.42857142857143</c:v>
                </c:pt>
                <c:pt idx="987">
                  <c:v>46.42857142857143</c:v>
                </c:pt>
                <c:pt idx="988">
                  <c:v>46.52255639097744</c:v>
                </c:pt>
                <c:pt idx="989">
                  <c:v>46.52255639097744</c:v>
                </c:pt>
                <c:pt idx="990">
                  <c:v>46.61654135338345</c:v>
                </c:pt>
                <c:pt idx="991">
                  <c:v>46.61654135338345</c:v>
                </c:pt>
                <c:pt idx="992">
                  <c:v>46.71052631578947</c:v>
                </c:pt>
                <c:pt idx="993">
                  <c:v>46.71052631578947</c:v>
                </c:pt>
                <c:pt idx="994">
                  <c:v>46.80451127819548</c:v>
                </c:pt>
                <c:pt idx="995">
                  <c:v>46.80451127819548</c:v>
                </c:pt>
                <c:pt idx="996">
                  <c:v>46.8984962406015</c:v>
                </c:pt>
                <c:pt idx="997">
                  <c:v>46.8984962406015</c:v>
                </c:pt>
                <c:pt idx="998">
                  <c:v>46.99248120300752</c:v>
                </c:pt>
                <c:pt idx="999">
                  <c:v>46.99248120300752</c:v>
                </c:pt>
                <c:pt idx="1000">
                  <c:v>47.08646616541353</c:v>
                </c:pt>
                <c:pt idx="1001">
                  <c:v>47.08646616541353</c:v>
                </c:pt>
                <c:pt idx="1002">
                  <c:v>47.18045112781955</c:v>
                </c:pt>
                <c:pt idx="1003">
                  <c:v>47.18045112781955</c:v>
                </c:pt>
                <c:pt idx="1004">
                  <c:v>47.27443609022556</c:v>
                </c:pt>
                <c:pt idx="1005">
                  <c:v>47.27443609022556</c:v>
                </c:pt>
                <c:pt idx="1006">
                  <c:v>47.36842105263158</c:v>
                </c:pt>
                <c:pt idx="1007">
                  <c:v>47.36842105263158</c:v>
                </c:pt>
                <c:pt idx="1008">
                  <c:v>47.46240601503759</c:v>
                </c:pt>
                <c:pt idx="1009">
                  <c:v>47.46240601503759</c:v>
                </c:pt>
                <c:pt idx="1010">
                  <c:v>47.55639097744361</c:v>
                </c:pt>
                <c:pt idx="1011">
                  <c:v>47.55639097744361</c:v>
                </c:pt>
                <c:pt idx="1012">
                  <c:v>47.65037593984962</c:v>
                </c:pt>
                <c:pt idx="1013">
                  <c:v>47.65037593984962</c:v>
                </c:pt>
                <c:pt idx="1014">
                  <c:v>47.74436090225564</c:v>
                </c:pt>
                <c:pt idx="1015">
                  <c:v>47.74436090225564</c:v>
                </c:pt>
                <c:pt idx="1016">
                  <c:v>47.83834586466165</c:v>
                </c:pt>
                <c:pt idx="1017">
                  <c:v>47.83834586466165</c:v>
                </c:pt>
                <c:pt idx="1018">
                  <c:v>47.93233082706767</c:v>
                </c:pt>
                <c:pt idx="1019">
                  <c:v>47.93233082706767</c:v>
                </c:pt>
                <c:pt idx="1020">
                  <c:v>48.02631578947368</c:v>
                </c:pt>
                <c:pt idx="1021">
                  <c:v>48.02631578947368</c:v>
                </c:pt>
                <c:pt idx="1022">
                  <c:v>48.1203007518797</c:v>
                </c:pt>
                <c:pt idx="1023">
                  <c:v>48.1203007518797</c:v>
                </c:pt>
                <c:pt idx="1024">
                  <c:v>48.21428571428572</c:v>
                </c:pt>
                <c:pt idx="1025">
                  <c:v>48.21428571428572</c:v>
                </c:pt>
                <c:pt idx="1026">
                  <c:v>48.30827067669173</c:v>
                </c:pt>
                <c:pt idx="1027">
                  <c:v>48.30827067669173</c:v>
                </c:pt>
                <c:pt idx="1028">
                  <c:v>48.40225563909775</c:v>
                </c:pt>
                <c:pt idx="1029">
                  <c:v>48.40225563909775</c:v>
                </c:pt>
                <c:pt idx="1030">
                  <c:v>48.49624060150376</c:v>
                </c:pt>
                <c:pt idx="1031">
                  <c:v>48.49624060150376</c:v>
                </c:pt>
                <c:pt idx="1032">
                  <c:v>48.59022556390977</c:v>
                </c:pt>
                <c:pt idx="1033">
                  <c:v>48.59022556390977</c:v>
                </c:pt>
                <c:pt idx="1034">
                  <c:v>48.68421052631579</c:v>
                </c:pt>
                <c:pt idx="1035">
                  <c:v>48.68421052631579</c:v>
                </c:pt>
                <c:pt idx="1036">
                  <c:v>48.77819548872181</c:v>
                </c:pt>
                <c:pt idx="1037">
                  <c:v>48.77819548872181</c:v>
                </c:pt>
                <c:pt idx="1038">
                  <c:v>48.87218045112782</c:v>
                </c:pt>
                <c:pt idx="1039">
                  <c:v>48.87218045112782</c:v>
                </c:pt>
                <c:pt idx="1040">
                  <c:v>48.96616541353384</c:v>
                </c:pt>
                <c:pt idx="1041">
                  <c:v>48.96616541353384</c:v>
                </c:pt>
                <c:pt idx="1042">
                  <c:v>49.06015037593985</c:v>
                </c:pt>
                <c:pt idx="1043">
                  <c:v>49.06015037593985</c:v>
                </c:pt>
                <c:pt idx="1044">
                  <c:v>49.15413533834587</c:v>
                </c:pt>
                <c:pt idx="1045">
                  <c:v>49.15413533834587</c:v>
                </c:pt>
                <c:pt idx="1046">
                  <c:v>49.24812030075188</c:v>
                </c:pt>
                <c:pt idx="1047">
                  <c:v>49.24812030075188</c:v>
                </c:pt>
                <c:pt idx="1048">
                  <c:v>49.34210526315789</c:v>
                </c:pt>
                <c:pt idx="1049">
                  <c:v>49.34210526315789</c:v>
                </c:pt>
                <c:pt idx="1050">
                  <c:v>49.43609022556391</c:v>
                </c:pt>
                <c:pt idx="1051">
                  <c:v>49.43609022556391</c:v>
                </c:pt>
                <c:pt idx="1052">
                  <c:v>49.53007518796993</c:v>
                </c:pt>
                <c:pt idx="1053">
                  <c:v>49.53007518796993</c:v>
                </c:pt>
                <c:pt idx="1054">
                  <c:v>49.62406015037594</c:v>
                </c:pt>
                <c:pt idx="1055">
                  <c:v>49.62406015037594</c:v>
                </c:pt>
                <c:pt idx="1056">
                  <c:v>49.71804511278196</c:v>
                </c:pt>
                <c:pt idx="1057">
                  <c:v>49.71804511278196</c:v>
                </c:pt>
                <c:pt idx="1058">
                  <c:v>49.81203007518797</c:v>
                </c:pt>
                <c:pt idx="1059">
                  <c:v>49.81203007518797</c:v>
                </c:pt>
                <c:pt idx="1060">
                  <c:v>49.90601503759399</c:v>
                </c:pt>
                <c:pt idx="1061">
                  <c:v>49.90601503759399</c:v>
                </c:pt>
                <c:pt idx="1062">
                  <c:v>50</c:v>
                </c:pt>
                <c:pt idx="1063">
                  <c:v>50</c:v>
                </c:pt>
                <c:pt idx="1064">
                  <c:v>50.09398496240601</c:v>
                </c:pt>
                <c:pt idx="1065">
                  <c:v>50.09398496240601</c:v>
                </c:pt>
                <c:pt idx="1066">
                  <c:v>50.18796992481202</c:v>
                </c:pt>
                <c:pt idx="1067">
                  <c:v>50.18796992481202</c:v>
                </c:pt>
                <c:pt idx="1068">
                  <c:v>50.28195488721805</c:v>
                </c:pt>
                <c:pt idx="1069">
                  <c:v>50.28195488721805</c:v>
                </c:pt>
                <c:pt idx="1070">
                  <c:v>50.37593984962406</c:v>
                </c:pt>
                <c:pt idx="1071">
                  <c:v>50.37593984962406</c:v>
                </c:pt>
                <c:pt idx="1072">
                  <c:v>50.46992481203007</c:v>
                </c:pt>
                <c:pt idx="1073">
                  <c:v>50.46992481203007</c:v>
                </c:pt>
                <c:pt idx="1074">
                  <c:v>50.56390977443609</c:v>
                </c:pt>
                <c:pt idx="1075">
                  <c:v>50.56390977443609</c:v>
                </c:pt>
                <c:pt idx="1076">
                  <c:v>50.6578947368421</c:v>
                </c:pt>
                <c:pt idx="1077">
                  <c:v>50.6578947368421</c:v>
                </c:pt>
                <c:pt idx="1078">
                  <c:v>50.75187969924813</c:v>
                </c:pt>
                <c:pt idx="1079">
                  <c:v>50.75187969924813</c:v>
                </c:pt>
                <c:pt idx="1080">
                  <c:v>50.84586466165414</c:v>
                </c:pt>
                <c:pt idx="1081">
                  <c:v>50.84586466165414</c:v>
                </c:pt>
                <c:pt idx="1082">
                  <c:v>50.93984962406015</c:v>
                </c:pt>
                <c:pt idx="1083">
                  <c:v>50.93984962406015</c:v>
                </c:pt>
                <c:pt idx="1084">
                  <c:v>51.03383458646616</c:v>
                </c:pt>
                <c:pt idx="1085">
                  <c:v>51.03383458646616</c:v>
                </c:pt>
                <c:pt idx="1086">
                  <c:v>51.22180451127819</c:v>
                </c:pt>
                <c:pt idx="1087">
                  <c:v>51.22180451127819</c:v>
                </c:pt>
                <c:pt idx="1088">
                  <c:v>51.31578947368421</c:v>
                </c:pt>
                <c:pt idx="1089">
                  <c:v>51.31578947368421</c:v>
                </c:pt>
                <c:pt idx="1090">
                  <c:v>51.40977443609023</c:v>
                </c:pt>
                <c:pt idx="1091">
                  <c:v>51.40977443609023</c:v>
                </c:pt>
                <c:pt idx="1092">
                  <c:v>51.50375939849624</c:v>
                </c:pt>
                <c:pt idx="1093">
                  <c:v>51.50375939849624</c:v>
                </c:pt>
                <c:pt idx="1094">
                  <c:v>51.59774436090225</c:v>
                </c:pt>
                <c:pt idx="1095">
                  <c:v>51.59774436090225</c:v>
                </c:pt>
                <c:pt idx="1096">
                  <c:v>51.69172932330827</c:v>
                </c:pt>
                <c:pt idx="1097">
                  <c:v>51.69172932330827</c:v>
                </c:pt>
                <c:pt idx="1098">
                  <c:v>51.78571428571429</c:v>
                </c:pt>
                <c:pt idx="1099">
                  <c:v>51.78571428571429</c:v>
                </c:pt>
                <c:pt idx="1100">
                  <c:v>51.8796992481203</c:v>
                </c:pt>
                <c:pt idx="1101">
                  <c:v>51.8796992481203</c:v>
                </c:pt>
                <c:pt idx="1102">
                  <c:v>51.97368421052632</c:v>
                </c:pt>
                <c:pt idx="1103">
                  <c:v>51.97368421052632</c:v>
                </c:pt>
                <c:pt idx="1104">
                  <c:v>52.06766917293233</c:v>
                </c:pt>
                <c:pt idx="1105">
                  <c:v>52.06766917293233</c:v>
                </c:pt>
                <c:pt idx="1106">
                  <c:v>52.16165413533835</c:v>
                </c:pt>
                <c:pt idx="1107">
                  <c:v>52.16165413533835</c:v>
                </c:pt>
                <c:pt idx="1108">
                  <c:v>52.25563909774436</c:v>
                </c:pt>
                <c:pt idx="1109">
                  <c:v>52.25563909774436</c:v>
                </c:pt>
                <c:pt idx="1110">
                  <c:v>52.34962406015038</c:v>
                </c:pt>
                <c:pt idx="1111">
                  <c:v>52.34962406015038</c:v>
                </c:pt>
                <c:pt idx="1112">
                  <c:v>52.44360902255639</c:v>
                </c:pt>
                <c:pt idx="1113">
                  <c:v>52.44360902255639</c:v>
                </c:pt>
                <c:pt idx="1114">
                  <c:v>52.53759398496241</c:v>
                </c:pt>
                <c:pt idx="1115">
                  <c:v>52.53759398496241</c:v>
                </c:pt>
                <c:pt idx="1116">
                  <c:v>52.63157894736842</c:v>
                </c:pt>
                <c:pt idx="1117">
                  <c:v>52.63157894736842</c:v>
                </c:pt>
                <c:pt idx="1118">
                  <c:v>52.72556390977443</c:v>
                </c:pt>
                <c:pt idx="1119">
                  <c:v>52.72556390977443</c:v>
                </c:pt>
                <c:pt idx="1120">
                  <c:v>52.81954887218046</c:v>
                </c:pt>
                <c:pt idx="1121">
                  <c:v>52.81954887218046</c:v>
                </c:pt>
                <c:pt idx="1122">
                  <c:v>52.91353383458647</c:v>
                </c:pt>
                <c:pt idx="1123">
                  <c:v>52.91353383458647</c:v>
                </c:pt>
                <c:pt idx="1124">
                  <c:v>53.00751879699248</c:v>
                </c:pt>
                <c:pt idx="1125">
                  <c:v>53.00751879699248</c:v>
                </c:pt>
                <c:pt idx="1126">
                  <c:v>53.1015037593985</c:v>
                </c:pt>
                <c:pt idx="1127">
                  <c:v>53.1015037593985</c:v>
                </c:pt>
                <c:pt idx="1128">
                  <c:v>53.19548872180451</c:v>
                </c:pt>
                <c:pt idx="1129">
                  <c:v>53.19548872180451</c:v>
                </c:pt>
                <c:pt idx="1130">
                  <c:v>53.28947368421053</c:v>
                </c:pt>
                <c:pt idx="1131">
                  <c:v>53.28947368421053</c:v>
                </c:pt>
                <c:pt idx="1132">
                  <c:v>53.38345864661655</c:v>
                </c:pt>
                <c:pt idx="1133">
                  <c:v>53.38345864661655</c:v>
                </c:pt>
                <c:pt idx="1134">
                  <c:v>53.47744360902256</c:v>
                </c:pt>
                <c:pt idx="1135">
                  <c:v>53.47744360902256</c:v>
                </c:pt>
                <c:pt idx="1136">
                  <c:v>53.57142857142857</c:v>
                </c:pt>
                <c:pt idx="1137">
                  <c:v>53.57142857142857</c:v>
                </c:pt>
                <c:pt idx="1138">
                  <c:v>53.66541353383458</c:v>
                </c:pt>
                <c:pt idx="1139">
                  <c:v>53.66541353383458</c:v>
                </c:pt>
                <c:pt idx="1140">
                  <c:v>53.75939849624061</c:v>
                </c:pt>
                <c:pt idx="1141">
                  <c:v>53.75939849624061</c:v>
                </c:pt>
                <c:pt idx="1142">
                  <c:v>53.85338345864662</c:v>
                </c:pt>
                <c:pt idx="1143">
                  <c:v>53.85338345864662</c:v>
                </c:pt>
                <c:pt idx="1144">
                  <c:v>53.94736842105263</c:v>
                </c:pt>
                <c:pt idx="1145">
                  <c:v>53.94736842105263</c:v>
                </c:pt>
                <c:pt idx="1146">
                  <c:v>54.04135338345865</c:v>
                </c:pt>
                <c:pt idx="1147">
                  <c:v>54.04135338345865</c:v>
                </c:pt>
                <c:pt idx="1148">
                  <c:v>54.13533834586466</c:v>
                </c:pt>
                <c:pt idx="1149">
                  <c:v>54.13533834586466</c:v>
                </c:pt>
                <c:pt idx="1150">
                  <c:v>54.22932330827067</c:v>
                </c:pt>
                <c:pt idx="1151">
                  <c:v>54.22932330827067</c:v>
                </c:pt>
                <c:pt idx="1152">
                  <c:v>54.3233082706767</c:v>
                </c:pt>
                <c:pt idx="1153">
                  <c:v>54.3233082706767</c:v>
                </c:pt>
                <c:pt idx="1154">
                  <c:v>54.41729323308271</c:v>
                </c:pt>
                <c:pt idx="1155">
                  <c:v>54.41729323308271</c:v>
                </c:pt>
                <c:pt idx="1156">
                  <c:v>54.51127819548872</c:v>
                </c:pt>
                <c:pt idx="1157">
                  <c:v>54.51127819548872</c:v>
                </c:pt>
                <c:pt idx="1158">
                  <c:v>54.60526315789473</c:v>
                </c:pt>
                <c:pt idx="1159">
                  <c:v>54.60526315789473</c:v>
                </c:pt>
                <c:pt idx="1160">
                  <c:v>54.69924812030074</c:v>
                </c:pt>
                <c:pt idx="1161">
                  <c:v>54.69924812030074</c:v>
                </c:pt>
                <c:pt idx="1162">
                  <c:v>54.79323308270677</c:v>
                </c:pt>
                <c:pt idx="1163">
                  <c:v>54.79323308270677</c:v>
                </c:pt>
                <c:pt idx="1164">
                  <c:v>54.88721804511278</c:v>
                </c:pt>
                <c:pt idx="1165">
                  <c:v>54.88721804511278</c:v>
                </c:pt>
                <c:pt idx="1166">
                  <c:v>54.9812030075188</c:v>
                </c:pt>
                <c:pt idx="1167">
                  <c:v>54.9812030075188</c:v>
                </c:pt>
                <c:pt idx="1168">
                  <c:v>55.07518796992481</c:v>
                </c:pt>
                <c:pt idx="1169">
                  <c:v>55.07518796992481</c:v>
                </c:pt>
                <c:pt idx="1170">
                  <c:v>55.16917293233082</c:v>
                </c:pt>
                <c:pt idx="1171">
                  <c:v>55.16917293233082</c:v>
                </c:pt>
                <c:pt idx="1172">
                  <c:v>55.26315789473685</c:v>
                </c:pt>
                <c:pt idx="1173">
                  <c:v>55.26315789473685</c:v>
                </c:pt>
                <c:pt idx="1174">
                  <c:v>55.35714285714286</c:v>
                </c:pt>
                <c:pt idx="1175">
                  <c:v>55.35714285714286</c:v>
                </c:pt>
                <c:pt idx="1176">
                  <c:v>55.45112781954887</c:v>
                </c:pt>
                <c:pt idx="1177">
                  <c:v>55.45112781954887</c:v>
                </c:pt>
                <c:pt idx="1178">
                  <c:v>55.54511278195488</c:v>
                </c:pt>
                <c:pt idx="1179">
                  <c:v>55.54511278195488</c:v>
                </c:pt>
                <c:pt idx="1180">
                  <c:v>55.6390977443609</c:v>
                </c:pt>
                <c:pt idx="1181">
                  <c:v>55.6390977443609</c:v>
                </c:pt>
                <c:pt idx="1182">
                  <c:v>55.73308270676691</c:v>
                </c:pt>
                <c:pt idx="1183">
                  <c:v>55.73308270676691</c:v>
                </c:pt>
                <c:pt idx="1184">
                  <c:v>55.82706766917293</c:v>
                </c:pt>
                <c:pt idx="1185">
                  <c:v>55.82706766917293</c:v>
                </c:pt>
                <c:pt idx="1186">
                  <c:v>55.92105263157895</c:v>
                </c:pt>
                <c:pt idx="1187">
                  <c:v>55.92105263157895</c:v>
                </c:pt>
                <c:pt idx="1188">
                  <c:v>56.01503759398496</c:v>
                </c:pt>
                <c:pt idx="1189">
                  <c:v>56.01503759398496</c:v>
                </c:pt>
                <c:pt idx="1190">
                  <c:v>56.10902255639098</c:v>
                </c:pt>
                <c:pt idx="1191">
                  <c:v>56.10902255639098</c:v>
                </c:pt>
                <c:pt idx="1192">
                  <c:v>56.20300751879699</c:v>
                </c:pt>
                <c:pt idx="1193">
                  <c:v>56.20300751879699</c:v>
                </c:pt>
                <c:pt idx="1194">
                  <c:v>56.29699248120301</c:v>
                </c:pt>
                <c:pt idx="1195">
                  <c:v>56.29699248120301</c:v>
                </c:pt>
                <c:pt idx="1196">
                  <c:v>56.39097744360902</c:v>
                </c:pt>
                <c:pt idx="1197">
                  <c:v>56.39097744360902</c:v>
                </c:pt>
                <c:pt idx="1198">
                  <c:v>56.48496240601504</c:v>
                </c:pt>
                <c:pt idx="1199">
                  <c:v>56.48496240601504</c:v>
                </c:pt>
                <c:pt idx="1200">
                  <c:v>56.57894736842105</c:v>
                </c:pt>
                <c:pt idx="1201">
                  <c:v>56.57894736842105</c:v>
                </c:pt>
                <c:pt idx="1202">
                  <c:v>56.67293233082707</c:v>
                </c:pt>
                <c:pt idx="1203">
                  <c:v>56.67293233082707</c:v>
                </c:pt>
                <c:pt idx="1204">
                  <c:v>56.76691729323309</c:v>
                </c:pt>
                <c:pt idx="1205">
                  <c:v>56.76691729323309</c:v>
                </c:pt>
                <c:pt idx="1206">
                  <c:v>56.8609022556391</c:v>
                </c:pt>
                <c:pt idx="1207">
                  <c:v>56.8609022556391</c:v>
                </c:pt>
                <c:pt idx="1208">
                  <c:v>56.95488721804512</c:v>
                </c:pt>
                <c:pt idx="1209">
                  <c:v>56.95488721804512</c:v>
                </c:pt>
                <c:pt idx="1210">
                  <c:v>57.04887218045113</c:v>
                </c:pt>
                <c:pt idx="1211">
                  <c:v>57.04887218045113</c:v>
                </c:pt>
                <c:pt idx="1212">
                  <c:v>57.14285714285714</c:v>
                </c:pt>
                <c:pt idx="1213">
                  <c:v>57.14285714285714</c:v>
                </c:pt>
                <c:pt idx="1214">
                  <c:v>57.23684210526315</c:v>
                </c:pt>
                <c:pt idx="1215">
                  <c:v>57.23684210526315</c:v>
                </c:pt>
                <c:pt idx="1216">
                  <c:v>57.33082706766918</c:v>
                </c:pt>
                <c:pt idx="1217">
                  <c:v>57.33082706766918</c:v>
                </c:pt>
                <c:pt idx="1218">
                  <c:v>57.42481203007519</c:v>
                </c:pt>
                <c:pt idx="1219">
                  <c:v>57.42481203007519</c:v>
                </c:pt>
                <c:pt idx="1220">
                  <c:v>57.5187969924812</c:v>
                </c:pt>
                <c:pt idx="1221">
                  <c:v>57.5187969924812</c:v>
                </c:pt>
                <c:pt idx="1222">
                  <c:v>57.61278195488722</c:v>
                </c:pt>
                <c:pt idx="1223">
                  <c:v>57.61278195488722</c:v>
                </c:pt>
                <c:pt idx="1224">
                  <c:v>57.70676691729323</c:v>
                </c:pt>
                <c:pt idx="1225">
                  <c:v>57.70676691729323</c:v>
                </c:pt>
                <c:pt idx="1226">
                  <c:v>57.80075187969926</c:v>
                </c:pt>
                <c:pt idx="1227">
                  <c:v>57.80075187969926</c:v>
                </c:pt>
                <c:pt idx="1228">
                  <c:v>57.89473684210527</c:v>
                </c:pt>
                <c:pt idx="1229">
                  <c:v>57.89473684210527</c:v>
                </c:pt>
                <c:pt idx="1230">
                  <c:v>57.98872180451128</c:v>
                </c:pt>
                <c:pt idx="1231">
                  <c:v>57.98872180451128</c:v>
                </c:pt>
                <c:pt idx="1232">
                  <c:v>58.08270676691729</c:v>
                </c:pt>
                <c:pt idx="1233">
                  <c:v>58.08270676691729</c:v>
                </c:pt>
                <c:pt idx="1234">
                  <c:v>58.1766917293233</c:v>
                </c:pt>
                <c:pt idx="1235">
                  <c:v>58.1766917293233</c:v>
                </c:pt>
                <c:pt idx="1236">
                  <c:v>58.27067669172933</c:v>
                </c:pt>
                <c:pt idx="1237">
                  <c:v>58.27067669172933</c:v>
                </c:pt>
                <c:pt idx="1238">
                  <c:v>58.45864661654135</c:v>
                </c:pt>
                <c:pt idx="1239">
                  <c:v>58.45864661654135</c:v>
                </c:pt>
                <c:pt idx="1240">
                  <c:v>58.55263157894737</c:v>
                </c:pt>
                <c:pt idx="1241">
                  <c:v>58.55263157894737</c:v>
                </c:pt>
                <c:pt idx="1242">
                  <c:v>58.64661654135338</c:v>
                </c:pt>
                <c:pt idx="1243">
                  <c:v>58.64661654135338</c:v>
                </c:pt>
                <c:pt idx="1244">
                  <c:v>58.74060150375939</c:v>
                </c:pt>
                <c:pt idx="1245">
                  <c:v>58.74060150375939</c:v>
                </c:pt>
                <c:pt idx="1246">
                  <c:v>58.83458646616542</c:v>
                </c:pt>
                <c:pt idx="1247">
                  <c:v>58.83458646616542</c:v>
                </c:pt>
                <c:pt idx="1248">
                  <c:v>58.92857142857143</c:v>
                </c:pt>
                <c:pt idx="1249">
                  <c:v>58.92857142857143</c:v>
                </c:pt>
                <c:pt idx="1250">
                  <c:v>59.02255639097744</c:v>
                </c:pt>
                <c:pt idx="1251">
                  <c:v>59.02255639097744</c:v>
                </c:pt>
                <c:pt idx="1252">
                  <c:v>59.11654135338345</c:v>
                </c:pt>
                <c:pt idx="1253">
                  <c:v>59.11654135338345</c:v>
                </c:pt>
                <c:pt idx="1254">
                  <c:v>59.21052631578947</c:v>
                </c:pt>
                <c:pt idx="1255">
                  <c:v>59.21052631578947</c:v>
                </c:pt>
                <c:pt idx="1256">
                  <c:v>59.30451127819549</c:v>
                </c:pt>
                <c:pt idx="1257">
                  <c:v>59.30451127819549</c:v>
                </c:pt>
                <c:pt idx="1258">
                  <c:v>59.3984962406015</c:v>
                </c:pt>
                <c:pt idx="1259">
                  <c:v>59.3984962406015</c:v>
                </c:pt>
                <c:pt idx="1260">
                  <c:v>59.49248120300752</c:v>
                </c:pt>
                <c:pt idx="1261">
                  <c:v>59.49248120300752</c:v>
                </c:pt>
                <c:pt idx="1262">
                  <c:v>59.58646616541353</c:v>
                </c:pt>
                <c:pt idx="1263">
                  <c:v>59.58646616541353</c:v>
                </c:pt>
                <c:pt idx="1264">
                  <c:v>59.68045112781954</c:v>
                </c:pt>
                <c:pt idx="1265">
                  <c:v>59.68045112781954</c:v>
                </c:pt>
                <c:pt idx="1266">
                  <c:v>59.77443609022557</c:v>
                </c:pt>
                <c:pt idx="1267">
                  <c:v>59.77443609022557</c:v>
                </c:pt>
                <c:pt idx="1268">
                  <c:v>59.86842105263158</c:v>
                </c:pt>
                <c:pt idx="1269">
                  <c:v>59.86842105263158</c:v>
                </c:pt>
                <c:pt idx="1270">
                  <c:v>59.96240601503759</c:v>
                </c:pt>
                <c:pt idx="1271">
                  <c:v>59.96240601503759</c:v>
                </c:pt>
                <c:pt idx="1272">
                  <c:v>60.05639097744361</c:v>
                </c:pt>
                <c:pt idx="1273">
                  <c:v>60.05639097744361</c:v>
                </c:pt>
                <c:pt idx="1274">
                  <c:v>60.15037593984962</c:v>
                </c:pt>
                <c:pt idx="1275">
                  <c:v>60.15037593984962</c:v>
                </c:pt>
                <c:pt idx="1276">
                  <c:v>60.24436090225564</c:v>
                </c:pt>
                <c:pt idx="1277">
                  <c:v>60.24436090225564</c:v>
                </c:pt>
                <c:pt idx="1278">
                  <c:v>60.33834586466165</c:v>
                </c:pt>
                <c:pt idx="1279">
                  <c:v>60.33834586466165</c:v>
                </c:pt>
                <c:pt idx="1280">
                  <c:v>60.43233082706767</c:v>
                </c:pt>
                <c:pt idx="1281">
                  <c:v>60.43233082706767</c:v>
                </c:pt>
                <c:pt idx="1282">
                  <c:v>60.52631578947368</c:v>
                </c:pt>
                <c:pt idx="1283">
                  <c:v>60.52631578947368</c:v>
                </c:pt>
                <c:pt idx="1284">
                  <c:v>60.6203007518797</c:v>
                </c:pt>
                <c:pt idx="1285">
                  <c:v>60.6203007518797</c:v>
                </c:pt>
                <c:pt idx="1286">
                  <c:v>60.71428571428571</c:v>
                </c:pt>
                <c:pt idx="1287">
                  <c:v>60.71428571428571</c:v>
                </c:pt>
                <c:pt idx="1288">
                  <c:v>60.80827067669173</c:v>
                </c:pt>
                <c:pt idx="1289">
                  <c:v>60.80827067669173</c:v>
                </c:pt>
                <c:pt idx="1290">
                  <c:v>60.90225563909775</c:v>
                </c:pt>
                <c:pt idx="1291">
                  <c:v>60.90225563909775</c:v>
                </c:pt>
                <c:pt idx="1292">
                  <c:v>60.99624060150376</c:v>
                </c:pt>
                <c:pt idx="1293">
                  <c:v>60.99624060150376</c:v>
                </c:pt>
                <c:pt idx="1294">
                  <c:v>61.09022556390977</c:v>
                </c:pt>
                <c:pt idx="1295">
                  <c:v>61.09022556390977</c:v>
                </c:pt>
                <c:pt idx="1296">
                  <c:v>61.18421052631579</c:v>
                </c:pt>
                <c:pt idx="1297">
                  <c:v>61.18421052631579</c:v>
                </c:pt>
                <c:pt idx="1298">
                  <c:v>61.27819548872181</c:v>
                </c:pt>
                <c:pt idx="1299">
                  <c:v>61.27819548872181</c:v>
                </c:pt>
                <c:pt idx="1300">
                  <c:v>61.37218045112783</c:v>
                </c:pt>
                <c:pt idx="1301">
                  <c:v>61.37218045112783</c:v>
                </c:pt>
                <c:pt idx="1302">
                  <c:v>61.46616541353384</c:v>
                </c:pt>
                <c:pt idx="1303">
                  <c:v>61.46616541353384</c:v>
                </c:pt>
                <c:pt idx="1304">
                  <c:v>61.56015037593985</c:v>
                </c:pt>
                <c:pt idx="1305">
                  <c:v>61.56015037593985</c:v>
                </c:pt>
                <c:pt idx="1306">
                  <c:v>61.65413533834586</c:v>
                </c:pt>
                <c:pt idx="1307">
                  <c:v>61.65413533834586</c:v>
                </c:pt>
                <c:pt idx="1308">
                  <c:v>61.74812030075187</c:v>
                </c:pt>
                <c:pt idx="1309">
                  <c:v>61.74812030075187</c:v>
                </c:pt>
                <c:pt idx="1310">
                  <c:v>61.8421052631579</c:v>
                </c:pt>
                <c:pt idx="1311">
                  <c:v>61.8421052631579</c:v>
                </c:pt>
                <c:pt idx="1312">
                  <c:v>61.93609022556391</c:v>
                </c:pt>
                <c:pt idx="1313">
                  <c:v>61.93609022556391</c:v>
                </c:pt>
                <c:pt idx="1314">
                  <c:v>62.03007518796993</c:v>
                </c:pt>
                <c:pt idx="1315">
                  <c:v>62.03007518796993</c:v>
                </c:pt>
                <c:pt idx="1316">
                  <c:v>62.12406015037594</c:v>
                </c:pt>
                <c:pt idx="1317">
                  <c:v>62.12406015037594</c:v>
                </c:pt>
                <c:pt idx="1318">
                  <c:v>62.21804511278195</c:v>
                </c:pt>
                <c:pt idx="1319">
                  <c:v>62.21804511278195</c:v>
                </c:pt>
                <c:pt idx="1320">
                  <c:v>62.31203007518798</c:v>
                </c:pt>
                <c:pt idx="1321">
                  <c:v>62.31203007518798</c:v>
                </c:pt>
                <c:pt idx="1322">
                  <c:v>62.40601503759399</c:v>
                </c:pt>
                <c:pt idx="1323">
                  <c:v>62.40601503759399</c:v>
                </c:pt>
                <c:pt idx="1324">
                  <c:v>62.5</c:v>
                </c:pt>
                <c:pt idx="1325">
                  <c:v>62.5</c:v>
                </c:pt>
                <c:pt idx="1326">
                  <c:v>62.59398496240601</c:v>
                </c:pt>
                <c:pt idx="1327">
                  <c:v>62.59398496240601</c:v>
                </c:pt>
                <c:pt idx="1328">
                  <c:v>62.68796992481202</c:v>
                </c:pt>
                <c:pt idx="1329">
                  <c:v>62.68796992481202</c:v>
                </c:pt>
                <c:pt idx="1330">
                  <c:v>62.78195488721805</c:v>
                </c:pt>
                <c:pt idx="1331">
                  <c:v>62.78195488721805</c:v>
                </c:pt>
                <c:pt idx="1332">
                  <c:v>62.87593984962406</c:v>
                </c:pt>
                <c:pt idx="1333">
                  <c:v>62.87593984962406</c:v>
                </c:pt>
                <c:pt idx="1334">
                  <c:v>62.96992481203007</c:v>
                </c:pt>
                <c:pt idx="1335">
                  <c:v>62.96992481203007</c:v>
                </c:pt>
                <c:pt idx="1336">
                  <c:v>63.06390977443609</c:v>
                </c:pt>
                <c:pt idx="1337">
                  <c:v>63.06390977443609</c:v>
                </c:pt>
                <c:pt idx="1338">
                  <c:v>63.1578947368421</c:v>
                </c:pt>
                <c:pt idx="1339">
                  <c:v>63.1578947368421</c:v>
                </c:pt>
                <c:pt idx="1340">
                  <c:v>63.25187969924813</c:v>
                </c:pt>
                <c:pt idx="1341">
                  <c:v>63.25187969924813</c:v>
                </c:pt>
                <c:pt idx="1342">
                  <c:v>63.34586466165414</c:v>
                </c:pt>
                <c:pt idx="1343">
                  <c:v>63.34586466165414</c:v>
                </c:pt>
                <c:pt idx="1344">
                  <c:v>63.43984962406015</c:v>
                </c:pt>
                <c:pt idx="1345">
                  <c:v>63.43984962406015</c:v>
                </c:pt>
                <c:pt idx="1346">
                  <c:v>63.53383458646616</c:v>
                </c:pt>
                <c:pt idx="1347">
                  <c:v>63.53383458646616</c:v>
                </c:pt>
                <c:pt idx="1348">
                  <c:v>63.62781954887217</c:v>
                </c:pt>
                <c:pt idx="1349">
                  <c:v>63.62781954887217</c:v>
                </c:pt>
                <c:pt idx="1350">
                  <c:v>63.72180451127819</c:v>
                </c:pt>
                <c:pt idx="1351">
                  <c:v>63.72180451127819</c:v>
                </c:pt>
                <c:pt idx="1352">
                  <c:v>63.81578947368421</c:v>
                </c:pt>
                <c:pt idx="1353">
                  <c:v>63.81578947368421</c:v>
                </c:pt>
                <c:pt idx="1354">
                  <c:v>63.90977443609023</c:v>
                </c:pt>
                <c:pt idx="1355">
                  <c:v>63.90977443609023</c:v>
                </c:pt>
                <c:pt idx="1356">
                  <c:v>64.00375939849624</c:v>
                </c:pt>
                <c:pt idx="1357">
                  <c:v>64.00375939849624</c:v>
                </c:pt>
                <c:pt idx="1358">
                  <c:v>64.09774436090225</c:v>
                </c:pt>
                <c:pt idx="1359">
                  <c:v>64.09774436090225</c:v>
                </c:pt>
                <c:pt idx="1360">
                  <c:v>64.19172932330827</c:v>
                </c:pt>
                <c:pt idx="1361">
                  <c:v>64.19172932330827</c:v>
                </c:pt>
                <c:pt idx="1362">
                  <c:v>64.28571428571429</c:v>
                </c:pt>
                <c:pt idx="1363">
                  <c:v>64.28571428571429</c:v>
                </c:pt>
                <c:pt idx="1364">
                  <c:v>64.3796992481203</c:v>
                </c:pt>
                <c:pt idx="1365">
                  <c:v>64.3796992481203</c:v>
                </c:pt>
                <c:pt idx="1366">
                  <c:v>64.47368421052632</c:v>
                </c:pt>
                <c:pt idx="1367">
                  <c:v>64.47368421052632</c:v>
                </c:pt>
                <c:pt idx="1368">
                  <c:v>64.56766917293233</c:v>
                </c:pt>
                <c:pt idx="1369">
                  <c:v>64.56766917293233</c:v>
                </c:pt>
                <c:pt idx="1370">
                  <c:v>64.66165413533834</c:v>
                </c:pt>
                <c:pt idx="1371">
                  <c:v>64.66165413533834</c:v>
                </c:pt>
                <c:pt idx="1372">
                  <c:v>64.75563909774436</c:v>
                </c:pt>
                <c:pt idx="1373">
                  <c:v>64.75563909774436</c:v>
                </c:pt>
                <c:pt idx="1374">
                  <c:v>64.84962406015038</c:v>
                </c:pt>
                <c:pt idx="1375">
                  <c:v>64.84962406015038</c:v>
                </c:pt>
                <c:pt idx="1376">
                  <c:v>64.94360902255639</c:v>
                </c:pt>
                <c:pt idx="1377">
                  <c:v>64.94360902255639</c:v>
                </c:pt>
                <c:pt idx="1378">
                  <c:v>65.0375939849624</c:v>
                </c:pt>
                <c:pt idx="1379">
                  <c:v>65.0375939849624</c:v>
                </c:pt>
                <c:pt idx="1380">
                  <c:v>65.13157894736842</c:v>
                </c:pt>
                <c:pt idx="1381">
                  <c:v>65.13157894736842</c:v>
                </c:pt>
                <c:pt idx="1382">
                  <c:v>65.22556390977444</c:v>
                </c:pt>
                <c:pt idx="1383">
                  <c:v>65.22556390977444</c:v>
                </c:pt>
                <c:pt idx="1384">
                  <c:v>65.31954887218046</c:v>
                </c:pt>
                <c:pt idx="1385">
                  <c:v>65.31954887218046</c:v>
                </c:pt>
                <c:pt idx="1386">
                  <c:v>65.41353383458647</c:v>
                </c:pt>
                <c:pt idx="1387">
                  <c:v>65.41353383458647</c:v>
                </c:pt>
                <c:pt idx="1388">
                  <c:v>65.50751879699249</c:v>
                </c:pt>
                <c:pt idx="1389">
                  <c:v>65.50751879699249</c:v>
                </c:pt>
                <c:pt idx="1390">
                  <c:v>65.6015037593985</c:v>
                </c:pt>
                <c:pt idx="1391">
                  <c:v>65.6015037593985</c:v>
                </c:pt>
                <c:pt idx="1392">
                  <c:v>65.69548872180451</c:v>
                </c:pt>
                <c:pt idx="1393">
                  <c:v>65.69548872180451</c:v>
                </c:pt>
                <c:pt idx="1394">
                  <c:v>65.78947368421053</c:v>
                </c:pt>
                <c:pt idx="1395">
                  <c:v>65.78947368421053</c:v>
                </c:pt>
                <c:pt idx="1396">
                  <c:v>65.88345864661655</c:v>
                </c:pt>
                <c:pt idx="1397">
                  <c:v>65.88345864661655</c:v>
                </c:pt>
                <c:pt idx="1398">
                  <c:v>65.97744360902256</c:v>
                </c:pt>
                <c:pt idx="1399">
                  <c:v>65.97744360902256</c:v>
                </c:pt>
                <c:pt idx="1400">
                  <c:v>66.07142857142857</c:v>
                </c:pt>
                <c:pt idx="1401">
                  <c:v>66.07142857142857</c:v>
                </c:pt>
                <c:pt idx="1402">
                  <c:v>66.16541353383458</c:v>
                </c:pt>
                <c:pt idx="1403">
                  <c:v>66.16541353383458</c:v>
                </c:pt>
                <c:pt idx="1404">
                  <c:v>66.25939849624061</c:v>
                </c:pt>
                <c:pt idx="1405">
                  <c:v>66.25939849624061</c:v>
                </c:pt>
                <c:pt idx="1406">
                  <c:v>66.35338345864662</c:v>
                </c:pt>
                <c:pt idx="1407">
                  <c:v>66.35338345864662</c:v>
                </c:pt>
                <c:pt idx="1408">
                  <c:v>66.44736842105263</c:v>
                </c:pt>
                <c:pt idx="1409">
                  <c:v>66.44736842105263</c:v>
                </c:pt>
                <c:pt idx="1410">
                  <c:v>66.54135338345864</c:v>
                </c:pt>
                <c:pt idx="1411">
                  <c:v>66.54135338345864</c:v>
                </c:pt>
                <c:pt idx="1412">
                  <c:v>66.63533834586465</c:v>
                </c:pt>
                <c:pt idx="1413">
                  <c:v>66.63533834586465</c:v>
                </c:pt>
                <c:pt idx="1414">
                  <c:v>66.72932330827066</c:v>
                </c:pt>
                <c:pt idx="1415">
                  <c:v>66.72932330827066</c:v>
                </c:pt>
                <c:pt idx="1416">
                  <c:v>66.82330827067669</c:v>
                </c:pt>
                <c:pt idx="1417">
                  <c:v>66.82330827067669</c:v>
                </c:pt>
                <c:pt idx="1418">
                  <c:v>66.9172932330827</c:v>
                </c:pt>
                <c:pt idx="1419">
                  <c:v>66.9172932330827</c:v>
                </c:pt>
                <c:pt idx="1420">
                  <c:v>67.01127819548873</c:v>
                </c:pt>
                <c:pt idx="1421">
                  <c:v>67.01127819548873</c:v>
                </c:pt>
                <c:pt idx="1422">
                  <c:v>67.10526315789474</c:v>
                </c:pt>
                <c:pt idx="1423">
                  <c:v>67.10526315789474</c:v>
                </c:pt>
                <c:pt idx="1424">
                  <c:v>67.19924812030075</c:v>
                </c:pt>
                <c:pt idx="1425">
                  <c:v>67.19924812030075</c:v>
                </c:pt>
                <c:pt idx="1426">
                  <c:v>67.29323308270678</c:v>
                </c:pt>
                <c:pt idx="1427">
                  <c:v>67.29323308270678</c:v>
                </c:pt>
                <c:pt idx="1428">
                  <c:v>67.38721804511279</c:v>
                </c:pt>
                <c:pt idx="1429">
                  <c:v>67.38721804511279</c:v>
                </c:pt>
                <c:pt idx="1430">
                  <c:v>67.4812030075188</c:v>
                </c:pt>
                <c:pt idx="1431">
                  <c:v>67.4812030075188</c:v>
                </c:pt>
                <c:pt idx="1432">
                  <c:v>67.57518796992481</c:v>
                </c:pt>
                <c:pt idx="1433">
                  <c:v>67.57518796992481</c:v>
                </c:pt>
                <c:pt idx="1434">
                  <c:v>67.66917293233082</c:v>
                </c:pt>
                <c:pt idx="1435">
                  <c:v>67.66917293233082</c:v>
                </c:pt>
                <c:pt idx="1436">
                  <c:v>67.76315789473685</c:v>
                </c:pt>
                <c:pt idx="1437">
                  <c:v>67.76315789473685</c:v>
                </c:pt>
                <c:pt idx="1438">
                  <c:v>67.85714285714286</c:v>
                </c:pt>
                <c:pt idx="1439">
                  <c:v>67.85714285714286</c:v>
                </c:pt>
                <c:pt idx="1440">
                  <c:v>67.95112781954887</c:v>
                </c:pt>
                <c:pt idx="1441">
                  <c:v>67.95112781954887</c:v>
                </c:pt>
                <c:pt idx="1442">
                  <c:v>68.04511278195488</c:v>
                </c:pt>
                <c:pt idx="1443">
                  <c:v>68.04511278195488</c:v>
                </c:pt>
                <c:pt idx="1444">
                  <c:v>68.1390977443609</c:v>
                </c:pt>
                <c:pt idx="1445">
                  <c:v>68.1390977443609</c:v>
                </c:pt>
                <c:pt idx="1446">
                  <c:v>68.23308270676691</c:v>
                </c:pt>
                <c:pt idx="1447">
                  <c:v>68.23308270676691</c:v>
                </c:pt>
                <c:pt idx="1448">
                  <c:v>68.32706766917293</c:v>
                </c:pt>
                <c:pt idx="1449">
                  <c:v>68.32706766917293</c:v>
                </c:pt>
                <c:pt idx="1450">
                  <c:v>68.42105263157895</c:v>
                </c:pt>
                <c:pt idx="1451">
                  <c:v>68.42105263157895</c:v>
                </c:pt>
                <c:pt idx="1452">
                  <c:v>68.51503759398496</c:v>
                </c:pt>
                <c:pt idx="1453">
                  <c:v>68.51503759398496</c:v>
                </c:pt>
                <c:pt idx="1454">
                  <c:v>68.60902255639097</c:v>
                </c:pt>
                <c:pt idx="1455">
                  <c:v>68.60902255639097</c:v>
                </c:pt>
                <c:pt idx="1456">
                  <c:v>68.70300751879699</c:v>
                </c:pt>
                <c:pt idx="1457">
                  <c:v>68.70300751879699</c:v>
                </c:pt>
                <c:pt idx="1458">
                  <c:v>68.79699248120301</c:v>
                </c:pt>
                <c:pt idx="1459">
                  <c:v>68.79699248120301</c:v>
                </c:pt>
                <c:pt idx="1460">
                  <c:v>68.89097744360903</c:v>
                </c:pt>
                <c:pt idx="1461">
                  <c:v>68.89097744360903</c:v>
                </c:pt>
                <c:pt idx="1462">
                  <c:v>68.98496240601504</c:v>
                </c:pt>
                <c:pt idx="1463">
                  <c:v>68.98496240601504</c:v>
                </c:pt>
                <c:pt idx="1464">
                  <c:v>69.07894736842105</c:v>
                </c:pt>
                <c:pt idx="1465">
                  <c:v>69.07894736842105</c:v>
                </c:pt>
                <c:pt idx="1466">
                  <c:v>69.17293233082707</c:v>
                </c:pt>
                <c:pt idx="1467">
                  <c:v>69.17293233082707</c:v>
                </c:pt>
                <c:pt idx="1468">
                  <c:v>69.26691729323309</c:v>
                </c:pt>
                <c:pt idx="1469">
                  <c:v>69.26691729323309</c:v>
                </c:pt>
                <c:pt idx="1470">
                  <c:v>69.3609022556391</c:v>
                </c:pt>
                <c:pt idx="1471">
                  <c:v>69.3609022556391</c:v>
                </c:pt>
                <c:pt idx="1472">
                  <c:v>69.45488721804512</c:v>
                </c:pt>
                <c:pt idx="1473">
                  <c:v>69.45488721804512</c:v>
                </c:pt>
                <c:pt idx="1474">
                  <c:v>69.54887218045113</c:v>
                </c:pt>
                <c:pt idx="1475">
                  <c:v>69.54887218045113</c:v>
                </c:pt>
                <c:pt idx="1476">
                  <c:v>69.64285714285714</c:v>
                </c:pt>
                <c:pt idx="1477">
                  <c:v>69.64285714285714</c:v>
                </c:pt>
                <c:pt idx="1478">
                  <c:v>69.73684210526315</c:v>
                </c:pt>
                <c:pt idx="1479">
                  <c:v>69.73684210526315</c:v>
                </c:pt>
                <c:pt idx="1480">
                  <c:v>69.83082706766918</c:v>
                </c:pt>
                <c:pt idx="1481">
                  <c:v>69.83082706766918</c:v>
                </c:pt>
                <c:pt idx="1482">
                  <c:v>69.92481203007519</c:v>
                </c:pt>
                <c:pt idx="1483">
                  <c:v>69.92481203007519</c:v>
                </c:pt>
                <c:pt idx="1484">
                  <c:v>70.0187969924812</c:v>
                </c:pt>
                <c:pt idx="1485">
                  <c:v>70.0187969924812</c:v>
                </c:pt>
                <c:pt idx="1486">
                  <c:v>70.11278195488721</c:v>
                </c:pt>
                <c:pt idx="1487">
                  <c:v>70.11278195488721</c:v>
                </c:pt>
                <c:pt idx="1488">
                  <c:v>70.20676691729322</c:v>
                </c:pt>
                <c:pt idx="1489">
                  <c:v>70.20676691729322</c:v>
                </c:pt>
                <c:pt idx="1490">
                  <c:v>70.30075187969925</c:v>
                </c:pt>
                <c:pt idx="1491">
                  <c:v>70.30075187969925</c:v>
                </c:pt>
                <c:pt idx="1492">
                  <c:v>70.39473684210526</c:v>
                </c:pt>
                <c:pt idx="1493">
                  <c:v>70.39473684210526</c:v>
                </c:pt>
                <c:pt idx="1494">
                  <c:v>70.48872180451127</c:v>
                </c:pt>
                <c:pt idx="1495">
                  <c:v>70.48872180451127</c:v>
                </c:pt>
                <c:pt idx="1496">
                  <c:v>70.5827067669173</c:v>
                </c:pt>
                <c:pt idx="1497">
                  <c:v>70.5827067669173</c:v>
                </c:pt>
                <c:pt idx="1498">
                  <c:v>70.67669172932331</c:v>
                </c:pt>
                <c:pt idx="1499">
                  <c:v>70.67669172932331</c:v>
                </c:pt>
                <c:pt idx="1500">
                  <c:v>70.77067669172934</c:v>
                </c:pt>
                <c:pt idx="1501">
                  <c:v>70.77067669172934</c:v>
                </c:pt>
                <c:pt idx="1502">
                  <c:v>70.86466165413535</c:v>
                </c:pt>
                <c:pt idx="1503">
                  <c:v>70.86466165413535</c:v>
                </c:pt>
                <c:pt idx="1504">
                  <c:v>70.95864661654136</c:v>
                </c:pt>
                <c:pt idx="1505">
                  <c:v>70.95864661654136</c:v>
                </c:pt>
                <c:pt idx="1506">
                  <c:v>71.05263157894737</c:v>
                </c:pt>
                <c:pt idx="1507">
                  <c:v>71.05263157894737</c:v>
                </c:pt>
                <c:pt idx="1508">
                  <c:v>71.14661654135338</c:v>
                </c:pt>
                <c:pt idx="1509">
                  <c:v>71.14661654135338</c:v>
                </c:pt>
                <c:pt idx="1510">
                  <c:v>71.24060150375939</c:v>
                </c:pt>
                <c:pt idx="1511">
                  <c:v>71.24060150375939</c:v>
                </c:pt>
                <c:pt idx="1512">
                  <c:v>71.33458646616542</c:v>
                </c:pt>
                <c:pt idx="1513">
                  <c:v>71.33458646616542</c:v>
                </c:pt>
                <c:pt idx="1514">
                  <c:v>71.42857142857143</c:v>
                </c:pt>
                <c:pt idx="1515">
                  <c:v>71.42857142857143</c:v>
                </c:pt>
                <c:pt idx="1516">
                  <c:v>71.52255639097744</c:v>
                </c:pt>
                <c:pt idx="1517">
                  <c:v>71.52255639097744</c:v>
                </c:pt>
                <c:pt idx="1518">
                  <c:v>71.61654135338345</c:v>
                </c:pt>
                <c:pt idx="1519">
                  <c:v>71.61654135338345</c:v>
                </c:pt>
                <c:pt idx="1520">
                  <c:v>71.71052631578947</c:v>
                </c:pt>
                <c:pt idx="1521">
                  <c:v>71.71052631578947</c:v>
                </c:pt>
                <c:pt idx="1522">
                  <c:v>71.80451127819549</c:v>
                </c:pt>
                <c:pt idx="1523">
                  <c:v>71.80451127819549</c:v>
                </c:pt>
                <c:pt idx="1524">
                  <c:v>71.8984962406015</c:v>
                </c:pt>
                <c:pt idx="1525">
                  <c:v>71.8984962406015</c:v>
                </c:pt>
                <c:pt idx="1526">
                  <c:v>71.99248120300751</c:v>
                </c:pt>
                <c:pt idx="1527">
                  <c:v>71.99248120300751</c:v>
                </c:pt>
                <c:pt idx="1528">
                  <c:v>72.08646616541353</c:v>
                </c:pt>
                <c:pt idx="1529">
                  <c:v>72.08646616541353</c:v>
                </c:pt>
                <c:pt idx="1530">
                  <c:v>72.18045112781954</c:v>
                </c:pt>
                <c:pt idx="1531">
                  <c:v>72.18045112781954</c:v>
                </c:pt>
                <c:pt idx="1532">
                  <c:v>72.27443609022556</c:v>
                </c:pt>
                <c:pt idx="1533">
                  <c:v>72.27443609022556</c:v>
                </c:pt>
                <c:pt idx="1534">
                  <c:v>72.36842105263158</c:v>
                </c:pt>
                <c:pt idx="1535">
                  <c:v>72.36842105263158</c:v>
                </c:pt>
                <c:pt idx="1536">
                  <c:v>72.4624060150376</c:v>
                </c:pt>
                <c:pt idx="1537">
                  <c:v>72.4624060150376</c:v>
                </c:pt>
                <c:pt idx="1538">
                  <c:v>72.55639097744361</c:v>
                </c:pt>
                <c:pt idx="1539">
                  <c:v>72.55639097744361</c:v>
                </c:pt>
                <c:pt idx="1540">
                  <c:v>72.65037593984962</c:v>
                </c:pt>
                <c:pt idx="1541">
                  <c:v>72.65037593984962</c:v>
                </c:pt>
                <c:pt idx="1542">
                  <c:v>72.74436090225564</c:v>
                </c:pt>
                <c:pt idx="1543">
                  <c:v>72.74436090225564</c:v>
                </c:pt>
                <c:pt idx="1544">
                  <c:v>72.83834586466166</c:v>
                </c:pt>
                <c:pt idx="1545">
                  <c:v>72.83834586466166</c:v>
                </c:pt>
                <c:pt idx="1546">
                  <c:v>72.93233082706767</c:v>
                </c:pt>
                <c:pt idx="1547">
                  <c:v>72.93233082706767</c:v>
                </c:pt>
                <c:pt idx="1548">
                  <c:v>73.02631578947368</c:v>
                </c:pt>
                <c:pt idx="1549">
                  <c:v>73.02631578947368</c:v>
                </c:pt>
                <c:pt idx="1550">
                  <c:v>73.1203007518797</c:v>
                </c:pt>
                <c:pt idx="1551">
                  <c:v>73.1203007518797</c:v>
                </c:pt>
                <c:pt idx="1552">
                  <c:v>73.21428571428571</c:v>
                </c:pt>
                <c:pt idx="1553">
                  <c:v>73.21428571428571</c:v>
                </c:pt>
                <c:pt idx="1554">
                  <c:v>73.30827067669173</c:v>
                </c:pt>
                <c:pt idx="1555">
                  <c:v>73.30827067669173</c:v>
                </c:pt>
                <c:pt idx="1556">
                  <c:v>73.40225563909775</c:v>
                </c:pt>
                <c:pt idx="1557">
                  <c:v>73.40225563909775</c:v>
                </c:pt>
                <c:pt idx="1558">
                  <c:v>73.49624060150376</c:v>
                </c:pt>
                <c:pt idx="1559">
                  <c:v>73.49624060150376</c:v>
                </c:pt>
                <c:pt idx="1560">
                  <c:v>73.59022556390977</c:v>
                </c:pt>
                <c:pt idx="1561">
                  <c:v>73.59022556390977</c:v>
                </c:pt>
                <c:pt idx="1562">
                  <c:v>73.68421052631578</c:v>
                </c:pt>
                <c:pt idx="1563">
                  <c:v>73.68421052631578</c:v>
                </c:pt>
                <c:pt idx="1564">
                  <c:v>73.77819548872181</c:v>
                </c:pt>
                <c:pt idx="1565">
                  <c:v>73.77819548872181</c:v>
                </c:pt>
                <c:pt idx="1566">
                  <c:v>73.87218045112782</c:v>
                </c:pt>
                <c:pt idx="1567">
                  <c:v>73.87218045112782</c:v>
                </c:pt>
                <c:pt idx="1568">
                  <c:v>73.96616541353383</c:v>
                </c:pt>
                <c:pt idx="1569">
                  <c:v>73.96616541353383</c:v>
                </c:pt>
                <c:pt idx="1570">
                  <c:v>74.06015037593986</c:v>
                </c:pt>
                <c:pt idx="1571">
                  <c:v>74.06015037593986</c:v>
                </c:pt>
                <c:pt idx="1572">
                  <c:v>74.15413533834587</c:v>
                </c:pt>
                <c:pt idx="1573">
                  <c:v>74.15413533834587</c:v>
                </c:pt>
                <c:pt idx="1574">
                  <c:v>74.24812030075188</c:v>
                </c:pt>
                <c:pt idx="1575">
                  <c:v>74.24812030075188</c:v>
                </c:pt>
                <c:pt idx="1576">
                  <c:v>74.3421052631579</c:v>
                </c:pt>
                <c:pt idx="1577">
                  <c:v>74.3421052631579</c:v>
                </c:pt>
                <c:pt idx="1578">
                  <c:v>74.43609022556392</c:v>
                </c:pt>
                <c:pt idx="1579">
                  <c:v>74.43609022556392</c:v>
                </c:pt>
                <c:pt idx="1580">
                  <c:v>74.53007518796993</c:v>
                </c:pt>
                <c:pt idx="1581">
                  <c:v>74.53007518796993</c:v>
                </c:pt>
                <c:pt idx="1582">
                  <c:v>74.62406015037594</c:v>
                </c:pt>
                <c:pt idx="1583">
                  <c:v>74.62406015037594</c:v>
                </c:pt>
                <c:pt idx="1584">
                  <c:v>74.71804511278195</c:v>
                </c:pt>
                <c:pt idx="1585">
                  <c:v>74.71804511278195</c:v>
                </c:pt>
                <c:pt idx="1586">
                  <c:v>74.81203007518798</c:v>
                </c:pt>
                <c:pt idx="1587">
                  <c:v>74.81203007518798</c:v>
                </c:pt>
                <c:pt idx="1588">
                  <c:v>74.90601503759399</c:v>
                </c:pt>
                <c:pt idx="1589">
                  <c:v>74.90601503759399</c:v>
                </c:pt>
                <c:pt idx="1590">
                  <c:v>75</c:v>
                </c:pt>
                <c:pt idx="1591">
                  <c:v>75</c:v>
                </c:pt>
                <c:pt idx="1592">
                  <c:v>75.09398496240601</c:v>
                </c:pt>
                <c:pt idx="1593">
                  <c:v>75.09398496240601</c:v>
                </c:pt>
                <c:pt idx="1594">
                  <c:v>75.18796992481202</c:v>
                </c:pt>
                <c:pt idx="1595">
                  <c:v>75.18796992481202</c:v>
                </c:pt>
                <c:pt idx="1596">
                  <c:v>75.28195488721805</c:v>
                </c:pt>
                <c:pt idx="1597">
                  <c:v>75.28195488721805</c:v>
                </c:pt>
                <c:pt idx="1598">
                  <c:v>75.37593984962406</c:v>
                </c:pt>
                <c:pt idx="1599">
                  <c:v>75.37593984962406</c:v>
                </c:pt>
                <c:pt idx="1600">
                  <c:v>75.46992481203007</c:v>
                </c:pt>
                <c:pt idx="1601">
                  <c:v>75.46992481203007</c:v>
                </c:pt>
                <c:pt idx="1602">
                  <c:v>75.56390977443608</c:v>
                </c:pt>
                <c:pt idx="1603">
                  <c:v>75.56390977443608</c:v>
                </c:pt>
                <c:pt idx="1604">
                  <c:v>75.6578947368421</c:v>
                </c:pt>
                <c:pt idx="1605">
                  <c:v>75.6578947368421</c:v>
                </c:pt>
                <c:pt idx="1606">
                  <c:v>75.75187969924812</c:v>
                </c:pt>
                <c:pt idx="1607">
                  <c:v>75.75187969924812</c:v>
                </c:pt>
                <c:pt idx="1608">
                  <c:v>75.84586466165413</c:v>
                </c:pt>
                <c:pt idx="1609">
                  <c:v>75.84586466165413</c:v>
                </c:pt>
                <c:pt idx="1610">
                  <c:v>75.93984962406014</c:v>
                </c:pt>
                <c:pt idx="1611">
                  <c:v>75.93984962406014</c:v>
                </c:pt>
                <c:pt idx="1612">
                  <c:v>76.03383458646617</c:v>
                </c:pt>
                <c:pt idx="1613">
                  <c:v>76.03383458646617</c:v>
                </c:pt>
                <c:pt idx="1614">
                  <c:v>76.12781954887218</c:v>
                </c:pt>
                <c:pt idx="1615">
                  <c:v>76.12781954887218</c:v>
                </c:pt>
                <c:pt idx="1616">
                  <c:v>76.22180451127819</c:v>
                </c:pt>
                <c:pt idx="1617">
                  <c:v>76.22180451127819</c:v>
                </c:pt>
                <c:pt idx="1618">
                  <c:v>76.31578947368422</c:v>
                </c:pt>
                <c:pt idx="1619">
                  <c:v>76.31578947368422</c:v>
                </c:pt>
                <c:pt idx="1620">
                  <c:v>76.40977443609023</c:v>
                </c:pt>
                <c:pt idx="1621">
                  <c:v>76.40977443609023</c:v>
                </c:pt>
                <c:pt idx="1622">
                  <c:v>76.50375939849624</c:v>
                </c:pt>
                <c:pt idx="1623">
                  <c:v>76.50375939849624</c:v>
                </c:pt>
                <c:pt idx="1624">
                  <c:v>76.59774436090225</c:v>
                </c:pt>
                <c:pt idx="1625">
                  <c:v>76.59774436090225</c:v>
                </c:pt>
                <c:pt idx="1626">
                  <c:v>76.69172932330827</c:v>
                </c:pt>
                <c:pt idx="1627">
                  <c:v>76.69172932330827</c:v>
                </c:pt>
                <c:pt idx="1628">
                  <c:v>76.78571428571429</c:v>
                </c:pt>
                <c:pt idx="1629">
                  <c:v>76.78571428571429</c:v>
                </c:pt>
                <c:pt idx="1630">
                  <c:v>76.8796992481203</c:v>
                </c:pt>
                <c:pt idx="1631">
                  <c:v>76.8796992481203</c:v>
                </c:pt>
                <c:pt idx="1632">
                  <c:v>76.97368421052632</c:v>
                </c:pt>
                <c:pt idx="1633">
                  <c:v>76.97368421052632</c:v>
                </c:pt>
                <c:pt idx="1634">
                  <c:v>77.06766917293233</c:v>
                </c:pt>
                <c:pt idx="1635">
                  <c:v>77.06766917293233</c:v>
                </c:pt>
                <c:pt idx="1636">
                  <c:v>77.16165413533834</c:v>
                </c:pt>
                <c:pt idx="1637">
                  <c:v>77.16165413533834</c:v>
                </c:pt>
                <c:pt idx="1638">
                  <c:v>77.25563909774436</c:v>
                </c:pt>
                <c:pt idx="1639">
                  <c:v>77.25563909774436</c:v>
                </c:pt>
                <c:pt idx="1640">
                  <c:v>77.34962406015038</c:v>
                </c:pt>
                <c:pt idx="1641">
                  <c:v>77.34962406015038</c:v>
                </c:pt>
                <c:pt idx="1642">
                  <c:v>77.44360902255639</c:v>
                </c:pt>
                <c:pt idx="1643">
                  <c:v>77.44360902255639</c:v>
                </c:pt>
                <c:pt idx="1644">
                  <c:v>77.5375939849624</c:v>
                </c:pt>
                <c:pt idx="1645">
                  <c:v>77.5375939849624</c:v>
                </c:pt>
                <c:pt idx="1646">
                  <c:v>77.63157894736842</c:v>
                </c:pt>
                <c:pt idx="1647">
                  <c:v>77.63157894736842</c:v>
                </c:pt>
                <c:pt idx="1648">
                  <c:v>77.72556390977444</c:v>
                </c:pt>
                <c:pt idx="1649">
                  <c:v>77.72556390977444</c:v>
                </c:pt>
                <c:pt idx="1650">
                  <c:v>77.81954887218046</c:v>
                </c:pt>
                <c:pt idx="1651">
                  <c:v>77.81954887218046</c:v>
                </c:pt>
                <c:pt idx="1652">
                  <c:v>77.91353383458647</c:v>
                </c:pt>
                <c:pt idx="1653">
                  <c:v>77.91353383458647</c:v>
                </c:pt>
                <c:pt idx="1654">
                  <c:v>78.00751879699249</c:v>
                </c:pt>
                <c:pt idx="1655">
                  <c:v>78.00751879699249</c:v>
                </c:pt>
                <c:pt idx="1656">
                  <c:v>78.1015037593985</c:v>
                </c:pt>
                <c:pt idx="1657">
                  <c:v>78.1015037593985</c:v>
                </c:pt>
                <c:pt idx="1658">
                  <c:v>78.19548872180451</c:v>
                </c:pt>
                <c:pt idx="1659">
                  <c:v>78.19548872180451</c:v>
                </c:pt>
                <c:pt idx="1660">
                  <c:v>78.28947368421053</c:v>
                </c:pt>
                <c:pt idx="1661">
                  <c:v>78.28947368421053</c:v>
                </c:pt>
                <c:pt idx="1662">
                  <c:v>78.38345864661655</c:v>
                </c:pt>
                <c:pt idx="1663">
                  <c:v>78.38345864661655</c:v>
                </c:pt>
                <c:pt idx="1664">
                  <c:v>78.47744360902256</c:v>
                </c:pt>
                <c:pt idx="1665">
                  <c:v>78.47744360902256</c:v>
                </c:pt>
                <c:pt idx="1666">
                  <c:v>78.57142857142857</c:v>
                </c:pt>
                <c:pt idx="1667">
                  <c:v>78.57142857142857</c:v>
                </c:pt>
                <c:pt idx="1668">
                  <c:v>78.66541353383458</c:v>
                </c:pt>
                <c:pt idx="1669">
                  <c:v>78.66541353383458</c:v>
                </c:pt>
                <c:pt idx="1670">
                  <c:v>78.75939849624061</c:v>
                </c:pt>
                <c:pt idx="1671">
                  <c:v>78.75939849624061</c:v>
                </c:pt>
                <c:pt idx="1672">
                  <c:v>78.85338345864662</c:v>
                </c:pt>
                <c:pt idx="1673">
                  <c:v>78.85338345864662</c:v>
                </c:pt>
                <c:pt idx="1674">
                  <c:v>78.94736842105263</c:v>
                </c:pt>
                <c:pt idx="1675">
                  <c:v>78.94736842105263</c:v>
                </c:pt>
                <c:pt idx="1676">
                  <c:v>79.04135338345864</c:v>
                </c:pt>
                <c:pt idx="1677">
                  <c:v>79.04135338345864</c:v>
                </c:pt>
                <c:pt idx="1678">
                  <c:v>79.13533834586465</c:v>
                </c:pt>
                <c:pt idx="1679">
                  <c:v>79.13533834586465</c:v>
                </c:pt>
                <c:pt idx="1680">
                  <c:v>79.22932330827066</c:v>
                </c:pt>
                <c:pt idx="1681">
                  <c:v>79.22932330827066</c:v>
                </c:pt>
                <c:pt idx="1682">
                  <c:v>79.32330827067669</c:v>
                </c:pt>
                <c:pt idx="1683">
                  <c:v>79.32330827067669</c:v>
                </c:pt>
                <c:pt idx="1684">
                  <c:v>79.4172932330827</c:v>
                </c:pt>
                <c:pt idx="1685">
                  <c:v>79.4172932330827</c:v>
                </c:pt>
                <c:pt idx="1686">
                  <c:v>79.51127819548873</c:v>
                </c:pt>
                <c:pt idx="1687">
                  <c:v>79.51127819548873</c:v>
                </c:pt>
                <c:pt idx="1688">
                  <c:v>79.60526315789474</c:v>
                </c:pt>
                <c:pt idx="1689">
                  <c:v>79.60526315789474</c:v>
                </c:pt>
                <c:pt idx="1690">
                  <c:v>79.69924812030075</c:v>
                </c:pt>
                <c:pt idx="1691">
                  <c:v>79.69924812030075</c:v>
                </c:pt>
                <c:pt idx="1692">
                  <c:v>79.79323308270678</c:v>
                </c:pt>
                <c:pt idx="1693">
                  <c:v>79.79323308270678</c:v>
                </c:pt>
                <c:pt idx="1694">
                  <c:v>79.88721804511279</c:v>
                </c:pt>
                <c:pt idx="1695">
                  <c:v>79.88721804511279</c:v>
                </c:pt>
                <c:pt idx="1696">
                  <c:v>79.9812030075188</c:v>
                </c:pt>
                <c:pt idx="1697">
                  <c:v>79.9812030075188</c:v>
                </c:pt>
                <c:pt idx="1698">
                  <c:v>80.07518796992481</c:v>
                </c:pt>
                <c:pt idx="1699">
                  <c:v>80.07518796992481</c:v>
                </c:pt>
                <c:pt idx="1700">
                  <c:v>80.16917293233082</c:v>
                </c:pt>
                <c:pt idx="1701">
                  <c:v>80.16917293233082</c:v>
                </c:pt>
                <c:pt idx="1702">
                  <c:v>80.26315789473685</c:v>
                </c:pt>
                <c:pt idx="1703">
                  <c:v>80.26315789473685</c:v>
                </c:pt>
                <c:pt idx="1704">
                  <c:v>80.35714285714286</c:v>
                </c:pt>
                <c:pt idx="1705">
                  <c:v>80.35714285714286</c:v>
                </c:pt>
                <c:pt idx="1706">
                  <c:v>80.45112781954887</c:v>
                </c:pt>
                <c:pt idx="1707">
                  <c:v>80.45112781954887</c:v>
                </c:pt>
                <c:pt idx="1708">
                  <c:v>80.54511278195488</c:v>
                </c:pt>
                <c:pt idx="1709">
                  <c:v>80.54511278195488</c:v>
                </c:pt>
                <c:pt idx="1710">
                  <c:v>80.6390977443609</c:v>
                </c:pt>
                <c:pt idx="1711">
                  <c:v>80.6390977443609</c:v>
                </c:pt>
                <c:pt idx="1712">
                  <c:v>80.73308270676691</c:v>
                </c:pt>
                <c:pt idx="1713">
                  <c:v>80.73308270676691</c:v>
                </c:pt>
                <c:pt idx="1714">
                  <c:v>80.82706766917293</c:v>
                </c:pt>
                <c:pt idx="1715">
                  <c:v>80.82706766917293</c:v>
                </c:pt>
                <c:pt idx="1716">
                  <c:v>80.92105263157895</c:v>
                </c:pt>
                <c:pt idx="1717">
                  <c:v>80.92105263157895</c:v>
                </c:pt>
                <c:pt idx="1718">
                  <c:v>81.01503759398496</c:v>
                </c:pt>
                <c:pt idx="1719">
                  <c:v>81.01503759398496</c:v>
                </c:pt>
                <c:pt idx="1720">
                  <c:v>81.10902255639097</c:v>
                </c:pt>
                <c:pt idx="1721">
                  <c:v>81.10902255639097</c:v>
                </c:pt>
                <c:pt idx="1722">
                  <c:v>81.20300751879699</c:v>
                </c:pt>
                <c:pt idx="1723">
                  <c:v>81.20300751879699</c:v>
                </c:pt>
                <c:pt idx="1724">
                  <c:v>81.29699248120301</c:v>
                </c:pt>
                <c:pt idx="1725">
                  <c:v>81.29699248120301</c:v>
                </c:pt>
                <c:pt idx="1726">
                  <c:v>81.39097744360903</c:v>
                </c:pt>
                <c:pt idx="1727">
                  <c:v>81.39097744360903</c:v>
                </c:pt>
                <c:pt idx="1728">
                  <c:v>81.48496240601504</c:v>
                </c:pt>
                <c:pt idx="1729">
                  <c:v>81.48496240601504</c:v>
                </c:pt>
                <c:pt idx="1730">
                  <c:v>81.57894736842105</c:v>
                </c:pt>
                <c:pt idx="1731">
                  <c:v>81.57894736842105</c:v>
                </c:pt>
                <c:pt idx="1732">
                  <c:v>81.67293233082707</c:v>
                </c:pt>
                <c:pt idx="1733">
                  <c:v>81.67293233082707</c:v>
                </c:pt>
                <c:pt idx="1734">
                  <c:v>81.76691729323309</c:v>
                </c:pt>
                <c:pt idx="1735">
                  <c:v>81.76691729323309</c:v>
                </c:pt>
                <c:pt idx="1736">
                  <c:v>81.8609022556391</c:v>
                </c:pt>
                <c:pt idx="1737">
                  <c:v>81.8609022556391</c:v>
                </c:pt>
                <c:pt idx="1738">
                  <c:v>81.95488721804512</c:v>
                </c:pt>
                <c:pt idx="1739">
                  <c:v>81.95488721804512</c:v>
                </c:pt>
                <c:pt idx="1740">
                  <c:v>82.04887218045113</c:v>
                </c:pt>
                <c:pt idx="1741">
                  <c:v>82.04887218045113</c:v>
                </c:pt>
                <c:pt idx="1742">
                  <c:v>82.14285714285714</c:v>
                </c:pt>
                <c:pt idx="1743">
                  <c:v>82.14285714285714</c:v>
                </c:pt>
                <c:pt idx="1744">
                  <c:v>82.23684210526315</c:v>
                </c:pt>
                <c:pt idx="1745">
                  <c:v>82.23684210526315</c:v>
                </c:pt>
                <c:pt idx="1746">
                  <c:v>82.33082706766918</c:v>
                </c:pt>
                <c:pt idx="1747">
                  <c:v>82.33082706766918</c:v>
                </c:pt>
                <c:pt idx="1748">
                  <c:v>82.42481203007519</c:v>
                </c:pt>
                <c:pt idx="1749">
                  <c:v>82.42481203007519</c:v>
                </c:pt>
                <c:pt idx="1750">
                  <c:v>82.5187969924812</c:v>
                </c:pt>
                <c:pt idx="1751">
                  <c:v>82.5187969924812</c:v>
                </c:pt>
                <c:pt idx="1752">
                  <c:v>82.61278195488721</c:v>
                </c:pt>
                <c:pt idx="1753">
                  <c:v>82.61278195488721</c:v>
                </c:pt>
                <c:pt idx="1754">
                  <c:v>82.70676691729322</c:v>
                </c:pt>
                <c:pt idx="1755">
                  <c:v>82.70676691729322</c:v>
                </c:pt>
                <c:pt idx="1756">
                  <c:v>82.80075187969925</c:v>
                </c:pt>
                <c:pt idx="1757">
                  <c:v>82.80075187969925</c:v>
                </c:pt>
                <c:pt idx="1758">
                  <c:v>82.89473684210526</c:v>
                </c:pt>
                <c:pt idx="1759">
                  <c:v>82.89473684210526</c:v>
                </c:pt>
                <c:pt idx="1760">
                  <c:v>82.98872180451127</c:v>
                </c:pt>
                <c:pt idx="1761">
                  <c:v>82.98872180451127</c:v>
                </c:pt>
                <c:pt idx="1762">
                  <c:v>83.0827067669173</c:v>
                </c:pt>
                <c:pt idx="1763">
                  <c:v>83.0827067669173</c:v>
                </c:pt>
                <c:pt idx="1764">
                  <c:v>83.17669172932331</c:v>
                </c:pt>
                <c:pt idx="1765">
                  <c:v>83.17669172932331</c:v>
                </c:pt>
                <c:pt idx="1766">
                  <c:v>83.27067669172934</c:v>
                </c:pt>
                <c:pt idx="1767">
                  <c:v>83.27067669172934</c:v>
                </c:pt>
                <c:pt idx="1768">
                  <c:v>83.36466165413535</c:v>
                </c:pt>
                <c:pt idx="1769">
                  <c:v>83.36466165413535</c:v>
                </c:pt>
                <c:pt idx="1770">
                  <c:v>83.45864661654136</c:v>
                </c:pt>
                <c:pt idx="1771">
                  <c:v>83.45864661654136</c:v>
                </c:pt>
                <c:pt idx="1772">
                  <c:v>83.55263157894737</c:v>
                </c:pt>
                <c:pt idx="1773">
                  <c:v>83.55263157894737</c:v>
                </c:pt>
                <c:pt idx="1774">
                  <c:v>83.64661654135338</c:v>
                </c:pt>
                <c:pt idx="1775">
                  <c:v>83.64661654135338</c:v>
                </c:pt>
                <c:pt idx="1776">
                  <c:v>83.74060150375939</c:v>
                </c:pt>
                <c:pt idx="1777">
                  <c:v>83.74060150375939</c:v>
                </c:pt>
                <c:pt idx="1778">
                  <c:v>83.83458646616542</c:v>
                </c:pt>
                <c:pt idx="1779">
                  <c:v>83.83458646616542</c:v>
                </c:pt>
                <c:pt idx="1780">
                  <c:v>83.92857142857143</c:v>
                </c:pt>
                <c:pt idx="1781">
                  <c:v>83.92857142857143</c:v>
                </c:pt>
                <c:pt idx="1782">
                  <c:v>84.02255639097744</c:v>
                </c:pt>
                <c:pt idx="1783">
                  <c:v>84.02255639097744</c:v>
                </c:pt>
                <c:pt idx="1784">
                  <c:v>84.11654135338345</c:v>
                </c:pt>
                <c:pt idx="1785">
                  <c:v>84.11654135338345</c:v>
                </c:pt>
                <c:pt idx="1786">
                  <c:v>84.21052631578947</c:v>
                </c:pt>
                <c:pt idx="1787">
                  <c:v>84.21052631578947</c:v>
                </c:pt>
                <c:pt idx="1788">
                  <c:v>84.30451127819549</c:v>
                </c:pt>
                <c:pt idx="1789">
                  <c:v>84.30451127819549</c:v>
                </c:pt>
                <c:pt idx="1790">
                  <c:v>84.3984962406015</c:v>
                </c:pt>
                <c:pt idx="1791">
                  <c:v>84.3984962406015</c:v>
                </c:pt>
                <c:pt idx="1792">
                  <c:v>84.49248120300751</c:v>
                </c:pt>
                <c:pt idx="1793">
                  <c:v>84.49248120300751</c:v>
                </c:pt>
                <c:pt idx="1794">
                  <c:v>84.58646616541353</c:v>
                </c:pt>
                <c:pt idx="1795">
                  <c:v>84.58646616541353</c:v>
                </c:pt>
                <c:pt idx="1796">
                  <c:v>84.68045112781954</c:v>
                </c:pt>
                <c:pt idx="1797">
                  <c:v>84.68045112781954</c:v>
                </c:pt>
                <c:pt idx="1798">
                  <c:v>84.77443609022556</c:v>
                </c:pt>
                <c:pt idx="1799">
                  <c:v>84.77443609022556</c:v>
                </c:pt>
                <c:pt idx="1800">
                  <c:v>84.86842105263158</c:v>
                </c:pt>
                <c:pt idx="1801">
                  <c:v>84.86842105263158</c:v>
                </c:pt>
                <c:pt idx="1802">
                  <c:v>84.9624060150376</c:v>
                </c:pt>
                <c:pt idx="1803">
                  <c:v>84.9624060150376</c:v>
                </c:pt>
                <c:pt idx="1804">
                  <c:v>85.05639097744361</c:v>
                </c:pt>
                <c:pt idx="1805">
                  <c:v>85.05639097744361</c:v>
                </c:pt>
                <c:pt idx="1806">
                  <c:v>85.15037593984962</c:v>
                </c:pt>
                <c:pt idx="1807">
                  <c:v>85.15037593984962</c:v>
                </c:pt>
                <c:pt idx="1808">
                  <c:v>85.24436090225564</c:v>
                </c:pt>
                <c:pt idx="1809">
                  <c:v>85.24436090225564</c:v>
                </c:pt>
                <c:pt idx="1810">
                  <c:v>85.33834586466166</c:v>
                </c:pt>
                <c:pt idx="1811">
                  <c:v>85.33834586466166</c:v>
                </c:pt>
                <c:pt idx="1812">
                  <c:v>85.43233082706767</c:v>
                </c:pt>
                <c:pt idx="1813">
                  <c:v>85.43233082706767</c:v>
                </c:pt>
                <c:pt idx="1814">
                  <c:v>85.52631578947368</c:v>
                </c:pt>
                <c:pt idx="1815">
                  <c:v>85.52631578947368</c:v>
                </c:pt>
                <c:pt idx="1816">
                  <c:v>85.6203007518797</c:v>
                </c:pt>
                <c:pt idx="1817">
                  <c:v>85.6203007518797</c:v>
                </c:pt>
                <c:pt idx="1818">
                  <c:v>85.71428571428571</c:v>
                </c:pt>
                <c:pt idx="1819">
                  <c:v>85.71428571428571</c:v>
                </c:pt>
                <c:pt idx="1820">
                  <c:v>85.80827067669173</c:v>
                </c:pt>
                <c:pt idx="1821">
                  <c:v>85.80827067669173</c:v>
                </c:pt>
                <c:pt idx="1822">
                  <c:v>85.90225563909775</c:v>
                </c:pt>
                <c:pt idx="1823">
                  <c:v>85.90225563909775</c:v>
                </c:pt>
                <c:pt idx="1824">
                  <c:v>85.99624060150376</c:v>
                </c:pt>
                <c:pt idx="1825">
                  <c:v>85.99624060150376</c:v>
                </c:pt>
                <c:pt idx="1826">
                  <c:v>86.09022556390977</c:v>
                </c:pt>
                <c:pt idx="1827">
                  <c:v>86.09022556390977</c:v>
                </c:pt>
                <c:pt idx="1828">
                  <c:v>86.18421052631578</c:v>
                </c:pt>
                <c:pt idx="1829">
                  <c:v>86.18421052631578</c:v>
                </c:pt>
                <c:pt idx="1830">
                  <c:v>86.27819548872181</c:v>
                </c:pt>
                <c:pt idx="1831">
                  <c:v>86.27819548872181</c:v>
                </c:pt>
                <c:pt idx="1832">
                  <c:v>86.37218045112782</c:v>
                </c:pt>
                <c:pt idx="1833">
                  <c:v>86.37218045112782</c:v>
                </c:pt>
                <c:pt idx="1834">
                  <c:v>86.46616541353383</c:v>
                </c:pt>
                <c:pt idx="1835">
                  <c:v>86.46616541353383</c:v>
                </c:pt>
                <c:pt idx="1836">
                  <c:v>86.56015037593986</c:v>
                </c:pt>
                <c:pt idx="1837">
                  <c:v>86.56015037593986</c:v>
                </c:pt>
                <c:pt idx="1838">
                  <c:v>86.65413533834587</c:v>
                </c:pt>
                <c:pt idx="1839">
                  <c:v>86.65413533834587</c:v>
                </c:pt>
                <c:pt idx="1840">
                  <c:v>86.74812030075188</c:v>
                </c:pt>
                <c:pt idx="1841">
                  <c:v>86.74812030075188</c:v>
                </c:pt>
                <c:pt idx="1842">
                  <c:v>86.8421052631579</c:v>
                </c:pt>
                <c:pt idx="1843">
                  <c:v>86.8421052631579</c:v>
                </c:pt>
                <c:pt idx="1844">
                  <c:v>86.93609022556392</c:v>
                </c:pt>
                <c:pt idx="1845">
                  <c:v>86.93609022556392</c:v>
                </c:pt>
                <c:pt idx="1846">
                  <c:v>87.03007518796993</c:v>
                </c:pt>
                <c:pt idx="1847">
                  <c:v>87.03007518796993</c:v>
                </c:pt>
                <c:pt idx="1848">
                  <c:v>87.12406015037594</c:v>
                </c:pt>
                <c:pt idx="1849">
                  <c:v>87.12406015037594</c:v>
                </c:pt>
                <c:pt idx="1850">
                  <c:v>87.21804511278195</c:v>
                </c:pt>
                <c:pt idx="1851">
                  <c:v>87.21804511278195</c:v>
                </c:pt>
                <c:pt idx="1852">
                  <c:v>87.31203007518798</c:v>
                </c:pt>
                <c:pt idx="1853">
                  <c:v>87.31203007518798</c:v>
                </c:pt>
                <c:pt idx="1854">
                  <c:v>87.40601503759399</c:v>
                </c:pt>
                <c:pt idx="1855">
                  <c:v>87.40601503759399</c:v>
                </c:pt>
                <c:pt idx="1856">
                  <c:v>87.5</c:v>
                </c:pt>
                <c:pt idx="1857">
                  <c:v>87.5</c:v>
                </c:pt>
                <c:pt idx="1858">
                  <c:v>87.59398496240601</c:v>
                </c:pt>
                <c:pt idx="1859">
                  <c:v>87.59398496240601</c:v>
                </c:pt>
                <c:pt idx="1860">
                  <c:v>87.68796992481202</c:v>
                </c:pt>
                <c:pt idx="1861">
                  <c:v>87.68796992481202</c:v>
                </c:pt>
                <c:pt idx="1862">
                  <c:v>87.78195488721805</c:v>
                </c:pt>
                <c:pt idx="1863">
                  <c:v>87.78195488721805</c:v>
                </c:pt>
                <c:pt idx="1864">
                  <c:v>87.87593984962406</c:v>
                </c:pt>
                <c:pt idx="1865">
                  <c:v>87.87593984962406</c:v>
                </c:pt>
                <c:pt idx="1866">
                  <c:v>87.96992481203007</c:v>
                </c:pt>
                <c:pt idx="1867">
                  <c:v>87.96992481203007</c:v>
                </c:pt>
                <c:pt idx="1868">
                  <c:v>88.06390977443608</c:v>
                </c:pt>
                <c:pt idx="1869">
                  <c:v>88.06390977443608</c:v>
                </c:pt>
                <c:pt idx="1870">
                  <c:v>88.1578947368421</c:v>
                </c:pt>
                <c:pt idx="1871">
                  <c:v>88.1578947368421</c:v>
                </c:pt>
                <c:pt idx="1872">
                  <c:v>88.25187969924812</c:v>
                </c:pt>
                <c:pt idx="1873">
                  <c:v>88.25187969924812</c:v>
                </c:pt>
                <c:pt idx="1874">
                  <c:v>88.34586466165413</c:v>
                </c:pt>
                <c:pt idx="1875">
                  <c:v>88.34586466165413</c:v>
                </c:pt>
                <c:pt idx="1876">
                  <c:v>88.43984962406014</c:v>
                </c:pt>
                <c:pt idx="1877">
                  <c:v>88.43984962406014</c:v>
                </c:pt>
                <c:pt idx="1878">
                  <c:v>88.53383458646617</c:v>
                </c:pt>
                <c:pt idx="1879">
                  <c:v>88.53383458646617</c:v>
                </c:pt>
                <c:pt idx="1880">
                  <c:v>88.62781954887218</c:v>
                </c:pt>
                <c:pt idx="1881">
                  <c:v>88.62781954887218</c:v>
                </c:pt>
                <c:pt idx="1882">
                  <c:v>88.72180451127819</c:v>
                </c:pt>
                <c:pt idx="1883">
                  <c:v>88.72180451127819</c:v>
                </c:pt>
                <c:pt idx="1884">
                  <c:v>88.81578947368422</c:v>
                </c:pt>
                <c:pt idx="1885">
                  <c:v>88.81578947368422</c:v>
                </c:pt>
                <c:pt idx="1886">
                  <c:v>88.90977443609023</c:v>
                </c:pt>
                <c:pt idx="1887">
                  <c:v>88.90977443609023</c:v>
                </c:pt>
                <c:pt idx="1888">
                  <c:v>89.00375939849624</c:v>
                </c:pt>
                <c:pt idx="1889">
                  <c:v>89.00375939849624</c:v>
                </c:pt>
                <c:pt idx="1890">
                  <c:v>89.09774436090225</c:v>
                </c:pt>
                <c:pt idx="1891">
                  <c:v>89.09774436090225</c:v>
                </c:pt>
                <c:pt idx="1892">
                  <c:v>89.19172932330827</c:v>
                </c:pt>
                <c:pt idx="1893">
                  <c:v>89.19172932330827</c:v>
                </c:pt>
                <c:pt idx="1894">
                  <c:v>89.28571428571429</c:v>
                </c:pt>
                <c:pt idx="1895">
                  <c:v>89.28571428571429</c:v>
                </c:pt>
                <c:pt idx="1896">
                  <c:v>89.3796992481203</c:v>
                </c:pt>
                <c:pt idx="1897">
                  <c:v>89.3796992481203</c:v>
                </c:pt>
                <c:pt idx="1898">
                  <c:v>89.47368421052632</c:v>
                </c:pt>
                <c:pt idx="1899">
                  <c:v>89.47368421052632</c:v>
                </c:pt>
                <c:pt idx="1900">
                  <c:v>89.56766917293233</c:v>
                </c:pt>
                <c:pt idx="1901">
                  <c:v>89.56766917293233</c:v>
                </c:pt>
                <c:pt idx="1902">
                  <c:v>89.66165413533834</c:v>
                </c:pt>
                <c:pt idx="1903">
                  <c:v>89.66165413533834</c:v>
                </c:pt>
                <c:pt idx="1904">
                  <c:v>89.75563909774436</c:v>
                </c:pt>
                <c:pt idx="1905">
                  <c:v>89.75563909774436</c:v>
                </c:pt>
                <c:pt idx="1906">
                  <c:v>89.84962406015038</c:v>
                </c:pt>
                <c:pt idx="1907">
                  <c:v>89.84962406015038</c:v>
                </c:pt>
                <c:pt idx="1908">
                  <c:v>89.94360902255639</c:v>
                </c:pt>
                <c:pt idx="1909">
                  <c:v>89.94360902255639</c:v>
                </c:pt>
                <c:pt idx="1910">
                  <c:v>90.0375939849624</c:v>
                </c:pt>
                <c:pt idx="1911">
                  <c:v>90.0375939849624</c:v>
                </c:pt>
                <c:pt idx="1912">
                  <c:v>90.13157894736842</c:v>
                </c:pt>
                <c:pt idx="1913">
                  <c:v>90.13157894736842</c:v>
                </c:pt>
                <c:pt idx="1914">
                  <c:v>90.22556390977444</c:v>
                </c:pt>
                <c:pt idx="1915">
                  <c:v>90.22556390977444</c:v>
                </c:pt>
                <c:pt idx="1916">
                  <c:v>90.31954887218046</c:v>
                </c:pt>
                <c:pt idx="1917">
                  <c:v>90.31954887218046</c:v>
                </c:pt>
                <c:pt idx="1918">
                  <c:v>90.41353383458647</c:v>
                </c:pt>
                <c:pt idx="1919">
                  <c:v>90.41353383458647</c:v>
                </c:pt>
                <c:pt idx="1920">
                  <c:v>90.50751879699249</c:v>
                </c:pt>
                <c:pt idx="1921">
                  <c:v>90.50751879699249</c:v>
                </c:pt>
                <c:pt idx="1922">
                  <c:v>90.6015037593985</c:v>
                </c:pt>
                <c:pt idx="1923">
                  <c:v>90.6015037593985</c:v>
                </c:pt>
                <c:pt idx="1924">
                  <c:v>90.69548872180451</c:v>
                </c:pt>
                <c:pt idx="1925">
                  <c:v>90.69548872180451</c:v>
                </c:pt>
                <c:pt idx="1926">
                  <c:v>90.78947368421053</c:v>
                </c:pt>
                <c:pt idx="1927">
                  <c:v>90.78947368421053</c:v>
                </c:pt>
                <c:pt idx="1928">
                  <c:v>90.88345864661655</c:v>
                </c:pt>
                <c:pt idx="1929">
                  <c:v>90.88345864661655</c:v>
                </c:pt>
                <c:pt idx="1930">
                  <c:v>90.97744360902256</c:v>
                </c:pt>
                <c:pt idx="1931">
                  <c:v>90.97744360902256</c:v>
                </c:pt>
                <c:pt idx="1932">
                  <c:v>91.07142857142857</c:v>
                </c:pt>
                <c:pt idx="1933">
                  <c:v>91.07142857142857</c:v>
                </c:pt>
                <c:pt idx="1934">
                  <c:v>91.16541353383458</c:v>
                </c:pt>
                <c:pt idx="1935">
                  <c:v>91.16541353383458</c:v>
                </c:pt>
                <c:pt idx="1936">
                  <c:v>91.25939849624061</c:v>
                </c:pt>
                <c:pt idx="1937">
                  <c:v>91.25939849624061</c:v>
                </c:pt>
                <c:pt idx="1938">
                  <c:v>91.35338345864662</c:v>
                </c:pt>
                <c:pt idx="1939">
                  <c:v>91.35338345864662</c:v>
                </c:pt>
                <c:pt idx="1940">
                  <c:v>91.44736842105263</c:v>
                </c:pt>
                <c:pt idx="1941">
                  <c:v>91.44736842105263</c:v>
                </c:pt>
                <c:pt idx="1942">
                  <c:v>91.54135338345864</c:v>
                </c:pt>
                <c:pt idx="1943">
                  <c:v>91.54135338345864</c:v>
                </c:pt>
                <c:pt idx="1944">
                  <c:v>91.63533834586465</c:v>
                </c:pt>
                <c:pt idx="1945">
                  <c:v>91.63533834586465</c:v>
                </c:pt>
                <c:pt idx="1946">
                  <c:v>91.72932330827066</c:v>
                </c:pt>
                <c:pt idx="1947">
                  <c:v>91.72932330827066</c:v>
                </c:pt>
                <c:pt idx="1948">
                  <c:v>91.82330827067669</c:v>
                </c:pt>
                <c:pt idx="1949">
                  <c:v>91.82330827067669</c:v>
                </c:pt>
                <c:pt idx="1950">
                  <c:v>91.9172932330827</c:v>
                </c:pt>
                <c:pt idx="1951">
                  <c:v>91.9172932330827</c:v>
                </c:pt>
                <c:pt idx="1952">
                  <c:v>92.01127819548873</c:v>
                </c:pt>
                <c:pt idx="1953">
                  <c:v>92.01127819548873</c:v>
                </c:pt>
                <c:pt idx="1954">
                  <c:v>92.10526315789474</c:v>
                </c:pt>
                <c:pt idx="1955">
                  <c:v>92.10526315789474</c:v>
                </c:pt>
                <c:pt idx="1956">
                  <c:v>92.19924812030075</c:v>
                </c:pt>
                <c:pt idx="1957">
                  <c:v>92.19924812030075</c:v>
                </c:pt>
                <c:pt idx="1958">
                  <c:v>92.29323308270678</c:v>
                </c:pt>
                <c:pt idx="1959">
                  <c:v>92.29323308270678</c:v>
                </c:pt>
                <c:pt idx="1960">
                  <c:v>92.38721804511279</c:v>
                </c:pt>
                <c:pt idx="1961">
                  <c:v>92.38721804511279</c:v>
                </c:pt>
                <c:pt idx="1962">
                  <c:v>92.4812030075188</c:v>
                </c:pt>
                <c:pt idx="1963">
                  <c:v>92.4812030075188</c:v>
                </c:pt>
                <c:pt idx="1964">
                  <c:v>92.57518796992481</c:v>
                </c:pt>
                <c:pt idx="1965">
                  <c:v>92.57518796992481</c:v>
                </c:pt>
                <c:pt idx="1966">
                  <c:v>92.66917293233082</c:v>
                </c:pt>
                <c:pt idx="1967">
                  <c:v>92.66917293233082</c:v>
                </c:pt>
                <c:pt idx="1968">
                  <c:v>92.76315789473685</c:v>
                </c:pt>
                <c:pt idx="1969">
                  <c:v>92.76315789473685</c:v>
                </c:pt>
                <c:pt idx="1970">
                  <c:v>92.85714285714286</c:v>
                </c:pt>
                <c:pt idx="1971">
                  <c:v>92.85714285714286</c:v>
                </c:pt>
                <c:pt idx="1972">
                  <c:v>92.95112781954887</c:v>
                </c:pt>
                <c:pt idx="1973">
                  <c:v>92.95112781954887</c:v>
                </c:pt>
                <c:pt idx="1974">
                  <c:v>93.04511278195488</c:v>
                </c:pt>
                <c:pt idx="1975">
                  <c:v>93.04511278195488</c:v>
                </c:pt>
                <c:pt idx="1976">
                  <c:v>93.1390977443609</c:v>
                </c:pt>
                <c:pt idx="1977">
                  <c:v>93.1390977443609</c:v>
                </c:pt>
                <c:pt idx="1978">
                  <c:v>93.23308270676691</c:v>
                </c:pt>
                <c:pt idx="1979">
                  <c:v>93.23308270676691</c:v>
                </c:pt>
                <c:pt idx="1980">
                  <c:v>93.32706766917293</c:v>
                </c:pt>
                <c:pt idx="1981">
                  <c:v>93.32706766917293</c:v>
                </c:pt>
                <c:pt idx="1982">
                  <c:v>93.42105263157895</c:v>
                </c:pt>
                <c:pt idx="1983">
                  <c:v>93.42105263157895</c:v>
                </c:pt>
                <c:pt idx="1984">
                  <c:v>93.51503759398496</c:v>
                </c:pt>
                <c:pt idx="1985">
                  <c:v>93.51503759398496</c:v>
                </c:pt>
                <c:pt idx="1986">
                  <c:v>93.60902255639097</c:v>
                </c:pt>
                <c:pt idx="1987">
                  <c:v>93.60902255639097</c:v>
                </c:pt>
                <c:pt idx="1988">
                  <c:v>93.70300751879699</c:v>
                </c:pt>
                <c:pt idx="1989">
                  <c:v>93.70300751879699</c:v>
                </c:pt>
                <c:pt idx="1990">
                  <c:v>93.79699248120301</c:v>
                </c:pt>
                <c:pt idx="1991">
                  <c:v>93.79699248120301</c:v>
                </c:pt>
                <c:pt idx="1992">
                  <c:v>93.89097744360903</c:v>
                </c:pt>
                <c:pt idx="1993">
                  <c:v>93.89097744360903</c:v>
                </c:pt>
                <c:pt idx="1994">
                  <c:v>93.98496240601504</c:v>
                </c:pt>
                <c:pt idx="1995">
                  <c:v>93.98496240601504</c:v>
                </c:pt>
                <c:pt idx="1996">
                  <c:v>94.07894736842105</c:v>
                </c:pt>
                <c:pt idx="1997">
                  <c:v>94.07894736842105</c:v>
                </c:pt>
                <c:pt idx="1998">
                  <c:v>94.17293233082707</c:v>
                </c:pt>
                <c:pt idx="1999">
                  <c:v>94.17293233082707</c:v>
                </c:pt>
                <c:pt idx="2000">
                  <c:v>94.26691729323309</c:v>
                </c:pt>
                <c:pt idx="2001">
                  <c:v>94.26691729323309</c:v>
                </c:pt>
                <c:pt idx="2002">
                  <c:v>94.3609022556391</c:v>
                </c:pt>
                <c:pt idx="2003">
                  <c:v>94.3609022556391</c:v>
                </c:pt>
                <c:pt idx="2004">
                  <c:v>94.45488721804512</c:v>
                </c:pt>
                <c:pt idx="2005">
                  <c:v>94.45488721804512</c:v>
                </c:pt>
                <c:pt idx="2006">
                  <c:v>94.54887218045113</c:v>
                </c:pt>
                <c:pt idx="2007">
                  <c:v>94.54887218045113</c:v>
                </c:pt>
                <c:pt idx="2008">
                  <c:v>94.64285714285714</c:v>
                </c:pt>
                <c:pt idx="2009">
                  <c:v>94.64285714285714</c:v>
                </c:pt>
                <c:pt idx="2010">
                  <c:v>94.73684210526315</c:v>
                </c:pt>
                <c:pt idx="2011">
                  <c:v>94.73684210526315</c:v>
                </c:pt>
                <c:pt idx="2012">
                  <c:v>94.83082706766918</c:v>
                </c:pt>
                <c:pt idx="2013">
                  <c:v>94.83082706766918</c:v>
                </c:pt>
                <c:pt idx="2014">
                  <c:v>94.92481203007519</c:v>
                </c:pt>
                <c:pt idx="2015">
                  <c:v>94.92481203007519</c:v>
                </c:pt>
                <c:pt idx="2016">
                  <c:v>95.0187969924812</c:v>
                </c:pt>
                <c:pt idx="2017">
                  <c:v>95.0187969924812</c:v>
                </c:pt>
                <c:pt idx="2018">
                  <c:v>95.11278195488721</c:v>
                </c:pt>
                <c:pt idx="2019">
                  <c:v>95.11278195488721</c:v>
                </c:pt>
                <c:pt idx="2020">
                  <c:v>95.20676691729322</c:v>
                </c:pt>
                <c:pt idx="2021">
                  <c:v>95.20676691729322</c:v>
                </c:pt>
                <c:pt idx="2022">
                  <c:v>95.30075187969925</c:v>
                </c:pt>
                <c:pt idx="2023">
                  <c:v>95.30075187969925</c:v>
                </c:pt>
                <c:pt idx="2024">
                  <c:v>95.39473684210526</c:v>
                </c:pt>
                <c:pt idx="2025">
                  <c:v>95.39473684210526</c:v>
                </c:pt>
                <c:pt idx="2026">
                  <c:v>95.48872180451127</c:v>
                </c:pt>
                <c:pt idx="2027">
                  <c:v>95.48872180451127</c:v>
                </c:pt>
                <c:pt idx="2028">
                  <c:v>95.5827067669173</c:v>
                </c:pt>
                <c:pt idx="2029">
                  <c:v>95.5827067669173</c:v>
                </c:pt>
                <c:pt idx="2030">
                  <c:v>95.67669172932331</c:v>
                </c:pt>
                <c:pt idx="2031">
                  <c:v>95.67669172932331</c:v>
                </c:pt>
                <c:pt idx="2032">
                  <c:v>95.77067669172934</c:v>
                </c:pt>
                <c:pt idx="2033">
                  <c:v>95.77067669172934</c:v>
                </c:pt>
                <c:pt idx="2034">
                  <c:v>95.86466165413535</c:v>
                </c:pt>
                <c:pt idx="2035">
                  <c:v>95.86466165413535</c:v>
                </c:pt>
                <c:pt idx="2036">
                  <c:v>95.95864661654136</c:v>
                </c:pt>
                <c:pt idx="2037">
                  <c:v>95.95864661654136</c:v>
                </c:pt>
                <c:pt idx="2038">
                  <c:v>96.05263157894737</c:v>
                </c:pt>
                <c:pt idx="2039">
                  <c:v>96.05263157894737</c:v>
                </c:pt>
                <c:pt idx="2040">
                  <c:v>96.14661654135338</c:v>
                </c:pt>
                <c:pt idx="2041">
                  <c:v>96.14661654135338</c:v>
                </c:pt>
                <c:pt idx="2042">
                  <c:v>96.24060150375939</c:v>
                </c:pt>
                <c:pt idx="2043">
                  <c:v>96.24060150375939</c:v>
                </c:pt>
                <c:pt idx="2044">
                  <c:v>96.33458646616542</c:v>
                </c:pt>
                <c:pt idx="2045">
                  <c:v>96.33458646616542</c:v>
                </c:pt>
                <c:pt idx="2046">
                  <c:v>96.42857142857143</c:v>
                </c:pt>
                <c:pt idx="2047">
                  <c:v>96.42857142857143</c:v>
                </c:pt>
                <c:pt idx="2048">
                  <c:v>96.52255639097744</c:v>
                </c:pt>
                <c:pt idx="2049">
                  <c:v>96.52255639097744</c:v>
                </c:pt>
                <c:pt idx="2050">
                  <c:v>96.61654135338345</c:v>
                </c:pt>
                <c:pt idx="2051">
                  <c:v>96.61654135338345</c:v>
                </c:pt>
                <c:pt idx="2052">
                  <c:v>96.71052631578947</c:v>
                </c:pt>
                <c:pt idx="2053">
                  <c:v>96.71052631578947</c:v>
                </c:pt>
                <c:pt idx="2054">
                  <c:v>96.80451127819549</c:v>
                </c:pt>
                <c:pt idx="2055">
                  <c:v>96.80451127819549</c:v>
                </c:pt>
                <c:pt idx="2056">
                  <c:v>96.8984962406015</c:v>
                </c:pt>
                <c:pt idx="2057">
                  <c:v>96.8984962406015</c:v>
                </c:pt>
                <c:pt idx="2058">
                  <c:v>96.99248120300751</c:v>
                </c:pt>
                <c:pt idx="2059">
                  <c:v>96.99248120300751</c:v>
                </c:pt>
                <c:pt idx="2060">
                  <c:v>97.08646616541353</c:v>
                </c:pt>
                <c:pt idx="2061">
                  <c:v>97.08646616541353</c:v>
                </c:pt>
                <c:pt idx="2062">
                  <c:v>97.18045112781954</c:v>
                </c:pt>
                <c:pt idx="2063">
                  <c:v>97.18045112781954</c:v>
                </c:pt>
                <c:pt idx="2064">
                  <c:v>97.27443609022556</c:v>
                </c:pt>
                <c:pt idx="2065">
                  <c:v>97.27443609022556</c:v>
                </c:pt>
                <c:pt idx="2066">
                  <c:v>97.36842105263158</c:v>
                </c:pt>
                <c:pt idx="2067">
                  <c:v>97.36842105263158</c:v>
                </c:pt>
                <c:pt idx="2068">
                  <c:v>97.4624060150376</c:v>
                </c:pt>
                <c:pt idx="2069">
                  <c:v>97.4624060150376</c:v>
                </c:pt>
                <c:pt idx="2070">
                  <c:v>97.55639097744361</c:v>
                </c:pt>
                <c:pt idx="2071">
                  <c:v>97.55639097744361</c:v>
                </c:pt>
                <c:pt idx="2072">
                  <c:v>97.65037593984962</c:v>
                </c:pt>
                <c:pt idx="2073">
                  <c:v>97.65037593984962</c:v>
                </c:pt>
                <c:pt idx="2074">
                  <c:v>97.74436090225564</c:v>
                </c:pt>
                <c:pt idx="2075">
                  <c:v>97.74436090225564</c:v>
                </c:pt>
                <c:pt idx="2076">
                  <c:v>97.83834586466166</c:v>
                </c:pt>
                <c:pt idx="2077">
                  <c:v>97.83834586466166</c:v>
                </c:pt>
                <c:pt idx="2078">
                  <c:v>97.93233082706767</c:v>
                </c:pt>
                <c:pt idx="2079">
                  <c:v>97.93233082706767</c:v>
                </c:pt>
                <c:pt idx="2080">
                  <c:v>98.02631578947368</c:v>
                </c:pt>
                <c:pt idx="2081">
                  <c:v>98.02631578947368</c:v>
                </c:pt>
                <c:pt idx="2082">
                  <c:v>98.1203007518797</c:v>
                </c:pt>
                <c:pt idx="2083">
                  <c:v>98.1203007518797</c:v>
                </c:pt>
                <c:pt idx="2084">
                  <c:v>98.21428571428571</c:v>
                </c:pt>
                <c:pt idx="2085">
                  <c:v>98.21428571428571</c:v>
                </c:pt>
                <c:pt idx="2086">
                  <c:v>98.30827067669173</c:v>
                </c:pt>
                <c:pt idx="2087">
                  <c:v>98.30827067669173</c:v>
                </c:pt>
                <c:pt idx="2088">
                  <c:v>98.40225563909775</c:v>
                </c:pt>
                <c:pt idx="2089">
                  <c:v>98.40225563909775</c:v>
                </c:pt>
                <c:pt idx="2090">
                  <c:v>98.49624060150376</c:v>
                </c:pt>
                <c:pt idx="2091">
                  <c:v>98.49624060150376</c:v>
                </c:pt>
                <c:pt idx="2092">
                  <c:v>98.59022556390977</c:v>
                </c:pt>
                <c:pt idx="2093">
                  <c:v>98.59022556390977</c:v>
                </c:pt>
                <c:pt idx="2094">
                  <c:v>98.68421052631578</c:v>
                </c:pt>
                <c:pt idx="2095">
                  <c:v>98.68421052631578</c:v>
                </c:pt>
                <c:pt idx="2096">
                  <c:v>98.77819548872181</c:v>
                </c:pt>
                <c:pt idx="2097">
                  <c:v>98.77819548872181</c:v>
                </c:pt>
                <c:pt idx="2098">
                  <c:v>98.87218045112782</c:v>
                </c:pt>
                <c:pt idx="2099">
                  <c:v>98.87218045112782</c:v>
                </c:pt>
                <c:pt idx="2100">
                  <c:v>98.96616541353383</c:v>
                </c:pt>
                <c:pt idx="2101">
                  <c:v>98.96616541353383</c:v>
                </c:pt>
                <c:pt idx="2102">
                  <c:v>99.06015037593986</c:v>
                </c:pt>
                <c:pt idx="2103">
                  <c:v>99.06015037593986</c:v>
                </c:pt>
                <c:pt idx="2104">
                  <c:v>99.15413533834587</c:v>
                </c:pt>
                <c:pt idx="2105">
                  <c:v>99.15413533834587</c:v>
                </c:pt>
                <c:pt idx="2106">
                  <c:v>99.24812030075188</c:v>
                </c:pt>
                <c:pt idx="2107">
                  <c:v>99.24812030075188</c:v>
                </c:pt>
                <c:pt idx="2108">
                  <c:v>99.3421052631579</c:v>
                </c:pt>
                <c:pt idx="2109">
                  <c:v>99.3421052631579</c:v>
                </c:pt>
                <c:pt idx="2110">
                  <c:v>99.43609022556392</c:v>
                </c:pt>
                <c:pt idx="2111">
                  <c:v>99.43609022556392</c:v>
                </c:pt>
                <c:pt idx="2112">
                  <c:v>99.53007518796993</c:v>
                </c:pt>
                <c:pt idx="2113">
                  <c:v>99.53007518796993</c:v>
                </c:pt>
                <c:pt idx="2114">
                  <c:v>99.62406015037594</c:v>
                </c:pt>
                <c:pt idx="2115">
                  <c:v>99.62406015037594</c:v>
                </c:pt>
                <c:pt idx="2116">
                  <c:v>99.71804511278195</c:v>
                </c:pt>
                <c:pt idx="2117">
                  <c:v>99.71804511278195</c:v>
                </c:pt>
                <c:pt idx="2118">
                  <c:v>99.81203007518798</c:v>
                </c:pt>
                <c:pt idx="2119">
                  <c:v>99.81203007518798</c:v>
                </c:pt>
                <c:pt idx="2120">
                  <c:v>99.90601503759399</c:v>
                </c:pt>
                <c:pt idx="2121">
                  <c:v>99.90601503759399</c:v>
                </c:pt>
                <c:pt idx="2122">
                  <c:v>100</c:v>
                </c:pt>
                <c:pt idx="2123">
                  <c:v>100</c:v>
                </c:pt>
              </c:numCache>
            </c:numRef>
          </c:yVal>
          <c:smooth val="0"/>
        </c:ser>
        <c:ser>
          <c:idx val="1"/>
          <c:order val="1"/>
          <c:tx>
            <c:v>Frozen + rewrites</c:v>
          </c:tx>
          <c:spPr>
            <a:solidFill xmlns:a="http://schemas.openxmlformats.org/drawingml/2006/main">
              <a:srgbClr val="087EBA"/>
            </a:solidFill>
            <a:ln xmlns:a="http://schemas.openxmlformats.org/drawingml/2006/main" w="19050">
              <a:solidFill>
                <a:srgbClr val="087EBA"/>
              </a:solidFill>
            </a:ln>
          </c:spPr>
          <c:marker>
            <c:symbol val="none"/>
          </c:marker>
          <c:xVal>
            <c:numRef>
              <c:f>'Data'!$C$2:$C$2127</c:f>
              <c:numCache>
                <c:formatCode>General</c:formatCode>
                <c:ptCount val="2126"/>
                <c:pt idx="0">
                  <c:v>1</c:v>
                </c:pt>
                <c:pt idx="1">
                  <c:v>1.093616485595703</c:v>
                </c:pt>
                <c:pt idx="2">
                  <c:v>1.093616485595703</c:v>
                </c:pt>
                <c:pt idx="3">
                  <c:v>1.093713760375977</c:v>
                </c:pt>
                <c:pt idx="4">
                  <c:v>1.093713760375977</c:v>
                </c:pt>
                <c:pt idx="5">
                  <c:v>1.097845792770386</c:v>
                </c:pt>
                <c:pt idx="6">
                  <c:v>1.097845792770386</c:v>
                </c:pt>
                <c:pt idx="7">
                  <c:v>1.098565340042114</c:v>
                </c:pt>
                <c:pt idx="8">
                  <c:v>1.098565340042114</c:v>
                </c:pt>
                <c:pt idx="9">
                  <c:v>1.098869323730469</c:v>
                </c:pt>
                <c:pt idx="10">
                  <c:v>1.098869323730469</c:v>
                </c:pt>
                <c:pt idx="11">
                  <c:v>1.099689960479736</c:v>
                </c:pt>
                <c:pt idx="12">
                  <c:v>1.099689960479736</c:v>
                </c:pt>
                <c:pt idx="13">
                  <c:v>1.100310325622559</c:v>
                </c:pt>
                <c:pt idx="14">
                  <c:v>1.100310325622559</c:v>
                </c:pt>
                <c:pt idx="15">
                  <c:v>1.101914644241333</c:v>
                </c:pt>
                <c:pt idx="16">
                  <c:v>1.101914644241333</c:v>
                </c:pt>
                <c:pt idx="17">
                  <c:v>1.10235595703125</c:v>
                </c:pt>
                <c:pt idx="18">
                  <c:v>1.10235595703125</c:v>
                </c:pt>
                <c:pt idx="19">
                  <c:v>1.10300874710083</c:v>
                </c:pt>
                <c:pt idx="20">
                  <c:v>1.10300874710083</c:v>
                </c:pt>
                <c:pt idx="21">
                  <c:v>1.103044509887695</c:v>
                </c:pt>
                <c:pt idx="22">
                  <c:v>1.103044509887695</c:v>
                </c:pt>
                <c:pt idx="23">
                  <c:v>1.103335618972778</c:v>
                </c:pt>
                <c:pt idx="24">
                  <c:v>1.103335618972778</c:v>
                </c:pt>
                <c:pt idx="25">
                  <c:v>1.103851318359375</c:v>
                </c:pt>
                <c:pt idx="26">
                  <c:v>1.103851318359375</c:v>
                </c:pt>
                <c:pt idx="27">
                  <c:v>1.104595899581909</c:v>
                </c:pt>
                <c:pt idx="28">
                  <c:v>1.104595899581909</c:v>
                </c:pt>
                <c:pt idx="29">
                  <c:v>1.104958534240723</c:v>
                </c:pt>
                <c:pt idx="30">
                  <c:v>1.104958534240723</c:v>
                </c:pt>
                <c:pt idx="31">
                  <c:v>1.106172800064087</c:v>
                </c:pt>
                <c:pt idx="32">
                  <c:v>1.106172800064087</c:v>
                </c:pt>
                <c:pt idx="33">
                  <c:v>1.106399774551392</c:v>
                </c:pt>
                <c:pt idx="34">
                  <c:v>1.106399774551392</c:v>
                </c:pt>
                <c:pt idx="35">
                  <c:v>1.106530666351318</c:v>
                </c:pt>
                <c:pt idx="36">
                  <c:v>1.106530666351318</c:v>
                </c:pt>
                <c:pt idx="37">
                  <c:v>1.107549905776978</c:v>
                </c:pt>
                <c:pt idx="38">
                  <c:v>1.107549905776978</c:v>
                </c:pt>
                <c:pt idx="39">
                  <c:v>1.107719898223877</c:v>
                </c:pt>
                <c:pt idx="40">
                  <c:v>1.107719898223877</c:v>
                </c:pt>
                <c:pt idx="41">
                  <c:v>1.107950210571289</c:v>
                </c:pt>
                <c:pt idx="42">
                  <c:v>1.107950210571289</c:v>
                </c:pt>
                <c:pt idx="43">
                  <c:v>1.10796594619751</c:v>
                </c:pt>
                <c:pt idx="44">
                  <c:v>1.10796594619751</c:v>
                </c:pt>
                <c:pt idx="45">
                  <c:v>1.108477115631104</c:v>
                </c:pt>
                <c:pt idx="46">
                  <c:v>1.108477115631104</c:v>
                </c:pt>
                <c:pt idx="47">
                  <c:v>1.108700513839722</c:v>
                </c:pt>
                <c:pt idx="48">
                  <c:v>1.108700513839722</c:v>
                </c:pt>
                <c:pt idx="49">
                  <c:v>1.109659194946289</c:v>
                </c:pt>
                <c:pt idx="50">
                  <c:v>1.109659194946289</c:v>
                </c:pt>
                <c:pt idx="51">
                  <c:v>1.111165523529053</c:v>
                </c:pt>
                <c:pt idx="52">
                  <c:v>1.111165523529053</c:v>
                </c:pt>
                <c:pt idx="53">
                  <c:v>1.111410140991211</c:v>
                </c:pt>
                <c:pt idx="54">
                  <c:v>1.111410140991211</c:v>
                </c:pt>
                <c:pt idx="55">
                  <c:v>1.11147665977478</c:v>
                </c:pt>
                <c:pt idx="56">
                  <c:v>1.11147665977478</c:v>
                </c:pt>
                <c:pt idx="57">
                  <c:v>1.111679315567017</c:v>
                </c:pt>
                <c:pt idx="58">
                  <c:v>1.111679315567017</c:v>
                </c:pt>
                <c:pt idx="59">
                  <c:v>1.111704111099243</c:v>
                </c:pt>
                <c:pt idx="60">
                  <c:v>1.111704111099243</c:v>
                </c:pt>
                <c:pt idx="61">
                  <c:v>1.111906766891479</c:v>
                </c:pt>
                <c:pt idx="62">
                  <c:v>1.111906766891479</c:v>
                </c:pt>
                <c:pt idx="63">
                  <c:v>1.111928701400757</c:v>
                </c:pt>
                <c:pt idx="64">
                  <c:v>1.111928701400757</c:v>
                </c:pt>
                <c:pt idx="65">
                  <c:v>1.112430810928345</c:v>
                </c:pt>
                <c:pt idx="66">
                  <c:v>1.112430810928345</c:v>
                </c:pt>
                <c:pt idx="67">
                  <c:v>1.112752437591553</c:v>
                </c:pt>
                <c:pt idx="68">
                  <c:v>1.112752437591553</c:v>
                </c:pt>
                <c:pt idx="69">
                  <c:v>1.112776756286621</c:v>
                </c:pt>
                <c:pt idx="70">
                  <c:v>1.112776756286621</c:v>
                </c:pt>
                <c:pt idx="71">
                  <c:v>1.113400220870972</c:v>
                </c:pt>
                <c:pt idx="72">
                  <c:v>1.113400220870972</c:v>
                </c:pt>
                <c:pt idx="73">
                  <c:v>1.113458395004272</c:v>
                </c:pt>
                <c:pt idx="74">
                  <c:v>1.113458395004272</c:v>
                </c:pt>
                <c:pt idx="75">
                  <c:v>1.113458633422852</c:v>
                </c:pt>
                <c:pt idx="76">
                  <c:v>1.113458633422852</c:v>
                </c:pt>
                <c:pt idx="77">
                  <c:v>1.113565683364868</c:v>
                </c:pt>
                <c:pt idx="78">
                  <c:v>1.113565683364868</c:v>
                </c:pt>
                <c:pt idx="79">
                  <c:v>1.113610744476318</c:v>
                </c:pt>
                <c:pt idx="80">
                  <c:v>1.113610744476318</c:v>
                </c:pt>
                <c:pt idx="81">
                  <c:v>1.113913297653198</c:v>
                </c:pt>
                <c:pt idx="82">
                  <c:v>1.113913297653198</c:v>
                </c:pt>
                <c:pt idx="83">
                  <c:v>1.114376068115234</c:v>
                </c:pt>
                <c:pt idx="84">
                  <c:v>1.114376068115234</c:v>
                </c:pt>
                <c:pt idx="85">
                  <c:v>1.114619255065918</c:v>
                </c:pt>
                <c:pt idx="86">
                  <c:v>1.114619255065918</c:v>
                </c:pt>
                <c:pt idx="87">
                  <c:v>1.114767551422119</c:v>
                </c:pt>
                <c:pt idx="88">
                  <c:v>1.114767551422119</c:v>
                </c:pt>
                <c:pt idx="89">
                  <c:v>1.114893674850464</c:v>
                </c:pt>
                <c:pt idx="90">
                  <c:v>1.114893674850464</c:v>
                </c:pt>
                <c:pt idx="91">
                  <c:v>1.114901542663574</c:v>
                </c:pt>
                <c:pt idx="92">
                  <c:v>1.114901542663574</c:v>
                </c:pt>
                <c:pt idx="93">
                  <c:v>1.114981651306152</c:v>
                </c:pt>
                <c:pt idx="94">
                  <c:v>1.114981651306152</c:v>
                </c:pt>
                <c:pt idx="95">
                  <c:v>1.115705490112305</c:v>
                </c:pt>
                <c:pt idx="96">
                  <c:v>1.115705490112305</c:v>
                </c:pt>
                <c:pt idx="97">
                  <c:v>1.115730047225952</c:v>
                </c:pt>
                <c:pt idx="98">
                  <c:v>1.115730047225952</c:v>
                </c:pt>
                <c:pt idx="99">
                  <c:v>1.115774869918823</c:v>
                </c:pt>
                <c:pt idx="100">
                  <c:v>1.115774869918823</c:v>
                </c:pt>
                <c:pt idx="101">
                  <c:v>1.115800142288208</c:v>
                </c:pt>
                <c:pt idx="102">
                  <c:v>1.115800142288208</c:v>
                </c:pt>
                <c:pt idx="103">
                  <c:v>1.116352319717407</c:v>
                </c:pt>
                <c:pt idx="104">
                  <c:v>1.116352319717407</c:v>
                </c:pt>
                <c:pt idx="105">
                  <c:v>1.116413354873657</c:v>
                </c:pt>
                <c:pt idx="106">
                  <c:v>1.116413354873657</c:v>
                </c:pt>
                <c:pt idx="107">
                  <c:v>1.117155790328979</c:v>
                </c:pt>
                <c:pt idx="108">
                  <c:v>1.117155790328979</c:v>
                </c:pt>
                <c:pt idx="109">
                  <c:v>1.11725640296936</c:v>
                </c:pt>
                <c:pt idx="110">
                  <c:v>1.11725640296936</c:v>
                </c:pt>
                <c:pt idx="111">
                  <c:v>1.117772817611694</c:v>
                </c:pt>
                <c:pt idx="112">
                  <c:v>1.117772817611694</c:v>
                </c:pt>
                <c:pt idx="113">
                  <c:v>1.11802077293396</c:v>
                </c:pt>
                <c:pt idx="114">
                  <c:v>1.11802077293396</c:v>
                </c:pt>
                <c:pt idx="115">
                  <c:v>1.118039131164551</c:v>
                </c:pt>
                <c:pt idx="116">
                  <c:v>1.118039131164551</c:v>
                </c:pt>
                <c:pt idx="117">
                  <c:v>1.118059158325195</c:v>
                </c:pt>
                <c:pt idx="118">
                  <c:v>1.118059158325195</c:v>
                </c:pt>
                <c:pt idx="119">
                  <c:v>1.118059396743774</c:v>
                </c:pt>
                <c:pt idx="120">
                  <c:v>1.118059396743774</c:v>
                </c:pt>
                <c:pt idx="121">
                  <c:v>1.118105888366699</c:v>
                </c:pt>
                <c:pt idx="122">
                  <c:v>1.118105888366699</c:v>
                </c:pt>
                <c:pt idx="123">
                  <c:v>1.118184089660645</c:v>
                </c:pt>
                <c:pt idx="124">
                  <c:v>1.118184089660645</c:v>
                </c:pt>
                <c:pt idx="125">
                  <c:v>1.118368864059448</c:v>
                </c:pt>
                <c:pt idx="126">
                  <c:v>1.118368864059448</c:v>
                </c:pt>
                <c:pt idx="127">
                  <c:v>1.118482112884521</c:v>
                </c:pt>
                <c:pt idx="128">
                  <c:v>1.118482112884521</c:v>
                </c:pt>
                <c:pt idx="129">
                  <c:v>1.118563413619995</c:v>
                </c:pt>
                <c:pt idx="130">
                  <c:v>1.118563413619995</c:v>
                </c:pt>
                <c:pt idx="131">
                  <c:v>1.118617534637451</c:v>
                </c:pt>
                <c:pt idx="132">
                  <c:v>1.118617534637451</c:v>
                </c:pt>
                <c:pt idx="133">
                  <c:v>1.118679523468018</c:v>
                </c:pt>
                <c:pt idx="134">
                  <c:v>1.118679523468018</c:v>
                </c:pt>
                <c:pt idx="135">
                  <c:v>1.118744611740112</c:v>
                </c:pt>
                <c:pt idx="136">
                  <c:v>1.118744611740112</c:v>
                </c:pt>
                <c:pt idx="137">
                  <c:v>1.119163990020752</c:v>
                </c:pt>
                <c:pt idx="138">
                  <c:v>1.119163990020752</c:v>
                </c:pt>
                <c:pt idx="139">
                  <c:v>1.119175672531128</c:v>
                </c:pt>
                <c:pt idx="140">
                  <c:v>1.119175672531128</c:v>
                </c:pt>
                <c:pt idx="141">
                  <c:v>1.119384288787842</c:v>
                </c:pt>
                <c:pt idx="142">
                  <c:v>1.119384288787842</c:v>
                </c:pt>
                <c:pt idx="143">
                  <c:v>1.119452476501465</c:v>
                </c:pt>
                <c:pt idx="144">
                  <c:v>1.119452476501465</c:v>
                </c:pt>
                <c:pt idx="145">
                  <c:v>1.119540452957153</c:v>
                </c:pt>
                <c:pt idx="146">
                  <c:v>1.119540452957153</c:v>
                </c:pt>
                <c:pt idx="147">
                  <c:v>1.119564056396484</c:v>
                </c:pt>
                <c:pt idx="148">
                  <c:v>1.119564056396484</c:v>
                </c:pt>
                <c:pt idx="149">
                  <c:v>1.119604349136353</c:v>
                </c:pt>
                <c:pt idx="150">
                  <c:v>1.119604349136353</c:v>
                </c:pt>
                <c:pt idx="151">
                  <c:v>1.119794368743896</c:v>
                </c:pt>
                <c:pt idx="152">
                  <c:v>1.119794368743896</c:v>
                </c:pt>
                <c:pt idx="153">
                  <c:v>1.120079517364502</c:v>
                </c:pt>
                <c:pt idx="154">
                  <c:v>1.120079517364502</c:v>
                </c:pt>
                <c:pt idx="155">
                  <c:v>1.120348453521729</c:v>
                </c:pt>
                <c:pt idx="156">
                  <c:v>1.120348453521729</c:v>
                </c:pt>
                <c:pt idx="157">
                  <c:v>1.120612144470215</c:v>
                </c:pt>
                <c:pt idx="158">
                  <c:v>1.120612144470215</c:v>
                </c:pt>
                <c:pt idx="159">
                  <c:v>1.120941162109375</c:v>
                </c:pt>
                <c:pt idx="160">
                  <c:v>1.120941162109375</c:v>
                </c:pt>
                <c:pt idx="161">
                  <c:v>1.121075630187988</c:v>
                </c:pt>
                <c:pt idx="162">
                  <c:v>1.121075630187988</c:v>
                </c:pt>
                <c:pt idx="163">
                  <c:v>1.121151924133301</c:v>
                </c:pt>
                <c:pt idx="164">
                  <c:v>1.121151924133301</c:v>
                </c:pt>
                <c:pt idx="165">
                  <c:v>1.121385812759399</c:v>
                </c:pt>
                <c:pt idx="166">
                  <c:v>1.121385812759399</c:v>
                </c:pt>
                <c:pt idx="167">
                  <c:v>1.121469974517822</c:v>
                </c:pt>
                <c:pt idx="168">
                  <c:v>1.121469974517822</c:v>
                </c:pt>
                <c:pt idx="169">
                  <c:v>1.121638298034668</c:v>
                </c:pt>
                <c:pt idx="170">
                  <c:v>1.121638298034668</c:v>
                </c:pt>
                <c:pt idx="171">
                  <c:v>1.121862411499023</c:v>
                </c:pt>
                <c:pt idx="172">
                  <c:v>1.121862411499023</c:v>
                </c:pt>
                <c:pt idx="173">
                  <c:v>1.12212085723877</c:v>
                </c:pt>
                <c:pt idx="174">
                  <c:v>1.12212085723877</c:v>
                </c:pt>
                <c:pt idx="175">
                  <c:v>1.122151136398315</c:v>
                </c:pt>
                <c:pt idx="176">
                  <c:v>1.122151136398315</c:v>
                </c:pt>
                <c:pt idx="177">
                  <c:v>1.122188568115234</c:v>
                </c:pt>
                <c:pt idx="178">
                  <c:v>1.122188568115234</c:v>
                </c:pt>
                <c:pt idx="179">
                  <c:v>1.122272968292236</c:v>
                </c:pt>
                <c:pt idx="180">
                  <c:v>1.122272968292236</c:v>
                </c:pt>
                <c:pt idx="181">
                  <c:v>1.122451543807983</c:v>
                </c:pt>
                <c:pt idx="182">
                  <c:v>1.122451543807983</c:v>
                </c:pt>
                <c:pt idx="183">
                  <c:v>1.122475624084473</c:v>
                </c:pt>
                <c:pt idx="184">
                  <c:v>1.122475624084473</c:v>
                </c:pt>
                <c:pt idx="185">
                  <c:v>1.122599840164185</c:v>
                </c:pt>
                <c:pt idx="186">
                  <c:v>1.122599840164185</c:v>
                </c:pt>
                <c:pt idx="187">
                  <c:v>1.122634172439575</c:v>
                </c:pt>
                <c:pt idx="188">
                  <c:v>1.122634172439575</c:v>
                </c:pt>
                <c:pt idx="189">
                  <c:v>1.122733592987061</c:v>
                </c:pt>
                <c:pt idx="190">
                  <c:v>1.122733592987061</c:v>
                </c:pt>
                <c:pt idx="191">
                  <c:v>1.122774600982666</c:v>
                </c:pt>
                <c:pt idx="192">
                  <c:v>1.122774600982666</c:v>
                </c:pt>
                <c:pt idx="193">
                  <c:v>1.12301778793335</c:v>
                </c:pt>
                <c:pt idx="194">
                  <c:v>1.12301778793335</c:v>
                </c:pt>
                <c:pt idx="195">
                  <c:v>1.123131036758423</c:v>
                </c:pt>
                <c:pt idx="196">
                  <c:v>1.123131036758423</c:v>
                </c:pt>
                <c:pt idx="197">
                  <c:v>1.123151779174805</c:v>
                </c:pt>
                <c:pt idx="198">
                  <c:v>1.123151779174805</c:v>
                </c:pt>
                <c:pt idx="199">
                  <c:v>1.123266935348511</c:v>
                </c:pt>
                <c:pt idx="200">
                  <c:v>1.123266935348511</c:v>
                </c:pt>
                <c:pt idx="201">
                  <c:v>1.123321771621704</c:v>
                </c:pt>
                <c:pt idx="202">
                  <c:v>1.123321771621704</c:v>
                </c:pt>
                <c:pt idx="203">
                  <c:v>1.123337268829346</c:v>
                </c:pt>
                <c:pt idx="204">
                  <c:v>1.123337268829346</c:v>
                </c:pt>
                <c:pt idx="205">
                  <c:v>1.123563051223755</c:v>
                </c:pt>
                <c:pt idx="206">
                  <c:v>1.123563051223755</c:v>
                </c:pt>
                <c:pt idx="207">
                  <c:v>1.123915910720825</c:v>
                </c:pt>
                <c:pt idx="208">
                  <c:v>1.123915910720825</c:v>
                </c:pt>
                <c:pt idx="209">
                  <c:v>1.123917818069458</c:v>
                </c:pt>
                <c:pt idx="210">
                  <c:v>1.123917818069458</c:v>
                </c:pt>
                <c:pt idx="211">
                  <c:v>1.124042987823486</c:v>
                </c:pt>
                <c:pt idx="212">
                  <c:v>1.124042987823486</c:v>
                </c:pt>
                <c:pt idx="213">
                  <c:v>1.12406587600708</c:v>
                </c:pt>
                <c:pt idx="214">
                  <c:v>1.12406587600708</c:v>
                </c:pt>
                <c:pt idx="215">
                  <c:v>1.124094486236572</c:v>
                </c:pt>
                <c:pt idx="216">
                  <c:v>1.124094486236572</c:v>
                </c:pt>
                <c:pt idx="217">
                  <c:v>1.124259233474731</c:v>
                </c:pt>
                <c:pt idx="218">
                  <c:v>1.124259233474731</c:v>
                </c:pt>
                <c:pt idx="219">
                  <c:v>1.124360799789429</c:v>
                </c:pt>
                <c:pt idx="220">
                  <c:v>1.124360799789429</c:v>
                </c:pt>
                <c:pt idx="221">
                  <c:v>1.124490737915039</c:v>
                </c:pt>
                <c:pt idx="222">
                  <c:v>1.124490737915039</c:v>
                </c:pt>
                <c:pt idx="223">
                  <c:v>1.124593496322632</c:v>
                </c:pt>
                <c:pt idx="224">
                  <c:v>1.124593496322632</c:v>
                </c:pt>
                <c:pt idx="225">
                  <c:v>1.124608039855957</c:v>
                </c:pt>
                <c:pt idx="226">
                  <c:v>1.124608039855957</c:v>
                </c:pt>
                <c:pt idx="227">
                  <c:v>1.124871969223022</c:v>
                </c:pt>
                <c:pt idx="228">
                  <c:v>1.124871969223022</c:v>
                </c:pt>
                <c:pt idx="229">
                  <c:v>1.12489914894104</c:v>
                </c:pt>
                <c:pt idx="230">
                  <c:v>1.12489914894104</c:v>
                </c:pt>
                <c:pt idx="231">
                  <c:v>1.124947071075439</c:v>
                </c:pt>
                <c:pt idx="232">
                  <c:v>1.124947071075439</c:v>
                </c:pt>
                <c:pt idx="233">
                  <c:v>1.12499213218689</c:v>
                </c:pt>
                <c:pt idx="234">
                  <c:v>1.12499213218689</c:v>
                </c:pt>
                <c:pt idx="235">
                  <c:v>1.12501049041748</c:v>
                </c:pt>
                <c:pt idx="236">
                  <c:v>1.12501049041748</c:v>
                </c:pt>
                <c:pt idx="237">
                  <c:v>1.125200986862183</c:v>
                </c:pt>
                <c:pt idx="238">
                  <c:v>1.125200986862183</c:v>
                </c:pt>
                <c:pt idx="239">
                  <c:v>1.125457286834717</c:v>
                </c:pt>
                <c:pt idx="240">
                  <c:v>1.125457286834717</c:v>
                </c:pt>
                <c:pt idx="241">
                  <c:v>1.125537395477295</c:v>
                </c:pt>
                <c:pt idx="242">
                  <c:v>1.125537395477295</c:v>
                </c:pt>
                <c:pt idx="243">
                  <c:v>1.125593900680542</c:v>
                </c:pt>
                <c:pt idx="244">
                  <c:v>1.125593900680542</c:v>
                </c:pt>
                <c:pt idx="245">
                  <c:v>1.125637292861938</c:v>
                </c:pt>
                <c:pt idx="246">
                  <c:v>1.125637292861938</c:v>
                </c:pt>
                <c:pt idx="247">
                  <c:v>1.12582540512085</c:v>
                </c:pt>
                <c:pt idx="248">
                  <c:v>1.12582540512085</c:v>
                </c:pt>
                <c:pt idx="249">
                  <c:v>1.125866413116455</c:v>
                </c:pt>
                <c:pt idx="250">
                  <c:v>1.125866413116455</c:v>
                </c:pt>
                <c:pt idx="251">
                  <c:v>1.125950813293457</c:v>
                </c:pt>
                <c:pt idx="252">
                  <c:v>1.125950813293457</c:v>
                </c:pt>
                <c:pt idx="253">
                  <c:v>1.126094341278076</c:v>
                </c:pt>
                <c:pt idx="254">
                  <c:v>1.126094341278076</c:v>
                </c:pt>
                <c:pt idx="255">
                  <c:v>1.126129627227783</c:v>
                </c:pt>
                <c:pt idx="256">
                  <c:v>1.126129627227783</c:v>
                </c:pt>
                <c:pt idx="257">
                  <c:v>1.126163721084595</c:v>
                </c:pt>
                <c:pt idx="258">
                  <c:v>1.126163721084595</c:v>
                </c:pt>
                <c:pt idx="259">
                  <c:v>1.126400232315063</c:v>
                </c:pt>
                <c:pt idx="260">
                  <c:v>1.126400232315063</c:v>
                </c:pt>
                <c:pt idx="261">
                  <c:v>1.126502275466919</c:v>
                </c:pt>
                <c:pt idx="262">
                  <c:v>1.126502275466919</c:v>
                </c:pt>
                <c:pt idx="263">
                  <c:v>1.126585483551025</c:v>
                </c:pt>
                <c:pt idx="264">
                  <c:v>1.126585483551025</c:v>
                </c:pt>
                <c:pt idx="265">
                  <c:v>1.126691579818726</c:v>
                </c:pt>
                <c:pt idx="266">
                  <c:v>1.126691579818726</c:v>
                </c:pt>
                <c:pt idx="267">
                  <c:v>1.126749992370605</c:v>
                </c:pt>
                <c:pt idx="268">
                  <c:v>1.126749992370605</c:v>
                </c:pt>
                <c:pt idx="269">
                  <c:v>1.126791954040527</c:v>
                </c:pt>
                <c:pt idx="270">
                  <c:v>1.126791954040527</c:v>
                </c:pt>
                <c:pt idx="271">
                  <c:v>1.126868009567261</c:v>
                </c:pt>
                <c:pt idx="272">
                  <c:v>1.126868009567261</c:v>
                </c:pt>
                <c:pt idx="273">
                  <c:v>1.126877546310425</c:v>
                </c:pt>
                <c:pt idx="274">
                  <c:v>1.126877546310425</c:v>
                </c:pt>
                <c:pt idx="275">
                  <c:v>1.126997232437134</c:v>
                </c:pt>
                <c:pt idx="276">
                  <c:v>1.126997232437134</c:v>
                </c:pt>
                <c:pt idx="277">
                  <c:v>1.127045154571533</c:v>
                </c:pt>
                <c:pt idx="278">
                  <c:v>1.127045154571533</c:v>
                </c:pt>
                <c:pt idx="279">
                  <c:v>1.127212285995483</c:v>
                </c:pt>
                <c:pt idx="280">
                  <c:v>1.127212285995483</c:v>
                </c:pt>
                <c:pt idx="281">
                  <c:v>1.127357482910156</c:v>
                </c:pt>
                <c:pt idx="282">
                  <c:v>1.127357482910156</c:v>
                </c:pt>
                <c:pt idx="283">
                  <c:v>1.12762975692749</c:v>
                </c:pt>
                <c:pt idx="284">
                  <c:v>1.12762975692749</c:v>
                </c:pt>
                <c:pt idx="285">
                  <c:v>1.127729892730713</c:v>
                </c:pt>
                <c:pt idx="286">
                  <c:v>1.127729892730713</c:v>
                </c:pt>
                <c:pt idx="287">
                  <c:v>1.127750396728516</c:v>
                </c:pt>
                <c:pt idx="288">
                  <c:v>1.127750396728516</c:v>
                </c:pt>
                <c:pt idx="289">
                  <c:v>1.127869367599487</c:v>
                </c:pt>
                <c:pt idx="290">
                  <c:v>1.127869367599487</c:v>
                </c:pt>
                <c:pt idx="291">
                  <c:v>1.127941370010376</c:v>
                </c:pt>
                <c:pt idx="292">
                  <c:v>1.127941370010376</c:v>
                </c:pt>
                <c:pt idx="293">
                  <c:v>1.128030776977539</c:v>
                </c:pt>
                <c:pt idx="294">
                  <c:v>1.128030776977539</c:v>
                </c:pt>
                <c:pt idx="295">
                  <c:v>1.12826681137085</c:v>
                </c:pt>
                <c:pt idx="296">
                  <c:v>1.12826681137085</c:v>
                </c:pt>
                <c:pt idx="297">
                  <c:v>1.128381490707397</c:v>
                </c:pt>
                <c:pt idx="298">
                  <c:v>1.128381490707397</c:v>
                </c:pt>
                <c:pt idx="299">
                  <c:v>1.128416776657104</c:v>
                </c:pt>
                <c:pt idx="300">
                  <c:v>1.128416776657104</c:v>
                </c:pt>
                <c:pt idx="301">
                  <c:v>1.128561973571777</c:v>
                </c:pt>
                <c:pt idx="302">
                  <c:v>1.128561973571777</c:v>
                </c:pt>
                <c:pt idx="303">
                  <c:v>1.128567934036255</c:v>
                </c:pt>
                <c:pt idx="304">
                  <c:v>1.128567934036255</c:v>
                </c:pt>
                <c:pt idx="305">
                  <c:v>1.128755807876587</c:v>
                </c:pt>
                <c:pt idx="306">
                  <c:v>1.128755807876587</c:v>
                </c:pt>
                <c:pt idx="307">
                  <c:v>1.128810167312622</c:v>
                </c:pt>
                <c:pt idx="308">
                  <c:v>1.128810167312622</c:v>
                </c:pt>
                <c:pt idx="309">
                  <c:v>1.128811597824097</c:v>
                </c:pt>
                <c:pt idx="310">
                  <c:v>1.128811597824097</c:v>
                </c:pt>
                <c:pt idx="311">
                  <c:v>1.128822088241577</c:v>
                </c:pt>
                <c:pt idx="312">
                  <c:v>1.128822088241577</c:v>
                </c:pt>
                <c:pt idx="313">
                  <c:v>1.129011154174805</c:v>
                </c:pt>
                <c:pt idx="314">
                  <c:v>1.129011154174805</c:v>
                </c:pt>
                <c:pt idx="315">
                  <c:v>1.12907886505127</c:v>
                </c:pt>
                <c:pt idx="316">
                  <c:v>1.12907886505127</c:v>
                </c:pt>
                <c:pt idx="317">
                  <c:v>1.129105091094971</c:v>
                </c:pt>
                <c:pt idx="318">
                  <c:v>1.129105091094971</c:v>
                </c:pt>
                <c:pt idx="319">
                  <c:v>1.129191160202026</c:v>
                </c:pt>
                <c:pt idx="320">
                  <c:v>1.129191160202026</c:v>
                </c:pt>
                <c:pt idx="321">
                  <c:v>1.129277467727661</c:v>
                </c:pt>
                <c:pt idx="322">
                  <c:v>1.129277467727661</c:v>
                </c:pt>
                <c:pt idx="323">
                  <c:v>1.129288196563721</c:v>
                </c:pt>
                <c:pt idx="324">
                  <c:v>1.129288196563721</c:v>
                </c:pt>
                <c:pt idx="325">
                  <c:v>1.129380702972412</c:v>
                </c:pt>
                <c:pt idx="326">
                  <c:v>1.129380702972412</c:v>
                </c:pt>
                <c:pt idx="327">
                  <c:v>1.129403591156006</c:v>
                </c:pt>
                <c:pt idx="328">
                  <c:v>1.129403591156006</c:v>
                </c:pt>
                <c:pt idx="329">
                  <c:v>1.129468202590942</c:v>
                </c:pt>
                <c:pt idx="330">
                  <c:v>1.129468202590942</c:v>
                </c:pt>
                <c:pt idx="331">
                  <c:v>1.12947154045105</c:v>
                </c:pt>
                <c:pt idx="332">
                  <c:v>1.12947154045105</c:v>
                </c:pt>
                <c:pt idx="333">
                  <c:v>1.129671812057495</c:v>
                </c:pt>
                <c:pt idx="334">
                  <c:v>1.129671812057495</c:v>
                </c:pt>
                <c:pt idx="335">
                  <c:v>1.129696369171143</c:v>
                </c:pt>
                <c:pt idx="336">
                  <c:v>1.129696369171143</c:v>
                </c:pt>
                <c:pt idx="337">
                  <c:v>1.129696607589722</c:v>
                </c:pt>
                <c:pt idx="338">
                  <c:v>1.129696607589722</c:v>
                </c:pt>
                <c:pt idx="339">
                  <c:v>1.129742622375488</c:v>
                </c:pt>
                <c:pt idx="340">
                  <c:v>1.129742622375488</c:v>
                </c:pt>
                <c:pt idx="341">
                  <c:v>1.129787445068359</c:v>
                </c:pt>
                <c:pt idx="342">
                  <c:v>1.129787445068359</c:v>
                </c:pt>
                <c:pt idx="343">
                  <c:v>1.130018711090088</c:v>
                </c:pt>
                <c:pt idx="344">
                  <c:v>1.130018711090088</c:v>
                </c:pt>
                <c:pt idx="345">
                  <c:v>1.130050659179688</c:v>
                </c:pt>
                <c:pt idx="346">
                  <c:v>1.130050659179688</c:v>
                </c:pt>
                <c:pt idx="347">
                  <c:v>1.13022518157959</c:v>
                </c:pt>
                <c:pt idx="348">
                  <c:v>1.13022518157959</c:v>
                </c:pt>
                <c:pt idx="349">
                  <c:v>1.130230665206909</c:v>
                </c:pt>
                <c:pt idx="350">
                  <c:v>1.130230665206909</c:v>
                </c:pt>
                <c:pt idx="351">
                  <c:v>1.130251169204712</c:v>
                </c:pt>
                <c:pt idx="352">
                  <c:v>1.130251169204712</c:v>
                </c:pt>
                <c:pt idx="353">
                  <c:v>1.130269050598145</c:v>
                </c:pt>
                <c:pt idx="354">
                  <c:v>1.130269050598145</c:v>
                </c:pt>
                <c:pt idx="355">
                  <c:v>1.130285024642944</c:v>
                </c:pt>
                <c:pt idx="356">
                  <c:v>1.130285024642944</c:v>
                </c:pt>
                <c:pt idx="357">
                  <c:v>1.130348443984985</c:v>
                </c:pt>
                <c:pt idx="358">
                  <c:v>1.130348443984985</c:v>
                </c:pt>
                <c:pt idx="359">
                  <c:v>1.130589485168457</c:v>
                </c:pt>
                <c:pt idx="360">
                  <c:v>1.130589485168457</c:v>
                </c:pt>
                <c:pt idx="361">
                  <c:v>1.130750417709351</c:v>
                </c:pt>
                <c:pt idx="362">
                  <c:v>1.130750417709351</c:v>
                </c:pt>
                <c:pt idx="363">
                  <c:v>1.130968809127808</c:v>
                </c:pt>
                <c:pt idx="364">
                  <c:v>1.130968809127808</c:v>
                </c:pt>
                <c:pt idx="365">
                  <c:v>1.131007432937622</c:v>
                </c:pt>
                <c:pt idx="366">
                  <c:v>1.131007432937622</c:v>
                </c:pt>
                <c:pt idx="367">
                  <c:v>1.131139993667603</c:v>
                </c:pt>
                <c:pt idx="368">
                  <c:v>1.131139993667603</c:v>
                </c:pt>
                <c:pt idx="369">
                  <c:v>1.131242752075195</c:v>
                </c:pt>
                <c:pt idx="370">
                  <c:v>1.131242752075195</c:v>
                </c:pt>
                <c:pt idx="371">
                  <c:v>1.131363868713379</c:v>
                </c:pt>
                <c:pt idx="372">
                  <c:v>1.131363868713379</c:v>
                </c:pt>
                <c:pt idx="373">
                  <c:v>1.13136887550354</c:v>
                </c:pt>
                <c:pt idx="374">
                  <c:v>1.13136887550354</c:v>
                </c:pt>
                <c:pt idx="375">
                  <c:v>1.131381988525391</c:v>
                </c:pt>
                <c:pt idx="376">
                  <c:v>1.131381988525391</c:v>
                </c:pt>
                <c:pt idx="377">
                  <c:v>1.13163423538208</c:v>
                </c:pt>
                <c:pt idx="378">
                  <c:v>1.13163423538208</c:v>
                </c:pt>
                <c:pt idx="379">
                  <c:v>1.131768226623535</c:v>
                </c:pt>
                <c:pt idx="380">
                  <c:v>1.131768226623535</c:v>
                </c:pt>
                <c:pt idx="381">
                  <c:v>1.131788730621338</c:v>
                </c:pt>
                <c:pt idx="382">
                  <c:v>1.131788730621338</c:v>
                </c:pt>
                <c:pt idx="383">
                  <c:v>1.132040500640869</c:v>
                </c:pt>
                <c:pt idx="384">
                  <c:v>1.132040500640869</c:v>
                </c:pt>
                <c:pt idx="385">
                  <c:v>1.132136583328247</c:v>
                </c:pt>
                <c:pt idx="386">
                  <c:v>1.132136583328247</c:v>
                </c:pt>
                <c:pt idx="387">
                  <c:v>1.132185697555542</c:v>
                </c:pt>
                <c:pt idx="388">
                  <c:v>1.132185697555542</c:v>
                </c:pt>
                <c:pt idx="389">
                  <c:v>1.132215023040771</c:v>
                </c:pt>
                <c:pt idx="390">
                  <c:v>1.132215023040771</c:v>
                </c:pt>
                <c:pt idx="391">
                  <c:v>1.132236957550049</c:v>
                </c:pt>
                <c:pt idx="392">
                  <c:v>1.132236957550049</c:v>
                </c:pt>
                <c:pt idx="393">
                  <c:v>1.132249116897583</c:v>
                </c:pt>
                <c:pt idx="394">
                  <c:v>1.132249116897583</c:v>
                </c:pt>
                <c:pt idx="395">
                  <c:v>1.132259607315063</c:v>
                </c:pt>
                <c:pt idx="396">
                  <c:v>1.132259607315063</c:v>
                </c:pt>
                <c:pt idx="397">
                  <c:v>1.132267951965332</c:v>
                </c:pt>
                <c:pt idx="398">
                  <c:v>1.132267951965332</c:v>
                </c:pt>
                <c:pt idx="399">
                  <c:v>1.132365703582764</c:v>
                </c:pt>
                <c:pt idx="400">
                  <c:v>1.132365703582764</c:v>
                </c:pt>
                <c:pt idx="401">
                  <c:v>1.132437229156494</c:v>
                </c:pt>
                <c:pt idx="402">
                  <c:v>1.132437229156494</c:v>
                </c:pt>
                <c:pt idx="403">
                  <c:v>1.132493734359741</c:v>
                </c:pt>
                <c:pt idx="404">
                  <c:v>1.132493734359741</c:v>
                </c:pt>
                <c:pt idx="405">
                  <c:v>1.13252067565918</c:v>
                </c:pt>
                <c:pt idx="406">
                  <c:v>1.13252067565918</c:v>
                </c:pt>
                <c:pt idx="407">
                  <c:v>1.132623434066772</c:v>
                </c:pt>
                <c:pt idx="408">
                  <c:v>1.132623434066772</c:v>
                </c:pt>
                <c:pt idx="409">
                  <c:v>1.132666826248169</c:v>
                </c:pt>
                <c:pt idx="410">
                  <c:v>1.132666826248169</c:v>
                </c:pt>
                <c:pt idx="411">
                  <c:v>1.132736921310425</c:v>
                </c:pt>
                <c:pt idx="412">
                  <c:v>1.132736921310425</c:v>
                </c:pt>
                <c:pt idx="413">
                  <c:v>1.132830381393433</c:v>
                </c:pt>
                <c:pt idx="414">
                  <c:v>1.132830381393433</c:v>
                </c:pt>
                <c:pt idx="415">
                  <c:v>1.132857084274292</c:v>
                </c:pt>
                <c:pt idx="416">
                  <c:v>1.132857084274292</c:v>
                </c:pt>
                <c:pt idx="417">
                  <c:v>1.132873058319092</c:v>
                </c:pt>
                <c:pt idx="418">
                  <c:v>1.132873058319092</c:v>
                </c:pt>
                <c:pt idx="419">
                  <c:v>1.132963895797729</c:v>
                </c:pt>
                <c:pt idx="420">
                  <c:v>1.132963895797729</c:v>
                </c:pt>
                <c:pt idx="421">
                  <c:v>1.133073568344116</c:v>
                </c:pt>
                <c:pt idx="422">
                  <c:v>1.133073568344116</c:v>
                </c:pt>
                <c:pt idx="423">
                  <c:v>1.133108854293823</c:v>
                </c:pt>
                <c:pt idx="424">
                  <c:v>1.133108854293823</c:v>
                </c:pt>
                <c:pt idx="425">
                  <c:v>1.133236646652222</c:v>
                </c:pt>
                <c:pt idx="426">
                  <c:v>1.133236646652222</c:v>
                </c:pt>
                <c:pt idx="427">
                  <c:v>1.133259057998657</c:v>
                </c:pt>
                <c:pt idx="428">
                  <c:v>1.133259057998657</c:v>
                </c:pt>
                <c:pt idx="429">
                  <c:v>1.133262395858765</c:v>
                </c:pt>
                <c:pt idx="430">
                  <c:v>1.133262395858765</c:v>
                </c:pt>
                <c:pt idx="431">
                  <c:v>1.133296012878418</c:v>
                </c:pt>
                <c:pt idx="432">
                  <c:v>1.133296012878418</c:v>
                </c:pt>
                <c:pt idx="433">
                  <c:v>1.133562803268433</c:v>
                </c:pt>
                <c:pt idx="434">
                  <c:v>1.133562803268433</c:v>
                </c:pt>
                <c:pt idx="435">
                  <c:v>1.13373851776123</c:v>
                </c:pt>
                <c:pt idx="436">
                  <c:v>1.13373851776123</c:v>
                </c:pt>
                <c:pt idx="437">
                  <c:v>1.133777379989624</c:v>
                </c:pt>
                <c:pt idx="438">
                  <c:v>1.133777379989624</c:v>
                </c:pt>
                <c:pt idx="439">
                  <c:v>1.13379168510437</c:v>
                </c:pt>
                <c:pt idx="440">
                  <c:v>1.13379168510437</c:v>
                </c:pt>
                <c:pt idx="441">
                  <c:v>1.133910417556763</c:v>
                </c:pt>
                <c:pt idx="442">
                  <c:v>1.133910417556763</c:v>
                </c:pt>
                <c:pt idx="443">
                  <c:v>1.133926391601562</c:v>
                </c:pt>
                <c:pt idx="444">
                  <c:v>1.133926391601562</c:v>
                </c:pt>
                <c:pt idx="445">
                  <c:v>1.133941411972046</c:v>
                </c:pt>
                <c:pt idx="446">
                  <c:v>1.133941411972046</c:v>
                </c:pt>
                <c:pt idx="447">
                  <c:v>1.134097337722778</c:v>
                </c:pt>
                <c:pt idx="448">
                  <c:v>1.134097337722778</c:v>
                </c:pt>
                <c:pt idx="449">
                  <c:v>1.13412880897522</c:v>
                </c:pt>
                <c:pt idx="450">
                  <c:v>1.13412880897522</c:v>
                </c:pt>
                <c:pt idx="451">
                  <c:v>1.134190797805786</c:v>
                </c:pt>
                <c:pt idx="452">
                  <c:v>1.134190797805786</c:v>
                </c:pt>
                <c:pt idx="453">
                  <c:v>1.134254932403564</c:v>
                </c:pt>
                <c:pt idx="454">
                  <c:v>1.134254932403564</c:v>
                </c:pt>
                <c:pt idx="455">
                  <c:v>1.134306907653809</c:v>
                </c:pt>
                <c:pt idx="456">
                  <c:v>1.134306907653809</c:v>
                </c:pt>
                <c:pt idx="457">
                  <c:v>1.134485960006714</c:v>
                </c:pt>
                <c:pt idx="458">
                  <c:v>1.134485960006714</c:v>
                </c:pt>
                <c:pt idx="459">
                  <c:v>1.13456130027771</c:v>
                </c:pt>
                <c:pt idx="460">
                  <c:v>1.13456130027771</c:v>
                </c:pt>
                <c:pt idx="461">
                  <c:v>1.134597301483154</c:v>
                </c:pt>
                <c:pt idx="462">
                  <c:v>1.134597301483154</c:v>
                </c:pt>
                <c:pt idx="463">
                  <c:v>1.134810447692871</c:v>
                </c:pt>
                <c:pt idx="464">
                  <c:v>1.134810447692871</c:v>
                </c:pt>
                <c:pt idx="465">
                  <c:v>1.134973287582397</c:v>
                </c:pt>
                <c:pt idx="466">
                  <c:v>1.134973287582397</c:v>
                </c:pt>
                <c:pt idx="467">
                  <c:v>1.135014533996582</c:v>
                </c:pt>
                <c:pt idx="468">
                  <c:v>1.135014533996582</c:v>
                </c:pt>
                <c:pt idx="469">
                  <c:v>1.135027885437012</c:v>
                </c:pt>
                <c:pt idx="470">
                  <c:v>1.135027885437012</c:v>
                </c:pt>
                <c:pt idx="471">
                  <c:v>1.135035753250122</c:v>
                </c:pt>
                <c:pt idx="472">
                  <c:v>1.135035753250122</c:v>
                </c:pt>
                <c:pt idx="473">
                  <c:v>1.135049104690552</c:v>
                </c:pt>
                <c:pt idx="474">
                  <c:v>1.135049104690552</c:v>
                </c:pt>
                <c:pt idx="475">
                  <c:v>1.13505482673645</c:v>
                </c:pt>
                <c:pt idx="476">
                  <c:v>1.13505482673645</c:v>
                </c:pt>
                <c:pt idx="477">
                  <c:v>1.135108232498169</c:v>
                </c:pt>
                <c:pt idx="478">
                  <c:v>1.135108232498169</c:v>
                </c:pt>
                <c:pt idx="479">
                  <c:v>1.13521146774292</c:v>
                </c:pt>
                <c:pt idx="480">
                  <c:v>1.13521146774292</c:v>
                </c:pt>
                <c:pt idx="481">
                  <c:v>1.135241031646729</c:v>
                </c:pt>
                <c:pt idx="482">
                  <c:v>1.135241031646729</c:v>
                </c:pt>
                <c:pt idx="483">
                  <c:v>1.135273456573486</c:v>
                </c:pt>
                <c:pt idx="484">
                  <c:v>1.135273456573486</c:v>
                </c:pt>
                <c:pt idx="485">
                  <c:v>1.135308027267456</c:v>
                </c:pt>
                <c:pt idx="486">
                  <c:v>1.135308027267456</c:v>
                </c:pt>
                <c:pt idx="487">
                  <c:v>1.135329484939575</c:v>
                </c:pt>
                <c:pt idx="488">
                  <c:v>1.135329484939575</c:v>
                </c:pt>
                <c:pt idx="489">
                  <c:v>1.135365724563599</c:v>
                </c:pt>
                <c:pt idx="490">
                  <c:v>1.135365724563599</c:v>
                </c:pt>
                <c:pt idx="491">
                  <c:v>1.135386228561401</c:v>
                </c:pt>
                <c:pt idx="492">
                  <c:v>1.135386228561401</c:v>
                </c:pt>
                <c:pt idx="493">
                  <c:v>1.135402202606201</c:v>
                </c:pt>
                <c:pt idx="494">
                  <c:v>1.135402202606201</c:v>
                </c:pt>
                <c:pt idx="495">
                  <c:v>1.13542628288269</c:v>
                </c:pt>
                <c:pt idx="496">
                  <c:v>1.13542628288269</c:v>
                </c:pt>
                <c:pt idx="497">
                  <c:v>1.135505676269531</c:v>
                </c:pt>
                <c:pt idx="498">
                  <c:v>1.135505676269531</c:v>
                </c:pt>
                <c:pt idx="499">
                  <c:v>1.13550877571106</c:v>
                </c:pt>
                <c:pt idx="500">
                  <c:v>1.13550877571106</c:v>
                </c:pt>
                <c:pt idx="501">
                  <c:v>1.135512828826904</c:v>
                </c:pt>
                <c:pt idx="502">
                  <c:v>1.135512828826904</c:v>
                </c:pt>
                <c:pt idx="503">
                  <c:v>1.135532379150391</c:v>
                </c:pt>
                <c:pt idx="504">
                  <c:v>1.135532379150391</c:v>
                </c:pt>
                <c:pt idx="505">
                  <c:v>1.13558030128479</c:v>
                </c:pt>
                <c:pt idx="506">
                  <c:v>1.13558030128479</c:v>
                </c:pt>
                <c:pt idx="507">
                  <c:v>1.135585784912109</c:v>
                </c:pt>
                <c:pt idx="508">
                  <c:v>1.135585784912109</c:v>
                </c:pt>
                <c:pt idx="509">
                  <c:v>1.135588645935059</c:v>
                </c:pt>
                <c:pt idx="510">
                  <c:v>1.135588645935059</c:v>
                </c:pt>
                <c:pt idx="511">
                  <c:v>1.135667324066162</c:v>
                </c:pt>
                <c:pt idx="512">
                  <c:v>1.135667324066162</c:v>
                </c:pt>
                <c:pt idx="513">
                  <c:v>1.135726928710938</c:v>
                </c:pt>
                <c:pt idx="514">
                  <c:v>1.135726928710938</c:v>
                </c:pt>
                <c:pt idx="515">
                  <c:v>1.13574743270874</c:v>
                </c:pt>
                <c:pt idx="516">
                  <c:v>1.13574743270874</c:v>
                </c:pt>
                <c:pt idx="517">
                  <c:v>1.135755300521851</c:v>
                </c:pt>
                <c:pt idx="518">
                  <c:v>1.135755300521851</c:v>
                </c:pt>
                <c:pt idx="519">
                  <c:v>1.135849952697754</c:v>
                </c:pt>
                <c:pt idx="520">
                  <c:v>1.135849952697754</c:v>
                </c:pt>
                <c:pt idx="521">
                  <c:v>1.135948181152344</c:v>
                </c:pt>
                <c:pt idx="522">
                  <c:v>1.135948181152344</c:v>
                </c:pt>
                <c:pt idx="523">
                  <c:v>1.136210441589355</c:v>
                </c:pt>
                <c:pt idx="524">
                  <c:v>1.136210441589355</c:v>
                </c:pt>
                <c:pt idx="525">
                  <c:v>1.136272668838501</c:v>
                </c:pt>
                <c:pt idx="526">
                  <c:v>1.136272668838501</c:v>
                </c:pt>
                <c:pt idx="527">
                  <c:v>1.13628625869751</c:v>
                </c:pt>
                <c:pt idx="528">
                  <c:v>1.13628625869751</c:v>
                </c:pt>
                <c:pt idx="529">
                  <c:v>1.136310815811157</c:v>
                </c:pt>
                <c:pt idx="530">
                  <c:v>1.136310815811157</c:v>
                </c:pt>
                <c:pt idx="531">
                  <c:v>1.13631272315979</c:v>
                </c:pt>
                <c:pt idx="532">
                  <c:v>1.13631272315979</c:v>
                </c:pt>
                <c:pt idx="533">
                  <c:v>1.136327266693115</c:v>
                </c:pt>
                <c:pt idx="534">
                  <c:v>1.136327266693115</c:v>
                </c:pt>
                <c:pt idx="535">
                  <c:v>1.136406660079956</c:v>
                </c:pt>
                <c:pt idx="536">
                  <c:v>1.136406660079956</c:v>
                </c:pt>
                <c:pt idx="537">
                  <c:v>1.13644552230835</c:v>
                </c:pt>
                <c:pt idx="538">
                  <c:v>1.13644552230835</c:v>
                </c:pt>
                <c:pt idx="539">
                  <c:v>1.136567354202271</c:v>
                </c:pt>
                <c:pt idx="540">
                  <c:v>1.136567354202271</c:v>
                </c:pt>
                <c:pt idx="541">
                  <c:v>1.136608123779297</c:v>
                </c:pt>
                <c:pt idx="542">
                  <c:v>1.136608123779297</c:v>
                </c:pt>
                <c:pt idx="543">
                  <c:v>1.136624336242676</c:v>
                </c:pt>
                <c:pt idx="544">
                  <c:v>1.136624336242676</c:v>
                </c:pt>
                <c:pt idx="545">
                  <c:v>1.136773586273193</c:v>
                </c:pt>
                <c:pt idx="546">
                  <c:v>1.136773586273193</c:v>
                </c:pt>
                <c:pt idx="547">
                  <c:v>1.136813402175903</c:v>
                </c:pt>
                <c:pt idx="548">
                  <c:v>1.136813402175903</c:v>
                </c:pt>
                <c:pt idx="549">
                  <c:v>1.13694167137146</c:v>
                </c:pt>
                <c:pt idx="550">
                  <c:v>1.13694167137146</c:v>
                </c:pt>
                <c:pt idx="551">
                  <c:v>1.137069702148438</c:v>
                </c:pt>
                <c:pt idx="552">
                  <c:v>1.137069702148438</c:v>
                </c:pt>
                <c:pt idx="553">
                  <c:v>1.137112855911255</c:v>
                </c:pt>
                <c:pt idx="554">
                  <c:v>1.137112855911255</c:v>
                </c:pt>
                <c:pt idx="555">
                  <c:v>1.137161731719971</c:v>
                </c:pt>
                <c:pt idx="556">
                  <c:v>1.137161731719971</c:v>
                </c:pt>
                <c:pt idx="557">
                  <c:v>1.137175798416138</c:v>
                </c:pt>
                <c:pt idx="558">
                  <c:v>1.137175798416138</c:v>
                </c:pt>
                <c:pt idx="559">
                  <c:v>1.137230157852173</c:v>
                </c:pt>
                <c:pt idx="560">
                  <c:v>1.137230157852173</c:v>
                </c:pt>
                <c:pt idx="561">
                  <c:v>1.137259960174561</c:v>
                </c:pt>
                <c:pt idx="562">
                  <c:v>1.137259960174561</c:v>
                </c:pt>
                <c:pt idx="563">
                  <c:v>1.137275695800781</c:v>
                </c:pt>
                <c:pt idx="564">
                  <c:v>1.137275695800781</c:v>
                </c:pt>
                <c:pt idx="565">
                  <c:v>1.137350797653198</c:v>
                </c:pt>
                <c:pt idx="566">
                  <c:v>1.137350797653198</c:v>
                </c:pt>
                <c:pt idx="567">
                  <c:v>1.137360334396362</c:v>
                </c:pt>
                <c:pt idx="568">
                  <c:v>1.137360334396362</c:v>
                </c:pt>
                <c:pt idx="569">
                  <c:v>1.13740086555481</c:v>
                </c:pt>
                <c:pt idx="570">
                  <c:v>1.13740086555481</c:v>
                </c:pt>
                <c:pt idx="571">
                  <c:v>1.137481212615967</c:v>
                </c:pt>
                <c:pt idx="572">
                  <c:v>1.137481212615967</c:v>
                </c:pt>
                <c:pt idx="573">
                  <c:v>1.137491226196289</c:v>
                </c:pt>
                <c:pt idx="574">
                  <c:v>1.137491226196289</c:v>
                </c:pt>
                <c:pt idx="575">
                  <c:v>1.137563467025757</c:v>
                </c:pt>
                <c:pt idx="576">
                  <c:v>1.137563467025757</c:v>
                </c:pt>
                <c:pt idx="577">
                  <c:v>1.137574195861816</c:v>
                </c:pt>
                <c:pt idx="578">
                  <c:v>1.137574195861816</c:v>
                </c:pt>
                <c:pt idx="579">
                  <c:v>1.138055562973022</c:v>
                </c:pt>
                <c:pt idx="580">
                  <c:v>1.138055562973022</c:v>
                </c:pt>
                <c:pt idx="581">
                  <c:v>1.138141393661499</c:v>
                </c:pt>
                <c:pt idx="582">
                  <c:v>1.138141393661499</c:v>
                </c:pt>
                <c:pt idx="583">
                  <c:v>1.138203382492065</c:v>
                </c:pt>
                <c:pt idx="584">
                  <c:v>1.138203382492065</c:v>
                </c:pt>
                <c:pt idx="585">
                  <c:v>1.138211488723755</c:v>
                </c:pt>
                <c:pt idx="586">
                  <c:v>1.138211488723755</c:v>
                </c:pt>
                <c:pt idx="587">
                  <c:v>1.138241529464722</c:v>
                </c:pt>
                <c:pt idx="588">
                  <c:v>1.138241529464722</c:v>
                </c:pt>
                <c:pt idx="589">
                  <c:v>1.138276338577271</c:v>
                </c:pt>
                <c:pt idx="590">
                  <c:v>1.138276338577271</c:v>
                </c:pt>
                <c:pt idx="591">
                  <c:v>1.138296842575073</c:v>
                </c:pt>
                <c:pt idx="592">
                  <c:v>1.138296842575073</c:v>
                </c:pt>
                <c:pt idx="593">
                  <c:v>1.138378620147705</c:v>
                </c:pt>
                <c:pt idx="594">
                  <c:v>1.138378620147705</c:v>
                </c:pt>
                <c:pt idx="595">
                  <c:v>1.138385534286499</c:v>
                </c:pt>
                <c:pt idx="596">
                  <c:v>1.138385534286499</c:v>
                </c:pt>
                <c:pt idx="597">
                  <c:v>1.138399124145508</c:v>
                </c:pt>
                <c:pt idx="598">
                  <c:v>1.138399124145508</c:v>
                </c:pt>
                <c:pt idx="599">
                  <c:v>1.138452529907227</c:v>
                </c:pt>
                <c:pt idx="600">
                  <c:v>1.138452529907227</c:v>
                </c:pt>
                <c:pt idx="601">
                  <c:v>1.138574600219727</c:v>
                </c:pt>
                <c:pt idx="602">
                  <c:v>1.138574600219727</c:v>
                </c:pt>
                <c:pt idx="603">
                  <c:v>1.138624429702759</c:v>
                </c:pt>
                <c:pt idx="604">
                  <c:v>1.138624429702759</c:v>
                </c:pt>
                <c:pt idx="605">
                  <c:v>1.138630867004395</c:v>
                </c:pt>
                <c:pt idx="606">
                  <c:v>1.138630867004395</c:v>
                </c:pt>
                <c:pt idx="607">
                  <c:v>1.138643980026245</c:v>
                </c:pt>
                <c:pt idx="608">
                  <c:v>1.138643980026245</c:v>
                </c:pt>
                <c:pt idx="609">
                  <c:v>1.138684272766113</c:v>
                </c:pt>
                <c:pt idx="610">
                  <c:v>1.138684272766113</c:v>
                </c:pt>
                <c:pt idx="611">
                  <c:v>1.138800859451294</c:v>
                </c:pt>
                <c:pt idx="612">
                  <c:v>1.138800859451294</c:v>
                </c:pt>
                <c:pt idx="613">
                  <c:v>1.138814926147461</c:v>
                </c:pt>
                <c:pt idx="614">
                  <c:v>1.138814926147461</c:v>
                </c:pt>
                <c:pt idx="615">
                  <c:v>1.138863086700439</c:v>
                </c:pt>
                <c:pt idx="616">
                  <c:v>1.138863086700439</c:v>
                </c:pt>
                <c:pt idx="617">
                  <c:v>1.138872861862183</c:v>
                </c:pt>
                <c:pt idx="618">
                  <c:v>1.138872861862183</c:v>
                </c:pt>
                <c:pt idx="619">
                  <c:v>1.13892126083374</c:v>
                </c:pt>
                <c:pt idx="620">
                  <c:v>1.13892126083374</c:v>
                </c:pt>
                <c:pt idx="621">
                  <c:v>1.139045715332031</c:v>
                </c:pt>
                <c:pt idx="622">
                  <c:v>1.139045715332031</c:v>
                </c:pt>
                <c:pt idx="623">
                  <c:v>1.139123201370239</c:v>
                </c:pt>
                <c:pt idx="624">
                  <c:v>1.139123201370239</c:v>
                </c:pt>
                <c:pt idx="625">
                  <c:v>1.13914155960083</c:v>
                </c:pt>
                <c:pt idx="626">
                  <c:v>1.13914155960083</c:v>
                </c:pt>
                <c:pt idx="627">
                  <c:v>1.139171600341797</c:v>
                </c:pt>
                <c:pt idx="628">
                  <c:v>1.139171600341797</c:v>
                </c:pt>
                <c:pt idx="629">
                  <c:v>1.13930082321167</c:v>
                </c:pt>
                <c:pt idx="630">
                  <c:v>1.13930082321167</c:v>
                </c:pt>
                <c:pt idx="631">
                  <c:v>1.139339923858643</c:v>
                </c:pt>
                <c:pt idx="632">
                  <c:v>1.139339923858643</c:v>
                </c:pt>
                <c:pt idx="633">
                  <c:v>1.139392375946045</c:v>
                </c:pt>
                <c:pt idx="634">
                  <c:v>1.139392375946045</c:v>
                </c:pt>
                <c:pt idx="635">
                  <c:v>1.139415502548218</c:v>
                </c:pt>
                <c:pt idx="636">
                  <c:v>1.139415502548218</c:v>
                </c:pt>
                <c:pt idx="637">
                  <c:v>1.139464855194092</c:v>
                </c:pt>
                <c:pt idx="638">
                  <c:v>1.139464855194092</c:v>
                </c:pt>
                <c:pt idx="639">
                  <c:v>1.139599084854126</c:v>
                </c:pt>
                <c:pt idx="640">
                  <c:v>1.139599084854126</c:v>
                </c:pt>
                <c:pt idx="641">
                  <c:v>1.139630556106567</c:v>
                </c:pt>
                <c:pt idx="642">
                  <c:v>1.139630556106567</c:v>
                </c:pt>
                <c:pt idx="643">
                  <c:v>1.139648914337158</c:v>
                </c:pt>
                <c:pt idx="644">
                  <c:v>1.139648914337158</c:v>
                </c:pt>
                <c:pt idx="645">
                  <c:v>1.139691591262817</c:v>
                </c:pt>
                <c:pt idx="646">
                  <c:v>1.139691591262817</c:v>
                </c:pt>
                <c:pt idx="647">
                  <c:v>1.139697790145874</c:v>
                </c:pt>
                <c:pt idx="648">
                  <c:v>1.139697790145874</c:v>
                </c:pt>
                <c:pt idx="649">
                  <c:v>1.139705419540405</c:v>
                </c:pt>
                <c:pt idx="650">
                  <c:v>1.139705419540405</c:v>
                </c:pt>
                <c:pt idx="651">
                  <c:v>1.139781713485718</c:v>
                </c:pt>
                <c:pt idx="652">
                  <c:v>1.139781713485718</c:v>
                </c:pt>
                <c:pt idx="653">
                  <c:v>1.139816522598267</c:v>
                </c:pt>
                <c:pt idx="654">
                  <c:v>1.139816522598267</c:v>
                </c:pt>
                <c:pt idx="655">
                  <c:v>1.139838457107544</c:v>
                </c:pt>
                <c:pt idx="656">
                  <c:v>1.139838457107544</c:v>
                </c:pt>
                <c:pt idx="657">
                  <c:v>1.139932870864868</c:v>
                </c:pt>
                <c:pt idx="658">
                  <c:v>1.139932870864868</c:v>
                </c:pt>
                <c:pt idx="659">
                  <c:v>1.139974117279053</c:v>
                </c:pt>
                <c:pt idx="660">
                  <c:v>1.139974117279053</c:v>
                </c:pt>
                <c:pt idx="661">
                  <c:v>1.140051603317261</c:v>
                </c:pt>
                <c:pt idx="662">
                  <c:v>1.140051603317261</c:v>
                </c:pt>
                <c:pt idx="663">
                  <c:v>1.140142917633057</c:v>
                </c:pt>
                <c:pt idx="664">
                  <c:v>1.140142917633057</c:v>
                </c:pt>
                <c:pt idx="665">
                  <c:v>1.140166282653809</c:v>
                </c:pt>
                <c:pt idx="666">
                  <c:v>1.140166282653809</c:v>
                </c:pt>
                <c:pt idx="667">
                  <c:v>1.140195608139038</c:v>
                </c:pt>
                <c:pt idx="668">
                  <c:v>1.140195608139038</c:v>
                </c:pt>
                <c:pt idx="669">
                  <c:v>1.140220880508423</c:v>
                </c:pt>
                <c:pt idx="670">
                  <c:v>1.140220880508423</c:v>
                </c:pt>
                <c:pt idx="671">
                  <c:v>1.140312433242798</c:v>
                </c:pt>
                <c:pt idx="672">
                  <c:v>1.140312433242798</c:v>
                </c:pt>
                <c:pt idx="673">
                  <c:v>1.14039134979248</c:v>
                </c:pt>
                <c:pt idx="674">
                  <c:v>1.14039134979248</c:v>
                </c:pt>
                <c:pt idx="675">
                  <c:v>1.140449047088623</c:v>
                </c:pt>
                <c:pt idx="676">
                  <c:v>1.140449047088623</c:v>
                </c:pt>
                <c:pt idx="677">
                  <c:v>1.140478610992432</c:v>
                </c:pt>
                <c:pt idx="678">
                  <c:v>1.140478610992432</c:v>
                </c:pt>
                <c:pt idx="679">
                  <c:v>1.140504837036133</c:v>
                </c:pt>
                <c:pt idx="680">
                  <c:v>1.140504837036133</c:v>
                </c:pt>
                <c:pt idx="681">
                  <c:v>1.140506029129028</c:v>
                </c:pt>
                <c:pt idx="682">
                  <c:v>1.140506029129028</c:v>
                </c:pt>
                <c:pt idx="683">
                  <c:v>1.140525817871094</c:v>
                </c:pt>
                <c:pt idx="684">
                  <c:v>1.140525817871094</c:v>
                </c:pt>
                <c:pt idx="685">
                  <c:v>1.140769958496094</c:v>
                </c:pt>
                <c:pt idx="686">
                  <c:v>1.140769958496094</c:v>
                </c:pt>
                <c:pt idx="687">
                  <c:v>1.140779495239258</c:v>
                </c:pt>
                <c:pt idx="688">
                  <c:v>1.140779495239258</c:v>
                </c:pt>
                <c:pt idx="689">
                  <c:v>1.140801429748535</c:v>
                </c:pt>
                <c:pt idx="690">
                  <c:v>1.140801429748535</c:v>
                </c:pt>
                <c:pt idx="691">
                  <c:v>1.140864849090576</c:v>
                </c:pt>
                <c:pt idx="692">
                  <c:v>1.140864849090576</c:v>
                </c:pt>
                <c:pt idx="693">
                  <c:v>1.140901803970337</c:v>
                </c:pt>
                <c:pt idx="694">
                  <c:v>1.140901803970337</c:v>
                </c:pt>
                <c:pt idx="695">
                  <c:v>1.140927314758301</c:v>
                </c:pt>
                <c:pt idx="696">
                  <c:v>1.140927314758301</c:v>
                </c:pt>
                <c:pt idx="697">
                  <c:v>1.14093017578125</c:v>
                </c:pt>
                <c:pt idx="698">
                  <c:v>1.14093017578125</c:v>
                </c:pt>
                <c:pt idx="699">
                  <c:v>1.141028642654419</c:v>
                </c:pt>
                <c:pt idx="700">
                  <c:v>1.141028642654419</c:v>
                </c:pt>
                <c:pt idx="701">
                  <c:v>1.14119815826416</c:v>
                </c:pt>
                <c:pt idx="702">
                  <c:v>1.14119815826416</c:v>
                </c:pt>
                <c:pt idx="703">
                  <c:v>1.141200065612793</c:v>
                </c:pt>
                <c:pt idx="704">
                  <c:v>1.141200065612793</c:v>
                </c:pt>
                <c:pt idx="705">
                  <c:v>1.141259670257568</c:v>
                </c:pt>
                <c:pt idx="706">
                  <c:v>1.141259670257568</c:v>
                </c:pt>
                <c:pt idx="707">
                  <c:v>1.141283273696899</c:v>
                </c:pt>
                <c:pt idx="708">
                  <c:v>1.141283273696899</c:v>
                </c:pt>
                <c:pt idx="709">
                  <c:v>1.141413927078247</c:v>
                </c:pt>
                <c:pt idx="710">
                  <c:v>1.141413927078247</c:v>
                </c:pt>
                <c:pt idx="711">
                  <c:v>1.141599178314209</c:v>
                </c:pt>
                <c:pt idx="712">
                  <c:v>1.141599178314209</c:v>
                </c:pt>
                <c:pt idx="713">
                  <c:v>1.141701221466064</c:v>
                </c:pt>
                <c:pt idx="714">
                  <c:v>1.141701221466064</c:v>
                </c:pt>
                <c:pt idx="715">
                  <c:v>1.141707897186279</c:v>
                </c:pt>
                <c:pt idx="716">
                  <c:v>1.141707897186279</c:v>
                </c:pt>
                <c:pt idx="717">
                  <c:v>1.141773462295532</c:v>
                </c:pt>
                <c:pt idx="718">
                  <c:v>1.141773462295532</c:v>
                </c:pt>
                <c:pt idx="719">
                  <c:v>1.141784906387329</c:v>
                </c:pt>
                <c:pt idx="720">
                  <c:v>1.141784906387329</c:v>
                </c:pt>
                <c:pt idx="721">
                  <c:v>1.141787528991699</c:v>
                </c:pt>
                <c:pt idx="722">
                  <c:v>1.141787528991699</c:v>
                </c:pt>
                <c:pt idx="723">
                  <c:v>1.1418776512146</c:v>
                </c:pt>
                <c:pt idx="724">
                  <c:v>1.1418776512146</c:v>
                </c:pt>
                <c:pt idx="725">
                  <c:v>1.141889810562134</c:v>
                </c:pt>
                <c:pt idx="726">
                  <c:v>1.141889810562134</c:v>
                </c:pt>
                <c:pt idx="727">
                  <c:v>1.141921281814575</c:v>
                </c:pt>
                <c:pt idx="728">
                  <c:v>1.141921281814575</c:v>
                </c:pt>
                <c:pt idx="729">
                  <c:v>1.141923427581787</c:v>
                </c:pt>
                <c:pt idx="730">
                  <c:v>1.141923427581787</c:v>
                </c:pt>
                <c:pt idx="731">
                  <c:v>1.141994714736938</c:v>
                </c:pt>
                <c:pt idx="732">
                  <c:v>1.141994714736938</c:v>
                </c:pt>
                <c:pt idx="733">
                  <c:v>1.142008066177368</c:v>
                </c:pt>
                <c:pt idx="734">
                  <c:v>1.142008066177368</c:v>
                </c:pt>
                <c:pt idx="735">
                  <c:v>1.142014503479004</c:v>
                </c:pt>
                <c:pt idx="736">
                  <c:v>1.142014503479004</c:v>
                </c:pt>
                <c:pt idx="737">
                  <c:v>1.142107486724854</c:v>
                </c:pt>
                <c:pt idx="738">
                  <c:v>1.142107486724854</c:v>
                </c:pt>
                <c:pt idx="739">
                  <c:v>1.142122745513916</c:v>
                </c:pt>
                <c:pt idx="740">
                  <c:v>1.142122745513916</c:v>
                </c:pt>
                <c:pt idx="741">
                  <c:v>1.142141342163086</c:v>
                </c:pt>
                <c:pt idx="742">
                  <c:v>1.142141342163086</c:v>
                </c:pt>
                <c:pt idx="743">
                  <c:v>1.142155408859253</c:v>
                </c:pt>
                <c:pt idx="744">
                  <c:v>1.142155408859253</c:v>
                </c:pt>
                <c:pt idx="745">
                  <c:v>1.142221212387085</c:v>
                </c:pt>
                <c:pt idx="746">
                  <c:v>1.142221212387085</c:v>
                </c:pt>
                <c:pt idx="747">
                  <c:v>1.142223358154297</c:v>
                </c:pt>
                <c:pt idx="748">
                  <c:v>1.142223358154297</c:v>
                </c:pt>
                <c:pt idx="749">
                  <c:v>1.14225959777832</c:v>
                </c:pt>
                <c:pt idx="750">
                  <c:v>1.14225959777832</c:v>
                </c:pt>
                <c:pt idx="751">
                  <c:v>1.142634391784668</c:v>
                </c:pt>
                <c:pt idx="752">
                  <c:v>1.142634391784668</c:v>
                </c:pt>
                <c:pt idx="753">
                  <c:v>1.142665863037109</c:v>
                </c:pt>
                <c:pt idx="754">
                  <c:v>1.142665863037109</c:v>
                </c:pt>
                <c:pt idx="755">
                  <c:v>1.142731904983521</c:v>
                </c:pt>
                <c:pt idx="756">
                  <c:v>1.142731904983521</c:v>
                </c:pt>
                <c:pt idx="757">
                  <c:v>1.142733573913574</c:v>
                </c:pt>
                <c:pt idx="758">
                  <c:v>1.142733573913574</c:v>
                </c:pt>
                <c:pt idx="759">
                  <c:v>1.142740726470947</c:v>
                </c:pt>
                <c:pt idx="760">
                  <c:v>1.142740726470947</c:v>
                </c:pt>
                <c:pt idx="761">
                  <c:v>1.14275860786438</c:v>
                </c:pt>
                <c:pt idx="762">
                  <c:v>1.14275860786438</c:v>
                </c:pt>
                <c:pt idx="763">
                  <c:v>1.142785310745239</c:v>
                </c:pt>
                <c:pt idx="764">
                  <c:v>1.142785310745239</c:v>
                </c:pt>
                <c:pt idx="765">
                  <c:v>1.142859220504761</c:v>
                </c:pt>
                <c:pt idx="766">
                  <c:v>1.142859220504761</c:v>
                </c:pt>
                <c:pt idx="767">
                  <c:v>1.142974138259888</c:v>
                </c:pt>
                <c:pt idx="768">
                  <c:v>1.142974138259888</c:v>
                </c:pt>
                <c:pt idx="769">
                  <c:v>1.142990112304688</c:v>
                </c:pt>
                <c:pt idx="770">
                  <c:v>1.142990112304688</c:v>
                </c:pt>
                <c:pt idx="771">
                  <c:v>1.143043756484985</c:v>
                </c:pt>
                <c:pt idx="772">
                  <c:v>1.143043756484985</c:v>
                </c:pt>
                <c:pt idx="773">
                  <c:v>1.143078327178955</c:v>
                </c:pt>
                <c:pt idx="774">
                  <c:v>1.143078327178955</c:v>
                </c:pt>
                <c:pt idx="775">
                  <c:v>1.14309549331665</c:v>
                </c:pt>
                <c:pt idx="776">
                  <c:v>1.14309549331665</c:v>
                </c:pt>
                <c:pt idx="777">
                  <c:v>1.143142700195312</c:v>
                </c:pt>
                <c:pt idx="778">
                  <c:v>1.143142700195312</c:v>
                </c:pt>
                <c:pt idx="779">
                  <c:v>1.14318060874939</c:v>
                </c:pt>
                <c:pt idx="780">
                  <c:v>1.14318060874939</c:v>
                </c:pt>
                <c:pt idx="781">
                  <c:v>1.143199920654297</c:v>
                </c:pt>
                <c:pt idx="782">
                  <c:v>1.143199920654297</c:v>
                </c:pt>
                <c:pt idx="783">
                  <c:v>1.143237113952637</c:v>
                </c:pt>
                <c:pt idx="784">
                  <c:v>1.143237113952637</c:v>
                </c:pt>
                <c:pt idx="785">
                  <c:v>1.14325213432312</c:v>
                </c:pt>
                <c:pt idx="786">
                  <c:v>1.14325213432312</c:v>
                </c:pt>
                <c:pt idx="787">
                  <c:v>1.143254995346069</c:v>
                </c:pt>
                <c:pt idx="788">
                  <c:v>1.143254995346069</c:v>
                </c:pt>
                <c:pt idx="789">
                  <c:v>1.143279075622559</c:v>
                </c:pt>
                <c:pt idx="790">
                  <c:v>1.143279075622559</c:v>
                </c:pt>
                <c:pt idx="791">
                  <c:v>1.143394947052002</c:v>
                </c:pt>
                <c:pt idx="792">
                  <c:v>1.143394947052002</c:v>
                </c:pt>
                <c:pt idx="793">
                  <c:v>1.14340353012085</c:v>
                </c:pt>
                <c:pt idx="794">
                  <c:v>1.14340353012085</c:v>
                </c:pt>
                <c:pt idx="795">
                  <c:v>1.143463850021362</c:v>
                </c:pt>
                <c:pt idx="796">
                  <c:v>1.143463850021362</c:v>
                </c:pt>
                <c:pt idx="797">
                  <c:v>1.143688678741455</c:v>
                </c:pt>
                <c:pt idx="798">
                  <c:v>1.143688678741455</c:v>
                </c:pt>
                <c:pt idx="799">
                  <c:v>1.143734455108643</c:v>
                </c:pt>
                <c:pt idx="800">
                  <c:v>1.143734455108643</c:v>
                </c:pt>
                <c:pt idx="801">
                  <c:v>1.143738508224487</c:v>
                </c:pt>
                <c:pt idx="802">
                  <c:v>1.143738508224487</c:v>
                </c:pt>
                <c:pt idx="803">
                  <c:v>1.143816471099854</c:v>
                </c:pt>
                <c:pt idx="804">
                  <c:v>1.143816471099854</c:v>
                </c:pt>
                <c:pt idx="805">
                  <c:v>1.14383864402771</c:v>
                </c:pt>
                <c:pt idx="806">
                  <c:v>1.14383864402771</c:v>
                </c:pt>
                <c:pt idx="807">
                  <c:v>1.143845081329346</c:v>
                </c:pt>
                <c:pt idx="808">
                  <c:v>1.143845081329346</c:v>
                </c:pt>
                <c:pt idx="809">
                  <c:v>1.143857479095459</c:v>
                </c:pt>
                <c:pt idx="810">
                  <c:v>1.143857479095459</c:v>
                </c:pt>
                <c:pt idx="811">
                  <c:v>1.14389705657959</c:v>
                </c:pt>
                <c:pt idx="812">
                  <c:v>1.14389705657959</c:v>
                </c:pt>
                <c:pt idx="813">
                  <c:v>1.143961906433105</c:v>
                </c:pt>
                <c:pt idx="814">
                  <c:v>1.143961906433105</c:v>
                </c:pt>
                <c:pt idx="815">
                  <c:v>1.143999099731445</c:v>
                </c:pt>
                <c:pt idx="816">
                  <c:v>1.143999099731445</c:v>
                </c:pt>
                <c:pt idx="817">
                  <c:v>1.144011497497559</c:v>
                </c:pt>
                <c:pt idx="818">
                  <c:v>1.144011497497559</c:v>
                </c:pt>
                <c:pt idx="819">
                  <c:v>1.144078493118286</c:v>
                </c:pt>
                <c:pt idx="820">
                  <c:v>1.144078493118286</c:v>
                </c:pt>
                <c:pt idx="821">
                  <c:v>1.144105434417725</c:v>
                </c:pt>
                <c:pt idx="822">
                  <c:v>1.144105434417725</c:v>
                </c:pt>
                <c:pt idx="823">
                  <c:v>1.144123315811157</c:v>
                </c:pt>
                <c:pt idx="824">
                  <c:v>1.144123315811157</c:v>
                </c:pt>
                <c:pt idx="825">
                  <c:v>1.144167900085449</c:v>
                </c:pt>
                <c:pt idx="826">
                  <c:v>1.144167900085449</c:v>
                </c:pt>
                <c:pt idx="827">
                  <c:v>1.144191265106201</c:v>
                </c:pt>
                <c:pt idx="828">
                  <c:v>1.144191265106201</c:v>
                </c:pt>
                <c:pt idx="829">
                  <c:v>1.144320964813232</c:v>
                </c:pt>
                <c:pt idx="830">
                  <c:v>1.144320964813232</c:v>
                </c:pt>
                <c:pt idx="831">
                  <c:v>1.144326210021973</c:v>
                </c:pt>
                <c:pt idx="832">
                  <c:v>1.144326210021973</c:v>
                </c:pt>
                <c:pt idx="833">
                  <c:v>1.144329071044922</c:v>
                </c:pt>
                <c:pt idx="834">
                  <c:v>1.144329071044922</c:v>
                </c:pt>
                <c:pt idx="835">
                  <c:v>1.144402742385864</c:v>
                </c:pt>
                <c:pt idx="836">
                  <c:v>1.144402742385864</c:v>
                </c:pt>
                <c:pt idx="837">
                  <c:v>1.144428014755249</c:v>
                </c:pt>
                <c:pt idx="838">
                  <c:v>1.144428014755249</c:v>
                </c:pt>
                <c:pt idx="839">
                  <c:v>1.144435882568359</c:v>
                </c:pt>
                <c:pt idx="840">
                  <c:v>1.144435882568359</c:v>
                </c:pt>
                <c:pt idx="841">
                  <c:v>1.144453525543213</c:v>
                </c:pt>
                <c:pt idx="842">
                  <c:v>1.144453525543213</c:v>
                </c:pt>
                <c:pt idx="843">
                  <c:v>1.144574403762817</c:v>
                </c:pt>
                <c:pt idx="844">
                  <c:v>1.144574403762817</c:v>
                </c:pt>
                <c:pt idx="845">
                  <c:v>1.144636869430542</c:v>
                </c:pt>
                <c:pt idx="846">
                  <c:v>1.144636869430542</c:v>
                </c:pt>
                <c:pt idx="847">
                  <c:v>1.144836664199829</c:v>
                </c:pt>
                <c:pt idx="848">
                  <c:v>1.144836664199829</c:v>
                </c:pt>
                <c:pt idx="849">
                  <c:v>1.144867181777954</c:v>
                </c:pt>
                <c:pt idx="850">
                  <c:v>1.144867181777954</c:v>
                </c:pt>
                <c:pt idx="851">
                  <c:v>1.144885063171387</c:v>
                </c:pt>
                <c:pt idx="852">
                  <c:v>1.144885063171387</c:v>
                </c:pt>
                <c:pt idx="853">
                  <c:v>1.144927740097046</c:v>
                </c:pt>
                <c:pt idx="854">
                  <c:v>1.144927740097046</c:v>
                </c:pt>
                <c:pt idx="855">
                  <c:v>1.144946813583374</c:v>
                </c:pt>
                <c:pt idx="856">
                  <c:v>1.144946813583374</c:v>
                </c:pt>
                <c:pt idx="857">
                  <c:v>1.145126104354858</c:v>
                </c:pt>
                <c:pt idx="858">
                  <c:v>1.145126104354858</c:v>
                </c:pt>
                <c:pt idx="859">
                  <c:v>1.145159244537354</c:v>
                </c:pt>
                <c:pt idx="860">
                  <c:v>1.145159244537354</c:v>
                </c:pt>
                <c:pt idx="861">
                  <c:v>1.145211458206177</c:v>
                </c:pt>
                <c:pt idx="862">
                  <c:v>1.145211458206177</c:v>
                </c:pt>
                <c:pt idx="863">
                  <c:v>1.145258665084839</c:v>
                </c:pt>
                <c:pt idx="864">
                  <c:v>1.145258665084839</c:v>
                </c:pt>
                <c:pt idx="865">
                  <c:v>1.145284414291382</c:v>
                </c:pt>
                <c:pt idx="866">
                  <c:v>1.145284414291382</c:v>
                </c:pt>
                <c:pt idx="867">
                  <c:v>1.145317792892456</c:v>
                </c:pt>
                <c:pt idx="868">
                  <c:v>1.145317792892456</c:v>
                </c:pt>
                <c:pt idx="869">
                  <c:v>1.145321607589722</c:v>
                </c:pt>
                <c:pt idx="870">
                  <c:v>1.145321607589722</c:v>
                </c:pt>
                <c:pt idx="871">
                  <c:v>1.145440340042114</c:v>
                </c:pt>
                <c:pt idx="872">
                  <c:v>1.145440340042114</c:v>
                </c:pt>
                <c:pt idx="873">
                  <c:v>1.145458698272705</c:v>
                </c:pt>
                <c:pt idx="874">
                  <c:v>1.145458698272705</c:v>
                </c:pt>
                <c:pt idx="875">
                  <c:v>1.145534038543701</c:v>
                </c:pt>
                <c:pt idx="876">
                  <c:v>1.145534038543701</c:v>
                </c:pt>
                <c:pt idx="877">
                  <c:v>1.145562410354614</c:v>
                </c:pt>
                <c:pt idx="878">
                  <c:v>1.145562410354614</c:v>
                </c:pt>
                <c:pt idx="879">
                  <c:v>1.145611763000488</c:v>
                </c:pt>
                <c:pt idx="880">
                  <c:v>1.145611763000488</c:v>
                </c:pt>
                <c:pt idx="881">
                  <c:v>1.145620107650757</c:v>
                </c:pt>
                <c:pt idx="882">
                  <c:v>1.145620107650757</c:v>
                </c:pt>
                <c:pt idx="883">
                  <c:v>1.145635366439819</c:v>
                </c:pt>
                <c:pt idx="884">
                  <c:v>1.145635366439819</c:v>
                </c:pt>
                <c:pt idx="885">
                  <c:v>1.145716428756714</c:v>
                </c:pt>
                <c:pt idx="886">
                  <c:v>1.145716428756714</c:v>
                </c:pt>
                <c:pt idx="887">
                  <c:v>1.145730018615723</c:v>
                </c:pt>
                <c:pt idx="888">
                  <c:v>1.145730018615723</c:v>
                </c:pt>
                <c:pt idx="889">
                  <c:v>1.145833492279053</c:v>
                </c:pt>
                <c:pt idx="890">
                  <c:v>1.145833492279053</c:v>
                </c:pt>
                <c:pt idx="891">
                  <c:v>1.14595890045166</c:v>
                </c:pt>
                <c:pt idx="892">
                  <c:v>1.14595890045166</c:v>
                </c:pt>
                <c:pt idx="893">
                  <c:v>1.145970344543457</c:v>
                </c:pt>
                <c:pt idx="894">
                  <c:v>1.145970344543457</c:v>
                </c:pt>
                <c:pt idx="895">
                  <c:v>1.146164178848267</c:v>
                </c:pt>
                <c:pt idx="896">
                  <c:v>1.146164178848267</c:v>
                </c:pt>
                <c:pt idx="897">
                  <c:v>1.146227836608887</c:v>
                </c:pt>
                <c:pt idx="898">
                  <c:v>1.146227836608887</c:v>
                </c:pt>
                <c:pt idx="899">
                  <c:v>1.146229028701782</c:v>
                </c:pt>
                <c:pt idx="900">
                  <c:v>1.146229028701782</c:v>
                </c:pt>
                <c:pt idx="901">
                  <c:v>1.146255254745483</c:v>
                </c:pt>
                <c:pt idx="902">
                  <c:v>1.146255254745483</c:v>
                </c:pt>
                <c:pt idx="903">
                  <c:v>1.146334886550903</c:v>
                </c:pt>
                <c:pt idx="904">
                  <c:v>1.146334886550903</c:v>
                </c:pt>
                <c:pt idx="905">
                  <c:v>1.146363258361816</c:v>
                </c:pt>
                <c:pt idx="906">
                  <c:v>1.146363258361816</c:v>
                </c:pt>
                <c:pt idx="907">
                  <c:v>1.146377563476562</c:v>
                </c:pt>
                <c:pt idx="908">
                  <c:v>1.146377563476562</c:v>
                </c:pt>
                <c:pt idx="909">
                  <c:v>1.146430253982544</c:v>
                </c:pt>
                <c:pt idx="910">
                  <c:v>1.146430253982544</c:v>
                </c:pt>
                <c:pt idx="911">
                  <c:v>1.146465063095093</c:v>
                </c:pt>
                <c:pt idx="912">
                  <c:v>1.146465063095093</c:v>
                </c:pt>
                <c:pt idx="913">
                  <c:v>1.14652943611145</c:v>
                </c:pt>
                <c:pt idx="914">
                  <c:v>1.14652943611145</c:v>
                </c:pt>
                <c:pt idx="915">
                  <c:v>1.14654541015625</c:v>
                </c:pt>
                <c:pt idx="916">
                  <c:v>1.14654541015625</c:v>
                </c:pt>
                <c:pt idx="917">
                  <c:v>1.146601438522339</c:v>
                </c:pt>
                <c:pt idx="918">
                  <c:v>1.146601438522339</c:v>
                </c:pt>
                <c:pt idx="919">
                  <c:v>1.146714925765991</c:v>
                </c:pt>
                <c:pt idx="920">
                  <c:v>1.146714925765991</c:v>
                </c:pt>
                <c:pt idx="921">
                  <c:v>1.146734237670898</c:v>
                </c:pt>
                <c:pt idx="922">
                  <c:v>1.146734237670898</c:v>
                </c:pt>
                <c:pt idx="923">
                  <c:v>1.146846294403076</c:v>
                </c:pt>
                <c:pt idx="924">
                  <c:v>1.146846294403076</c:v>
                </c:pt>
                <c:pt idx="925">
                  <c:v>1.146852970123291</c:v>
                </c:pt>
                <c:pt idx="926">
                  <c:v>1.146852970123291</c:v>
                </c:pt>
                <c:pt idx="927">
                  <c:v>1.14687705039978</c:v>
                </c:pt>
                <c:pt idx="928">
                  <c:v>1.14687705039978</c:v>
                </c:pt>
                <c:pt idx="929">
                  <c:v>1.146879434585571</c:v>
                </c:pt>
                <c:pt idx="930">
                  <c:v>1.146879434585571</c:v>
                </c:pt>
                <c:pt idx="931">
                  <c:v>1.146890878677368</c:v>
                </c:pt>
                <c:pt idx="932">
                  <c:v>1.146890878677368</c:v>
                </c:pt>
                <c:pt idx="933">
                  <c:v>1.146928310394287</c:v>
                </c:pt>
                <c:pt idx="934">
                  <c:v>1.146928310394287</c:v>
                </c:pt>
                <c:pt idx="935">
                  <c:v>1.147097587585449</c:v>
                </c:pt>
                <c:pt idx="936">
                  <c:v>1.147097587585449</c:v>
                </c:pt>
                <c:pt idx="937">
                  <c:v>1.147106885910034</c:v>
                </c:pt>
                <c:pt idx="938">
                  <c:v>1.147106885910034</c:v>
                </c:pt>
                <c:pt idx="939">
                  <c:v>1.147113084793091</c:v>
                </c:pt>
                <c:pt idx="940">
                  <c:v>1.147113084793091</c:v>
                </c:pt>
                <c:pt idx="941">
                  <c:v>1.147166967391968</c:v>
                </c:pt>
                <c:pt idx="942">
                  <c:v>1.147166967391968</c:v>
                </c:pt>
                <c:pt idx="943">
                  <c:v>1.147215843200684</c:v>
                </c:pt>
                <c:pt idx="944">
                  <c:v>1.147215843200684</c:v>
                </c:pt>
                <c:pt idx="945">
                  <c:v>1.14726448059082</c:v>
                </c:pt>
                <c:pt idx="946">
                  <c:v>1.14726448059082</c:v>
                </c:pt>
                <c:pt idx="947">
                  <c:v>1.147336721420288</c:v>
                </c:pt>
                <c:pt idx="948">
                  <c:v>1.147336721420288</c:v>
                </c:pt>
                <c:pt idx="949">
                  <c:v>1.147414207458496</c:v>
                </c:pt>
                <c:pt idx="950">
                  <c:v>1.147414207458496</c:v>
                </c:pt>
                <c:pt idx="951">
                  <c:v>1.147481441497803</c:v>
                </c:pt>
                <c:pt idx="952">
                  <c:v>1.147481441497803</c:v>
                </c:pt>
                <c:pt idx="953">
                  <c:v>1.147510290145874</c:v>
                </c:pt>
                <c:pt idx="954">
                  <c:v>1.147510290145874</c:v>
                </c:pt>
                <c:pt idx="955">
                  <c:v>1.147592306137085</c:v>
                </c:pt>
                <c:pt idx="956">
                  <c:v>1.147592306137085</c:v>
                </c:pt>
                <c:pt idx="957">
                  <c:v>1.147672414779663</c:v>
                </c:pt>
                <c:pt idx="958">
                  <c:v>1.147672414779663</c:v>
                </c:pt>
                <c:pt idx="959">
                  <c:v>1.147768497467041</c:v>
                </c:pt>
                <c:pt idx="960">
                  <c:v>1.147768497467041</c:v>
                </c:pt>
                <c:pt idx="961">
                  <c:v>1.147793769836426</c:v>
                </c:pt>
                <c:pt idx="962">
                  <c:v>1.147793769836426</c:v>
                </c:pt>
                <c:pt idx="963">
                  <c:v>1.147840023040771</c:v>
                </c:pt>
                <c:pt idx="964">
                  <c:v>1.147840023040771</c:v>
                </c:pt>
                <c:pt idx="965">
                  <c:v>1.147842884063721</c:v>
                </c:pt>
                <c:pt idx="966">
                  <c:v>1.147842884063721</c:v>
                </c:pt>
                <c:pt idx="967">
                  <c:v>1.147887945175171</c:v>
                </c:pt>
                <c:pt idx="968">
                  <c:v>1.147887945175171</c:v>
                </c:pt>
                <c:pt idx="969">
                  <c:v>1.148007869720459</c:v>
                </c:pt>
                <c:pt idx="970">
                  <c:v>1.148007869720459</c:v>
                </c:pt>
                <c:pt idx="971">
                  <c:v>1.148024320602417</c:v>
                </c:pt>
                <c:pt idx="972">
                  <c:v>1.148024320602417</c:v>
                </c:pt>
                <c:pt idx="973">
                  <c:v>1.148032426834106</c:v>
                </c:pt>
                <c:pt idx="974">
                  <c:v>1.148032426834106</c:v>
                </c:pt>
                <c:pt idx="975">
                  <c:v>1.14813756942749</c:v>
                </c:pt>
                <c:pt idx="976">
                  <c:v>1.14813756942749</c:v>
                </c:pt>
                <c:pt idx="977">
                  <c:v>1.148171663284302</c:v>
                </c:pt>
                <c:pt idx="978">
                  <c:v>1.148171663284302</c:v>
                </c:pt>
                <c:pt idx="979">
                  <c:v>1.148177146911621</c:v>
                </c:pt>
                <c:pt idx="980">
                  <c:v>1.148177146911621</c:v>
                </c:pt>
                <c:pt idx="981">
                  <c:v>1.148189306259155</c:v>
                </c:pt>
                <c:pt idx="982">
                  <c:v>1.148189306259155</c:v>
                </c:pt>
                <c:pt idx="983">
                  <c:v>1.148218154907227</c:v>
                </c:pt>
                <c:pt idx="984">
                  <c:v>1.148218154907227</c:v>
                </c:pt>
                <c:pt idx="985">
                  <c:v>1.148293733596802</c:v>
                </c:pt>
                <c:pt idx="986">
                  <c:v>1.148293733596802</c:v>
                </c:pt>
                <c:pt idx="987">
                  <c:v>1.148309469223022</c:v>
                </c:pt>
                <c:pt idx="988">
                  <c:v>1.148309469223022</c:v>
                </c:pt>
                <c:pt idx="989">
                  <c:v>1.148403167724609</c:v>
                </c:pt>
                <c:pt idx="990">
                  <c:v>1.148403167724609</c:v>
                </c:pt>
                <c:pt idx="991">
                  <c:v>1.148485660552979</c:v>
                </c:pt>
                <c:pt idx="992">
                  <c:v>1.148485660552979</c:v>
                </c:pt>
                <c:pt idx="993">
                  <c:v>1.148560047149658</c:v>
                </c:pt>
                <c:pt idx="994">
                  <c:v>1.148560047149658</c:v>
                </c:pt>
                <c:pt idx="995">
                  <c:v>1.148576498031616</c:v>
                </c:pt>
                <c:pt idx="996">
                  <c:v>1.148576498031616</c:v>
                </c:pt>
                <c:pt idx="997">
                  <c:v>1.148661851882935</c:v>
                </c:pt>
                <c:pt idx="998">
                  <c:v>1.148661851882935</c:v>
                </c:pt>
                <c:pt idx="999">
                  <c:v>1.148839235305786</c:v>
                </c:pt>
                <c:pt idx="1000">
                  <c:v>1.148839235305786</c:v>
                </c:pt>
                <c:pt idx="1001">
                  <c:v>1.148915767669678</c:v>
                </c:pt>
                <c:pt idx="1002">
                  <c:v>1.148915767669678</c:v>
                </c:pt>
                <c:pt idx="1003">
                  <c:v>1.148932218551636</c:v>
                </c:pt>
                <c:pt idx="1004">
                  <c:v>1.148932218551636</c:v>
                </c:pt>
                <c:pt idx="1005">
                  <c:v>1.148993015289307</c:v>
                </c:pt>
                <c:pt idx="1006">
                  <c:v>1.148993015289307</c:v>
                </c:pt>
                <c:pt idx="1007">
                  <c:v>1.149045944213867</c:v>
                </c:pt>
                <c:pt idx="1008">
                  <c:v>1.149045944213867</c:v>
                </c:pt>
                <c:pt idx="1009">
                  <c:v>1.149049758911133</c:v>
                </c:pt>
                <c:pt idx="1010">
                  <c:v>1.149049758911133</c:v>
                </c:pt>
                <c:pt idx="1011">
                  <c:v>1.149172306060791</c:v>
                </c:pt>
                <c:pt idx="1012">
                  <c:v>1.149172306060791</c:v>
                </c:pt>
                <c:pt idx="1013">
                  <c:v>1.14918041229248</c:v>
                </c:pt>
                <c:pt idx="1014">
                  <c:v>1.14918041229248</c:v>
                </c:pt>
                <c:pt idx="1015">
                  <c:v>1.149212598800659</c:v>
                </c:pt>
                <c:pt idx="1016">
                  <c:v>1.149212598800659</c:v>
                </c:pt>
                <c:pt idx="1017">
                  <c:v>1.149256944656372</c:v>
                </c:pt>
                <c:pt idx="1018">
                  <c:v>1.149256944656372</c:v>
                </c:pt>
                <c:pt idx="1019">
                  <c:v>1.149262189865112</c:v>
                </c:pt>
                <c:pt idx="1020">
                  <c:v>1.149262189865112</c:v>
                </c:pt>
                <c:pt idx="1021">
                  <c:v>1.14928412437439</c:v>
                </c:pt>
                <c:pt idx="1022">
                  <c:v>1.14928412437439</c:v>
                </c:pt>
                <c:pt idx="1023">
                  <c:v>1.149284601211548</c:v>
                </c:pt>
                <c:pt idx="1024">
                  <c:v>1.149284601211548</c:v>
                </c:pt>
                <c:pt idx="1025">
                  <c:v>1.149301052093506</c:v>
                </c:pt>
                <c:pt idx="1026">
                  <c:v>1.149301052093506</c:v>
                </c:pt>
                <c:pt idx="1027">
                  <c:v>1.14931583404541</c:v>
                </c:pt>
                <c:pt idx="1028">
                  <c:v>1.14931583404541</c:v>
                </c:pt>
                <c:pt idx="1029">
                  <c:v>1.149331569671631</c:v>
                </c:pt>
                <c:pt idx="1030">
                  <c:v>1.149331569671631</c:v>
                </c:pt>
                <c:pt idx="1031">
                  <c:v>1.149368286132812</c:v>
                </c:pt>
                <c:pt idx="1032">
                  <c:v>1.149368286132812</c:v>
                </c:pt>
                <c:pt idx="1033">
                  <c:v>1.14952564239502</c:v>
                </c:pt>
                <c:pt idx="1034">
                  <c:v>1.14952564239502</c:v>
                </c:pt>
                <c:pt idx="1035">
                  <c:v>1.149613380432129</c:v>
                </c:pt>
                <c:pt idx="1036">
                  <c:v>1.149613380432129</c:v>
                </c:pt>
                <c:pt idx="1037">
                  <c:v>1.149620056152344</c:v>
                </c:pt>
                <c:pt idx="1038">
                  <c:v>1.149620056152344</c:v>
                </c:pt>
                <c:pt idx="1039">
                  <c:v>1.149659633636475</c:v>
                </c:pt>
                <c:pt idx="1040">
                  <c:v>1.149659633636475</c:v>
                </c:pt>
                <c:pt idx="1041">
                  <c:v>1.149670124053955</c:v>
                </c:pt>
                <c:pt idx="1042">
                  <c:v>1.149670124053955</c:v>
                </c:pt>
                <c:pt idx="1043">
                  <c:v>1.149693965911865</c:v>
                </c:pt>
                <c:pt idx="1044">
                  <c:v>1.149693965911865</c:v>
                </c:pt>
                <c:pt idx="1045">
                  <c:v>1.149705171585083</c:v>
                </c:pt>
                <c:pt idx="1046">
                  <c:v>1.149705171585083</c:v>
                </c:pt>
                <c:pt idx="1047">
                  <c:v>1.149776458740234</c:v>
                </c:pt>
                <c:pt idx="1048">
                  <c:v>1.149776458740234</c:v>
                </c:pt>
                <c:pt idx="1049">
                  <c:v>1.149835348129272</c:v>
                </c:pt>
                <c:pt idx="1050">
                  <c:v>1.149835348129272</c:v>
                </c:pt>
                <c:pt idx="1051">
                  <c:v>1.14985466003418</c:v>
                </c:pt>
                <c:pt idx="1052">
                  <c:v>1.14985466003418</c:v>
                </c:pt>
                <c:pt idx="1053">
                  <c:v>1.149860382080078</c:v>
                </c:pt>
                <c:pt idx="1054">
                  <c:v>1.149860382080078</c:v>
                </c:pt>
                <c:pt idx="1055">
                  <c:v>1.149901866912842</c:v>
                </c:pt>
                <c:pt idx="1056">
                  <c:v>1.149901866912842</c:v>
                </c:pt>
                <c:pt idx="1057">
                  <c:v>1.149974346160889</c:v>
                </c:pt>
                <c:pt idx="1058">
                  <c:v>1.149974346160889</c:v>
                </c:pt>
                <c:pt idx="1059">
                  <c:v>1.150022983551025</c:v>
                </c:pt>
                <c:pt idx="1060">
                  <c:v>1.150022983551025</c:v>
                </c:pt>
                <c:pt idx="1061">
                  <c:v>1.150061130523682</c:v>
                </c:pt>
                <c:pt idx="1062">
                  <c:v>1.150061130523682</c:v>
                </c:pt>
                <c:pt idx="1063">
                  <c:v>1.150213241577148</c:v>
                </c:pt>
                <c:pt idx="1064">
                  <c:v>1.150213241577148</c:v>
                </c:pt>
                <c:pt idx="1065">
                  <c:v>1.150217533111572</c:v>
                </c:pt>
                <c:pt idx="1066">
                  <c:v>1.150217533111572</c:v>
                </c:pt>
                <c:pt idx="1067">
                  <c:v>1.150249719619751</c:v>
                </c:pt>
                <c:pt idx="1068">
                  <c:v>1.150249719619751</c:v>
                </c:pt>
                <c:pt idx="1069">
                  <c:v>1.150303840637207</c:v>
                </c:pt>
                <c:pt idx="1070">
                  <c:v>1.150303840637207</c:v>
                </c:pt>
                <c:pt idx="1071">
                  <c:v>1.150468587875366</c:v>
                </c:pt>
                <c:pt idx="1072">
                  <c:v>1.150468587875366</c:v>
                </c:pt>
                <c:pt idx="1073">
                  <c:v>1.150493860244751</c:v>
                </c:pt>
                <c:pt idx="1074">
                  <c:v>1.150493860244751</c:v>
                </c:pt>
                <c:pt idx="1075">
                  <c:v>1.150593042373657</c:v>
                </c:pt>
                <c:pt idx="1076">
                  <c:v>1.150593042373657</c:v>
                </c:pt>
                <c:pt idx="1077">
                  <c:v>1.150606393814087</c:v>
                </c:pt>
                <c:pt idx="1078">
                  <c:v>1.150606393814087</c:v>
                </c:pt>
                <c:pt idx="1079">
                  <c:v>1.150655269622803</c:v>
                </c:pt>
                <c:pt idx="1080">
                  <c:v>1.150655269622803</c:v>
                </c:pt>
                <c:pt idx="1081">
                  <c:v>1.150721788406372</c:v>
                </c:pt>
                <c:pt idx="1082">
                  <c:v>1.150721788406372</c:v>
                </c:pt>
                <c:pt idx="1083">
                  <c:v>1.150788545608521</c:v>
                </c:pt>
                <c:pt idx="1084">
                  <c:v>1.150788545608521</c:v>
                </c:pt>
                <c:pt idx="1085">
                  <c:v>1.150797843933105</c:v>
                </c:pt>
                <c:pt idx="1086">
                  <c:v>1.150797843933105</c:v>
                </c:pt>
                <c:pt idx="1087">
                  <c:v>1.150810480117798</c:v>
                </c:pt>
                <c:pt idx="1088">
                  <c:v>1.150810480117798</c:v>
                </c:pt>
                <c:pt idx="1089">
                  <c:v>1.150895833969116</c:v>
                </c:pt>
                <c:pt idx="1090">
                  <c:v>1.150895833969116</c:v>
                </c:pt>
                <c:pt idx="1091">
                  <c:v>1.15091609954834</c:v>
                </c:pt>
                <c:pt idx="1092">
                  <c:v>1.15091609954834</c:v>
                </c:pt>
                <c:pt idx="1093">
                  <c:v>1.15104341506958</c:v>
                </c:pt>
                <c:pt idx="1094">
                  <c:v>1.15104341506958</c:v>
                </c:pt>
                <c:pt idx="1095">
                  <c:v>1.151066780090332</c:v>
                </c:pt>
                <c:pt idx="1096">
                  <c:v>1.151066780090332</c:v>
                </c:pt>
                <c:pt idx="1097">
                  <c:v>1.151067495346069</c:v>
                </c:pt>
                <c:pt idx="1098">
                  <c:v>1.151067495346069</c:v>
                </c:pt>
                <c:pt idx="1099">
                  <c:v>1.151140213012695</c:v>
                </c:pt>
                <c:pt idx="1100">
                  <c:v>1.151140213012695</c:v>
                </c:pt>
                <c:pt idx="1101">
                  <c:v>1.151141881942749</c:v>
                </c:pt>
                <c:pt idx="1102">
                  <c:v>1.151141881942749</c:v>
                </c:pt>
                <c:pt idx="1103">
                  <c:v>1.151151418685913</c:v>
                </c:pt>
                <c:pt idx="1104">
                  <c:v>1.151151418685913</c:v>
                </c:pt>
                <c:pt idx="1105">
                  <c:v>1.151177406311035</c:v>
                </c:pt>
                <c:pt idx="1106">
                  <c:v>1.151177406311035</c:v>
                </c:pt>
                <c:pt idx="1107">
                  <c:v>1.151182889938354</c:v>
                </c:pt>
                <c:pt idx="1108">
                  <c:v>1.151182889938354</c:v>
                </c:pt>
                <c:pt idx="1109">
                  <c:v>1.151278257369995</c:v>
                </c:pt>
                <c:pt idx="1110">
                  <c:v>1.151278257369995</c:v>
                </c:pt>
                <c:pt idx="1111">
                  <c:v>1.15132474899292</c:v>
                </c:pt>
                <c:pt idx="1112">
                  <c:v>1.15132474899292</c:v>
                </c:pt>
                <c:pt idx="1113">
                  <c:v>1.151332855224609</c:v>
                </c:pt>
                <c:pt idx="1114">
                  <c:v>1.151332855224609</c:v>
                </c:pt>
                <c:pt idx="1115">
                  <c:v>1.15140962600708</c:v>
                </c:pt>
                <c:pt idx="1116">
                  <c:v>1.15140962600708</c:v>
                </c:pt>
                <c:pt idx="1117">
                  <c:v>1.151423215866089</c:v>
                </c:pt>
                <c:pt idx="1118">
                  <c:v>1.151423215866089</c:v>
                </c:pt>
                <c:pt idx="1119">
                  <c:v>1.151483297348022</c:v>
                </c:pt>
                <c:pt idx="1120">
                  <c:v>1.151483297348022</c:v>
                </c:pt>
                <c:pt idx="1121">
                  <c:v>1.151504039764404</c:v>
                </c:pt>
                <c:pt idx="1122">
                  <c:v>1.151504039764404</c:v>
                </c:pt>
                <c:pt idx="1123">
                  <c:v>1.151510238647461</c:v>
                </c:pt>
                <c:pt idx="1124">
                  <c:v>1.151510238647461</c:v>
                </c:pt>
                <c:pt idx="1125">
                  <c:v>1.151513814926147</c:v>
                </c:pt>
                <c:pt idx="1126">
                  <c:v>1.151513814926147</c:v>
                </c:pt>
                <c:pt idx="1127">
                  <c:v>1.151536703109741</c:v>
                </c:pt>
                <c:pt idx="1128">
                  <c:v>1.151536703109741</c:v>
                </c:pt>
                <c:pt idx="1129">
                  <c:v>1.151610374450684</c:v>
                </c:pt>
                <c:pt idx="1130">
                  <c:v>1.151610374450684</c:v>
                </c:pt>
                <c:pt idx="1131">
                  <c:v>1.151650190353394</c:v>
                </c:pt>
                <c:pt idx="1132">
                  <c:v>1.151650190353394</c:v>
                </c:pt>
                <c:pt idx="1133">
                  <c:v>1.151713132858276</c:v>
                </c:pt>
                <c:pt idx="1134">
                  <c:v>1.151713132858276</c:v>
                </c:pt>
                <c:pt idx="1135">
                  <c:v>1.151797771453857</c:v>
                </c:pt>
                <c:pt idx="1136">
                  <c:v>1.151797771453857</c:v>
                </c:pt>
                <c:pt idx="1137">
                  <c:v>1.151854515075684</c:v>
                </c:pt>
                <c:pt idx="1138">
                  <c:v>1.151854515075684</c:v>
                </c:pt>
                <c:pt idx="1139">
                  <c:v>1.151866912841797</c:v>
                </c:pt>
                <c:pt idx="1140">
                  <c:v>1.151866912841797</c:v>
                </c:pt>
                <c:pt idx="1141">
                  <c:v>1.151885747909546</c:v>
                </c:pt>
                <c:pt idx="1142">
                  <c:v>1.151885747909546</c:v>
                </c:pt>
                <c:pt idx="1143">
                  <c:v>1.151914358139038</c:v>
                </c:pt>
                <c:pt idx="1144">
                  <c:v>1.151914358139038</c:v>
                </c:pt>
                <c:pt idx="1145">
                  <c:v>1.151981830596924</c:v>
                </c:pt>
                <c:pt idx="1146">
                  <c:v>1.151981830596924</c:v>
                </c:pt>
                <c:pt idx="1147">
                  <c:v>1.152024030685425</c:v>
                </c:pt>
                <c:pt idx="1148">
                  <c:v>1.152024030685425</c:v>
                </c:pt>
                <c:pt idx="1149">
                  <c:v>1.152198314666748</c:v>
                </c:pt>
                <c:pt idx="1150">
                  <c:v>1.152198314666748</c:v>
                </c:pt>
                <c:pt idx="1151">
                  <c:v>1.152213096618652</c:v>
                </c:pt>
                <c:pt idx="1152">
                  <c:v>1.152213096618652</c:v>
                </c:pt>
                <c:pt idx="1153">
                  <c:v>1.152232885360718</c:v>
                </c:pt>
                <c:pt idx="1154">
                  <c:v>1.152232885360718</c:v>
                </c:pt>
                <c:pt idx="1155">
                  <c:v>1.152234554290771</c:v>
                </c:pt>
                <c:pt idx="1156">
                  <c:v>1.152234554290771</c:v>
                </c:pt>
                <c:pt idx="1157">
                  <c:v>1.15225887298584</c:v>
                </c:pt>
                <c:pt idx="1158">
                  <c:v>1.15225887298584</c:v>
                </c:pt>
                <c:pt idx="1159">
                  <c:v>1.152291059494019</c:v>
                </c:pt>
                <c:pt idx="1160">
                  <c:v>1.152291059494019</c:v>
                </c:pt>
                <c:pt idx="1161">
                  <c:v>1.152332305908203</c:v>
                </c:pt>
                <c:pt idx="1162">
                  <c:v>1.152332305908203</c:v>
                </c:pt>
                <c:pt idx="1163">
                  <c:v>1.15252423286438</c:v>
                </c:pt>
                <c:pt idx="1164">
                  <c:v>1.15252423286438</c:v>
                </c:pt>
                <c:pt idx="1165">
                  <c:v>1.152550458908081</c:v>
                </c:pt>
                <c:pt idx="1166">
                  <c:v>1.152550458908081</c:v>
                </c:pt>
                <c:pt idx="1167">
                  <c:v>1.152558565139771</c:v>
                </c:pt>
                <c:pt idx="1168">
                  <c:v>1.152558565139771</c:v>
                </c:pt>
                <c:pt idx="1169">
                  <c:v>1.152647733688354</c:v>
                </c:pt>
                <c:pt idx="1170">
                  <c:v>1.152647733688354</c:v>
                </c:pt>
                <c:pt idx="1171">
                  <c:v>1.152667760848999</c:v>
                </c:pt>
                <c:pt idx="1172">
                  <c:v>1.152667760848999</c:v>
                </c:pt>
                <c:pt idx="1173">
                  <c:v>1.15278959274292</c:v>
                </c:pt>
                <c:pt idx="1174">
                  <c:v>1.15278959274292</c:v>
                </c:pt>
                <c:pt idx="1175">
                  <c:v>1.152807950973511</c:v>
                </c:pt>
                <c:pt idx="1176">
                  <c:v>1.152807950973511</c:v>
                </c:pt>
                <c:pt idx="1177">
                  <c:v>1.152899980545044</c:v>
                </c:pt>
                <c:pt idx="1178">
                  <c:v>1.152899980545044</c:v>
                </c:pt>
                <c:pt idx="1179">
                  <c:v>1.152938604354858</c:v>
                </c:pt>
                <c:pt idx="1180">
                  <c:v>1.152938604354858</c:v>
                </c:pt>
                <c:pt idx="1181">
                  <c:v>1.152955532073975</c:v>
                </c:pt>
                <c:pt idx="1182">
                  <c:v>1.152955532073975</c:v>
                </c:pt>
                <c:pt idx="1183">
                  <c:v>1.153033018112183</c:v>
                </c:pt>
                <c:pt idx="1184">
                  <c:v>1.153033018112183</c:v>
                </c:pt>
                <c:pt idx="1185">
                  <c:v>1.153036594390869</c:v>
                </c:pt>
                <c:pt idx="1186">
                  <c:v>1.153036594390869</c:v>
                </c:pt>
                <c:pt idx="1187">
                  <c:v>1.153101205825806</c:v>
                </c:pt>
                <c:pt idx="1188">
                  <c:v>1.153101205825806</c:v>
                </c:pt>
                <c:pt idx="1189">
                  <c:v>1.153141975402832</c:v>
                </c:pt>
                <c:pt idx="1190">
                  <c:v>1.153141975402832</c:v>
                </c:pt>
                <c:pt idx="1191">
                  <c:v>1.153151512145996</c:v>
                </c:pt>
                <c:pt idx="1192">
                  <c:v>1.153151512145996</c:v>
                </c:pt>
                <c:pt idx="1193">
                  <c:v>1.153188467025757</c:v>
                </c:pt>
                <c:pt idx="1194">
                  <c:v>1.153188467025757</c:v>
                </c:pt>
                <c:pt idx="1195">
                  <c:v>1.153308153152466</c:v>
                </c:pt>
                <c:pt idx="1196">
                  <c:v>1.153308153152466</c:v>
                </c:pt>
                <c:pt idx="1197">
                  <c:v>1.15333104133606</c:v>
                </c:pt>
                <c:pt idx="1198">
                  <c:v>1.15333104133606</c:v>
                </c:pt>
                <c:pt idx="1199">
                  <c:v>1.153654813766479</c:v>
                </c:pt>
                <c:pt idx="1200">
                  <c:v>1.153654813766479</c:v>
                </c:pt>
                <c:pt idx="1201">
                  <c:v>1.153664588928223</c:v>
                </c:pt>
                <c:pt idx="1202">
                  <c:v>1.153664588928223</c:v>
                </c:pt>
                <c:pt idx="1203">
                  <c:v>1.153667211532593</c:v>
                </c:pt>
                <c:pt idx="1204">
                  <c:v>1.153667211532593</c:v>
                </c:pt>
                <c:pt idx="1205">
                  <c:v>1.153860092163086</c:v>
                </c:pt>
                <c:pt idx="1206">
                  <c:v>1.153860092163086</c:v>
                </c:pt>
                <c:pt idx="1207">
                  <c:v>1.153944492340088</c:v>
                </c:pt>
                <c:pt idx="1208">
                  <c:v>1.153944492340088</c:v>
                </c:pt>
                <c:pt idx="1209">
                  <c:v>1.153994798660278</c:v>
                </c:pt>
                <c:pt idx="1210">
                  <c:v>1.153994798660278</c:v>
                </c:pt>
                <c:pt idx="1211">
                  <c:v>1.154003620147705</c:v>
                </c:pt>
                <c:pt idx="1212">
                  <c:v>1.154003620147705</c:v>
                </c:pt>
                <c:pt idx="1213">
                  <c:v>1.154005289077759</c:v>
                </c:pt>
                <c:pt idx="1214">
                  <c:v>1.154005289077759</c:v>
                </c:pt>
                <c:pt idx="1215">
                  <c:v>1.154339790344238</c:v>
                </c:pt>
                <c:pt idx="1216">
                  <c:v>1.154339790344238</c:v>
                </c:pt>
                <c:pt idx="1217">
                  <c:v>1.154342889785767</c:v>
                </c:pt>
                <c:pt idx="1218">
                  <c:v>1.154342889785767</c:v>
                </c:pt>
                <c:pt idx="1219">
                  <c:v>1.154371738433838</c:v>
                </c:pt>
                <c:pt idx="1220">
                  <c:v>1.154371738433838</c:v>
                </c:pt>
                <c:pt idx="1221">
                  <c:v>1.154426336288452</c:v>
                </c:pt>
                <c:pt idx="1222">
                  <c:v>1.154426336288452</c:v>
                </c:pt>
                <c:pt idx="1223">
                  <c:v>1.154431581497192</c:v>
                </c:pt>
                <c:pt idx="1224">
                  <c:v>1.154431581497192</c:v>
                </c:pt>
                <c:pt idx="1225">
                  <c:v>1.154509544372559</c:v>
                </c:pt>
                <c:pt idx="1226">
                  <c:v>1.154509544372559</c:v>
                </c:pt>
                <c:pt idx="1227">
                  <c:v>1.154545545578003</c:v>
                </c:pt>
                <c:pt idx="1228">
                  <c:v>1.154545545578003</c:v>
                </c:pt>
                <c:pt idx="1229">
                  <c:v>1.154699325561523</c:v>
                </c:pt>
                <c:pt idx="1230">
                  <c:v>1.154699325561523</c:v>
                </c:pt>
                <c:pt idx="1231">
                  <c:v>1.15474796295166</c:v>
                </c:pt>
                <c:pt idx="1232">
                  <c:v>1.15474796295166</c:v>
                </c:pt>
                <c:pt idx="1233">
                  <c:v>1.154810667037964</c:v>
                </c:pt>
                <c:pt idx="1234">
                  <c:v>1.154810667037964</c:v>
                </c:pt>
                <c:pt idx="1235">
                  <c:v>1.15482497215271</c:v>
                </c:pt>
                <c:pt idx="1236">
                  <c:v>1.15482497215271</c:v>
                </c:pt>
                <c:pt idx="1237">
                  <c:v>1.154870986938477</c:v>
                </c:pt>
                <c:pt idx="1238">
                  <c:v>1.154870986938477</c:v>
                </c:pt>
                <c:pt idx="1239">
                  <c:v>1.154871702194214</c:v>
                </c:pt>
                <c:pt idx="1240">
                  <c:v>1.154871702194214</c:v>
                </c:pt>
                <c:pt idx="1241">
                  <c:v>1.155075550079346</c:v>
                </c:pt>
                <c:pt idx="1242">
                  <c:v>1.155075550079346</c:v>
                </c:pt>
                <c:pt idx="1243">
                  <c:v>1.155086517333984</c:v>
                </c:pt>
                <c:pt idx="1244">
                  <c:v>1.155086517333984</c:v>
                </c:pt>
                <c:pt idx="1245">
                  <c:v>1.155091285705566</c:v>
                </c:pt>
                <c:pt idx="1246">
                  <c:v>1.155091285705566</c:v>
                </c:pt>
                <c:pt idx="1247">
                  <c:v>1.155161380767822</c:v>
                </c:pt>
                <c:pt idx="1248">
                  <c:v>1.155161380767822</c:v>
                </c:pt>
                <c:pt idx="1249">
                  <c:v>1.155195236206055</c:v>
                </c:pt>
                <c:pt idx="1250">
                  <c:v>1.155195236206055</c:v>
                </c:pt>
                <c:pt idx="1251">
                  <c:v>1.155349016189575</c:v>
                </c:pt>
                <c:pt idx="1252">
                  <c:v>1.155349016189575</c:v>
                </c:pt>
                <c:pt idx="1253">
                  <c:v>1.155389308929443</c:v>
                </c:pt>
                <c:pt idx="1254">
                  <c:v>1.155389308929443</c:v>
                </c:pt>
                <c:pt idx="1255">
                  <c:v>1.155397176742554</c:v>
                </c:pt>
                <c:pt idx="1256">
                  <c:v>1.155397176742554</c:v>
                </c:pt>
                <c:pt idx="1257">
                  <c:v>1.155499696731567</c:v>
                </c:pt>
                <c:pt idx="1258">
                  <c:v>1.155499696731567</c:v>
                </c:pt>
                <c:pt idx="1259">
                  <c:v>1.155501842498779</c:v>
                </c:pt>
                <c:pt idx="1260">
                  <c:v>1.155501842498779</c:v>
                </c:pt>
                <c:pt idx="1261">
                  <c:v>1.155536651611328</c:v>
                </c:pt>
                <c:pt idx="1262">
                  <c:v>1.155536651611328</c:v>
                </c:pt>
                <c:pt idx="1263">
                  <c:v>1.155550718307495</c:v>
                </c:pt>
                <c:pt idx="1264">
                  <c:v>1.155550718307495</c:v>
                </c:pt>
                <c:pt idx="1265">
                  <c:v>1.155561923980713</c:v>
                </c:pt>
                <c:pt idx="1266">
                  <c:v>1.155561923980713</c:v>
                </c:pt>
                <c:pt idx="1267">
                  <c:v>1.155628442764282</c:v>
                </c:pt>
                <c:pt idx="1268">
                  <c:v>1.155628442764282</c:v>
                </c:pt>
                <c:pt idx="1269">
                  <c:v>1.155707359313965</c:v>
                </c:pt>
                <c:pt idx="1270">
                  <c:v>1.155707359313965</c:v>
                </c:pt>
                <c:pt idx="1271">
                  <c:v>1.155730009078979</c:v>
                </c:pt>
                <c:pt idx="1272">
                  <c:v>1.155730009078979</c:v>
                </c:pt>
                <c:pt idx="1273">
                  <c:v>1.155797004699707</c:v>
                </c:pt>
                <c:pt idx="1274">
                  <c:v>1.155797004699707</c:v>
                </c:pt>
                <c:pt idx="1275">
                  <c:v>1.155910491943359</c:v>
                </c:pt>
                <c:pt idx="1276">
                  <c:v>1.155910491943359</c:v>
                </c:pt>
                <c:pt idx="1277">
                  <c:v>1.155910730361938</c:v>
                </c:pt>
                <c:pt idx="1278">
                  <c:v>1.155910730361938</c:v>
                </c:pt>
                <c:pt idx="1279">
                  <c:v>1.155946016311646</c:v>
                </c:pt>
                <c:pt idx="1280">
                  <c:v>1.155946016311646</c:v>
                </c:pt>
                <c:pt idx="1281">
                  <c:v>1.155953645706177</c:v>
                </c:pt>
                <c:pt idx="1282">
                  <c:v>1.155953645706177</c:v>
                </c:pt>
                <c:pt idx="1283">
                  <c:v>1.156012773513794</c:v>
                </c:pt>
                <c:pt idx="1284">
                  <c:v>1.156012773513794</c:v>
                </c:pt>
                <c:pt idx="1285">
                  <c:v>1.156034231185913</c:v>
                </c:pt>
                <c:pt idx="1286">
                  <c:v>1.156034231185913</c:v>
                </c:pt>
                <c:pt idx="1287">
                  <c:v>1.156079530715942</c:v>
                </c:pt>
                <c:pt idx="1288">
                  <c:v>1.156079530715942</c:v>
                </c:pt>
                <c:pt idx="1289">
                  <c:v>1.156124830245972</c:v>
                </c:pt>
                <c:pt idx="1290">
                  <c:v>1.156124830245972</c:v>
                </c:pt>
                <c:pt idx="1291">
                  <c:v>1.156181812286377</c:v>
                </c:pt>
                <c:pt idx="1292">
                  <c:v>1.156181812286377</c:v>
                </c:pt>
                <c:pt idx="1293">
                  <c:v>1.156219959259033</c:v>
                </c:pt>
                <c:pt idx="1294">
                  <c:v>1.156219959259033</c:v>
                </c:pt>
                <c:pt idx="1295">
                  <c:v>1.156254768371582</c:v>
                </c:pt>
                <c:pt idx="1296">
                  <c:v>1.156254768371582</c:v>
                </c:pt>
                <c:pt idx="1297">
                  <c:v>1.156262636184692</c:v>
                </c:pt>
                <c:pt idx="1298">
                  <c:v>1.156262636184692</c:v>
                </c:pt>
                <c:pt idx="1299">
                  <c:v>1.156303644180298</c:v>
                </c:pt>
                <c:pt idx="1300">
                  <c:v>1.156303644180298</c:v>
                </c:pt>
                <c:pt idx="1301">
                  <c:v>1.156328439712524</c:v>
                </c:pt>
                <c:pt idx="1302">
                  <c:v>1.156328439712524</c:v>
                </c:pt>
                <c:pt idx="1303">
                  <c:v>1.156354427337646</c:v>
                </c:pt>
                <c:pt idx="1304">
                  <c:v>1.156354427337646</c:v>
                </c:pt>
                <c:pt idx="1305">
                  <c:v>1.156410932540894</c:v>
                </c:pt>
                <c:pt idx="1306">
                  <c:v>1.156410932540894</c:v>
                </c:pt>
                <c:pt idx="1307">
                  <c:v>1.156442880630493</c:v>
                </c:pt>
                <c:pt idx="1308">
                  <c:v>1.156442880630493</c:v>
                </c:pt>
                <c:pt idx="1309">
                  <c:v>1.156458139419556</c:v>
                </c:pt>
                <c:pt idx="1310">
                  <c:v>1.156458139419556</c:v>
                </c:pt>
                <c:pt idx="1311">
                  <c:v>1.156460762023926</c:v>
                </c:pt>
                <c:pt idx="1312">
                  <c:v>1.156460762023926</c:v>
                </c:pt>
                <c:pt idx="1313">
                  <c:v>1.156461954116821</c:v>
                </c:pt>
                <c:pt idx="1314">
                  <c:v>1.156461954116821</c:v>
                </c:pt>
                <c:pt idx="1315">
                  <c:v>1.156483888626099</c:v>
                </c:pt>
                <c:pt idx="1316">
                  <c:v>1.156483888626099</c:v>
                </c:pt>
                <c:pt idx="1317">
                  <c:v>1.156661987304688</c:v>
                </c:pt>
                <c:pt idx="1318">
                  <c:v>1.156661987304688</c:v>
                </c:pt>
                <c:pt idx="1319">
                  <c:v>1.156692981719971</c:v>
                </c:pt>
                <c:pt idx="1320">
                  <c:v>1.156692981719971</c:v>
                </c:pt>
                <c:pt idx="1321">
                  <c:v>1.156805276870728</c:v>
                </c:pt>
                <c:pt idx="1322">
                  <c:v>1.156805276870728</c:v>
                </c:pt>
                <c:pt idx="1323">
                  <c:v>1.156830549240112</c:v>
                </c:pt>
                <c:pt idx="1324">
                  <c:v>1.156830549240112</c:v>
                </c:pt>
                <c:pt idx="1325">
                  <c:v>1.156884431838989</c:v>
                </c:pt>
                <c:pt idx="1326">
                  <c:v>1.156884431838989</c:v>
                </c:pt>
                <c:pt idx="1327">
                  <c:v>1.156889200210571</c:v>
                </c:pt>
                <c:pt idx="1328">
                  <c:v>1.156889200210571</c:v>
                </c:pt>
                <c:pt idx="1329">
                  <c:v>1.15697717666626</c:v>
                </c:pt>
                <c:pt idx="1330">
                  <c:v>1.15697717666626</c:v>
                </c:pt>
                <c:pt idx="1331">
                  <c:v>1.157385110855103</c:v>
                </c:pt>
                <c:pt idx="1332">
                  <c:v>1.157385110855103</c:v>
                </c:pt>
                <c:pt idx="1333">
                  <c:v>1.15738844871521</c:v>
                </c:pt>
                <c:pt idx="1334">
                  <c:v>1.15738844871521</c:v>
                </c:pt>
                <c:pt idx="1335">
                  <c:v>1.157551288604736</c:v>
                </c:pt>
                <c:pt idx="1336">
                  <c:v>1.157551288604736</c:v>
                </c:pt>
                <c:pt idx="1337">
                  <c:v>1.157558917999268</c:v>
                </c:pt>
                <c:pt idx="1338">
                  <c:v>1.157558917999268</c:v>
                </c:pt>
                <c:pt idx="1339">
                  <c:v>1.15757417678833</c:v>
                </c:pt>
                <c:pt idx="1340">
                  <c:v>1.15757417678833</c:v>
                </c:pt>
                <c:pt idx="1341">
                  <c:v>1.157624959945679</c:v>
                </c:pt>
                <c:pt idx="1342">
                  <c:v>1.157624959945679</c:v>
                </c:pt>
                <c:pt idx="1343">
                  <c:v>1.157637596130371</c:v>
                </c:pt>
                <c:pt idx="1344">
                  <c:v>1.157637596130371</c:v>
                </c:pt>
                <c:pt idx="1345">
                  <c:v>1.157677412033081</c:v>
                </c:pt>
                <c:pt idx="1346">
                  <c:v>1.157677412033081</c:v>
                </c:pt>
                <c:pt idx="1347">
                  <c:v>1.15769624710083</c:v>
                </c:pt>
                <c:pt idx="1348">
                  <c:v>1.15769624710083</c:v>
                </c:pt>
                <c:pt idx="1349">
                  <c:v>1.157902002334595</c:v>
                </c:pt>
                <c:pt idx="1350">
                  <c:v>1.157902002334595</c:v>
                </c:pt>
                <c:pt idx="1351">
                  <c:v>1.157950878143311</c:v>
                </c:pt>
                <c:pt idx="1352">
                  <c:v>1.157950878143311</c:v>
                </c:pt>
                <c:pt idx="1353">
                  <c:v>1.157998085021973</c:v>
                </c:pt>
                <c:pt idx="1354">
                  <c:v>1.157998085021973</c:v>
                </c:pt>
                <c:pt idx="1355">
                  <c:v>1.158042907714844</c:v>
                </c:pt>
                <c:pt idx="1356">
                  <c:v>1.158042907714844</c:v>
                </c:pt>
                <c:pt idx="1357">
                  <c:v>1.158069610595703</c:v>
                </c:pt>
                <c:pt idx="1358">
                  <c:v>1.158069610595703</c:v>
                </c:pt>
                <c:pt idx="1359">
                  <c:v>1.158096551895142</c:v>
                </c:pt>
                <c:pt idx="1360">
                  <c:v>1.158096551895142</c:v>
                </c:pt>
                <c:pt idx="1361">
                  <c:v>1.158131122589111</c:v>
                </c:pt>
                <c:pt idx="1362">
                  <c:v>1.158131122589111</c:v>
                </c:pt>
                <c:pt idx="1363">
                  <c:v>1.158186912536621</c:v>
                </c:pt>
                <c:pt idx="1364">
                  <c:v>1.158186912536621</c:v>
                </c:pt>
                <c:pt idx="1365">
                  <c:v>1.158211708068848</c:v>
                </c:pt>
                <c:pt idx="1366">
                  <c:v>1.158211708068848</c:v>
                </c:pt>
                <c:pt idx="1367">
                  <c:v>1.158341884613037</c:v>
                </c:pt>
                <c:pt idx="1368">
                  <c:v>1.158341884613037</c:v>
                </c:pt>
                <c:pt idx="1369">
                  <c:v>1.1583571434021</c:v>
                </c:pt>
                <c:pt idx="1370">
                  <c:v>1.1583571434021</c:v>
                </c:pt>
                <c:pt idx="1371">
                  <c:v>1.158395290374756</c:v>
                </c:pt>
                <c:pt idx="1372">
                  <c:v>1.158395290374756</c:v>
                </c:pt>
                <c:pt idx="1373">
                  <c:v>1.158452749252319</c:v>
                </c:pt>
                <c:pt idx="1374">
                  <c:v>1.158452749252319</c:v>
                </c:pt>
                <c:pt idx="1375">
                  <c:v>1.158616065979004</c:v>
                </c:pt>
                <c:pt idx="1376">
                  <c:v>1.158616065979004</c:v>
                </c:pt>
                <c:pt idx="1377">
                  <c:v>1.158620595932007</c:v>
                </c:pt>
                <c:pt idx="1378">
                  <c:v>1.158620595932007</c:v>
                </c:pt>
                <c:pt idx="1379">
                  <c:v>1.158896446228027</c:v>
                </c:pt>
                <c:pt idx="1380">
                  <c:v>1.158896446228027</c:v>
                </c:pt>
                <c:pt idx="1381">
                  <c:v>1.158932447433472</c:v>
                </c:pt>
                <c:pt idx="1382">
                  <c:v>1.158932447433472</c:v>
                </c:pt>
                <c:pt idx="1383">
                  <c:v>1.159300088882446</c:v>
                </c:pt>
                <c:pt idx="1384">
                  <c:v>1.159300088882446</c:v>
                </c:pt>
                <c:pt idx="1385">
                  <c:v>1.159452199935913</c:v>
                </c:pt>
                <c:pt idx="1386">
                  <c:v>1.159452199935913</c:v>
                </c:pt>
                <c:pt idx="1387">
                  <c:v>1.159458875656128</c:v>
                </c:pt>
                <c:pt idx="1388">
                  <c:v>1.159458875656128</c:v>
                </c:pt>
                <c:pt idx="1389">
                  <c:v>1.159480333328247</c:v>
                </c:pt>
                <c:pt idx="1390">
                  <c:v>1.159480333328247</c:v>
                </c:pt>
                <c:pt idx="1391">
                  <c:v>1.159536600112915</c:v>
                </c:pt>
                <c:pt idx="1392">
                  <c:v>1.159536600112915</c:v>
                </c:pt>
                <c:pt idx="1393">
                  <c:v>1.159714460372925</c:v>
                </c:pt>
                <c:pt idx="1394">
                  <c:v>1.159714460372925</c:v>
                </c:pt>
                <c:pt idx="1395">
                  <c:v>1.159759998321533</c:v>
                </c:pt>
                <c:pt idx="1396">
                  <c:v>1.159759998321533</c:v>
                </c:pt>
                <c:pt idx="1397">
                  <c:v>1.159775018692017</c:v>
                </c:pt>
                <c:pt idx="1398">
                  <c:v>1.159775018692017</c:v>
                </c:pt>
                <c:pt idx="1399">
                  <c:v>1.159852027893066</c:v>
                </c:pt>
                <c:pt idx="1400">
                  <c:v>1.159852027893066</c:v>
                </c:pt>
                <c:pt idx="1401">
                  <c:v>1.159863233566284</c:v>
                </c:pt>
                <c:pt idx="1402">
                  <c:v>1.159863233566284</c:v>
                </c:pt>
                <c:pt idx="1403">
                  <c:v>1.159928798675537</c:v>
                </c:pt>
                <c:pt idx="1404">
                  <c:v>1.159928798675537</c:v>
                </c:pt>
                <c:pt idx="1405">
                  <c:v>1.159960746765137</c:v>
                </c:pt>
                <c:pt idx="1406">
                  <c:v>1.159960746765137</c:v>
                </c:pt>
                <c:pt idx="1407">
                  <c:v>1.160040855407715</c:v>
                </c:pt>
                <c:pt idx="1408">
                  <c:v>1.160040855407715</c:v>
                </c:pt>
                <c:pt idx="1409">
                  <c:v>1.1604163646698</c:v>
                </c:pt>
                <c:pt idx="1410">
                  <c:v>1.1604163646698</c:v>
                </c:pt>
                <c:pt idx="1411">
                  <c:v>1.160488128662109</c:v>
                </c:pt>
                <c:pt idx="1412">
                  <c:v>1.160488128662109</c:v>
                </c:pt>
                <c:pt idx="1413">
                  <c:v>1.160565137863159</c:v>
                </c:pt>
                <c:pt idx="1414">
                  <c:v>1.160565137863159</c:v>
                </c:pt>
                <c:pt idx="1415">
                  <c:v>1.160783529281616</c:v>
                </c:pt>
                <c:pt idx="1416">
                  <c:v>1.160783529281616</c:v>
                </c:pt>
                <c:pt idx="1417">
                  <c:v>1.161149978637695</c:v>
                </c:pt>
                <c:pt idx="1418">
                  <c:v>1.161149978637695</c:v>
                </c:pt>
                <c:pt idx="1419">
                  <c:v>1.161801338195801</c:v>
                </c:pt>
                <c:pt idx="1420">
                  <c:v>1.161801338195801</c:v>
                </c:pt>
                <c:pt idx="1421">
                  <c:v>1.162021160125732</c:v>
                </c:pt>
                <c:pt idx="1422">
                  <c:v>1.162021160125732</c:v>
                </c:pt>
                <c:pt idx="1423">
                  <c:v>1.162314891815186</c:v>
                </c:pt>
                <c:pt idx="1424">
                  <c:v>1.162314891815186</c:v>
                </c:pt>
                <c:pt idx="1425">
                  <c:v>1.162323713302612</c:v>
                </c:pt>
                <c:pt idx="1426">
                  <c:v>1.162323713302612</c:v>
                </c:pt>
                <c:pt idx="1427">
                  <c:v>1.162334203720093</c:v>
                </c:pt>
                <c:pt idx="1428">
                  <c:v>1.162334203720093</c:v>
                </c:pt>
                <c:pt idx="1429">
                  <c:v>1.162432193756104</c:v>
                </c:pt>
                <c:pt idx="1430">
                  <c:v>1.162432193756104</c:v>
                </c:pt>
                <c:pt idx="1431">
                  <c:v>1.162503004074097</c:v>
                </c:pt>
                <c:pt idx="1432">
                  <c:v>1.162503004074097</c:v>
                </c:pt>
                <c:pt idx="1433">
                  <c:v>1.162526607513428</c:v>
                </c:pt>
                <c:pt idx="1434">
                  <c:v>1.162526607513428</c:v>
                </c:pt>
                <c:pt idx="1435">
                  <c:v>1.162713050842285</c:v>
                </c:pt>
                <c:pt idx="1436">
                  <c:v>1.162713050842285</c:v>
                </c:pt>
                <c:pt idx="1437">
                  <c:v>1.162755012512207</c:v>
                </c:pt>
                <c:pt idx="1438">
                  <c:v>1.162755012512207</c:v>
                </c:pt>
                <c:pt idx="1439">
                  <c:v>1.162840843200684</c:v>
                </c:pt>
                <c:pt idx="1440">
                  <c:v>1.162840843200684</c:v>
                </c:pt>
                <c:pt idx="1441">
                  <c:v>1.162947177886963</c:v>
                </c:pt>
                <c:pt idx="1442">
                  <c:v>1.162947177886963</c:v>
                </c:pt>
                <c:pt idx="1443">
                  <c:v>1.164258241653442</c:v>
                </c:pt>
                <c:pt idx="1444">
                  <c:v>1.164258241653442</c:v>
                </c:pt>
                <c:pt idx="1445">
                  <c:v>1.164399862289429</c:v>
                </c:pt>
                <c:pt idx="1446">
                  <c:v>1.164399862289429</c:v>
                </c:pt>
                <c:pt idx="1447">
                  <c:v>1.164475917816162</c:v>
                </c:pt>
                <c:pt idx="1448">
                  <c:v>1.164475917816162</c:v>
                </c:pt>
                <c:pt idx="1449">
                  <c:v>1.16485333442688</c:v>
                </c:pt>
                <c:pt idx="1450">
                  <c:v>1.16485333442688</c:v>
                </c:pt>
                <c:pt idx="1451">
                  <c:v>1.164870500564575</c:v>
                </c:pt>
                <c:pt idx="1452">
                  <c:v>1.164870500564575</c:v>
                </c:pt>
                <c:pt idx="1453">
                  <c:v>1.164885759353638</c:v>
                </c:pt>
                <c:pt idx="1454">
                  <c:v>1.164885759353638</c:v>
                </c:pt>
                <c:pt idx="1455">
                  <c:v>1.164904117584229</c:v>
                </c:pt>
                <c:pt idx="1456">
                  <c:v>1.164904117584229</c:v>
                </c:pt>
                <c:pt idx="1457">
                  <c:v>1.164969444274902</c:v>
                </c:pt>
                <c:pt idx="1458">
                  <c:v>1.164969444274902</c:v>
                </c:pt>
                <c:pt idx="1459">
                  <c:v>1.165107488632202</c:v>
                </c:pt>
                <c:pt idx="1460">
                  <c:v>1.165107488632202</c:v>
                </c:pt>
                <c:pt idx="1461">
                  <c:v>1.165330648422241</c:v>
                </c:pt>
                <c:pt idx="1462">
                  <c:v>1.165330648422241</c:v>
                </c:pt>
                <c:pt idx="1463">
                  <c:v>1.165424823760986</c:v>
                </c:pt>
                <c:pt idx="1464">
                  <c:v>1.165424823760986</c:v>
                </c:pt>
                <c:pt idx="1465">
                  <c:v>1.165515184402466</c:v>
                </c:pt>
                <c:pt idx="1466">
                  <c:v>1.165515184402466</c:v>
                </c:pt>
                <c:pt idx="1467">
                  <c:v>1.16570258140564</c:v>
                </c:pt>
                <c:pt idx="1468">
                  <c:v>1.16570258140564</c:v>
                </c:pt>
                <c:pt idx="1469">
                  <c:v>1.16608738899231</c:v>
                </c:pt>
                <c:pt idx="1470">
                  <c:v>1.16608738899231</c:v>
                </c:pt>
                <c:pt idx="1471">
                  <c:v>1.166431427001953</c:v>
                </c:pt>
                <c:pt idx="1472">
                  <c:v>1.166431427001953</c:v>
                </c:pt>
                <c:pt idx="1473">
                  <c:v>1.166749238967896</c:v>
                </c:pt>
                <c:pt idx="1474">
                  <c:v>1.166749238967896</c:v>
                </c:pt>
                <c:pt idx="1475">
                  <c:v>1.16744065284729</c:v>
                </c:pt>
                <c:pt idx="1476">
                  <c:v>1.16744065284729</c:v>
                </c:pt>
                <c:pt idx="1477">
                  <c:v>1.169512033462524</c:v>
                </c:pt>
                <c:pt idx="1478">
                  <c:v>1.169512033462524</c:v>
                </c:pt>
                <c:pt idx="1479">
                  <c:v>1.169800043106079</c:v>
                </c:pt>
                <c:pt idx="1480">
                  <c:v>1.169800043106079</c:v>
                </c:pt>
                <c:pt idx="1481">
                  <c:v>1.172909736633301</c:v>
                </c:pt>
                <c:pt idx="1482">
                  <c:v>1.172909736633301</c:v>
                </c:pt>
                <c:pt idx="1483">
                  <c:v>1.174078464508057</c:v>
                </c:pt>
                <c:pt idx="1484">
                  <c:v>1.174078464508057</c:v>
                </c:pt>
                <c:pt idx="1485">
                  <c:v>1.798268795013428</c:v>
                </c:pt>
                <c:pt idx="1486">
                  <c:v>1.798268795013428</c:v>
                </c:pt>
                <c:pt idx="1487">
                  <c:v>1.798965930938721</c:v>
                </c:pt>
                <c:pt idx="1488">
                  <c:v>1.798965930938721</c:v>
                </c:pt>
                <c:pt idx="1489">
                  <c:v>1.802494525909424</c:v>
                </c:pt>
                <c:pt idx="1490">
                  <c:v>1.802494525909424</c:v>
                </c:pt>
                <c:pt idx="1491">
                  <c:v>1.805841684341431</c:v>
                </c:pt>
                <c:pt idx="1492">
                  <c:v>1.805841684341431</c:v>
                </c:pt>
                <c:pt idx="1493">
                  <c:v>1.806472301483154</c:v>
                </c:pt>
                <c:pt idx="1494">
                  <c:v>1.806472301483154</c:v>
                </c:pt>
                <c:pt idx="1495">
                  <c:v>1.808269262313843</c:v>
                </c:pt>
                <c:pt idx="1496">
                  <c:v>1.808269262313843</c:v>
                </c:pt>
                <c:pt idx="1497">
                  <c:v>1.808508157730103</c:v>
                </c:pt>
                <c:pt idx="1498">
                  <c:v>1.808508157730103</c:v>
                </c:pt>
                <c:pt idx="1499">
                  <c:v>1.809404611587524</c:v>
                </c:pt>
                <c:pt idx="1500">
                  <c:v>1.809404611587524</c:v>
                </c:pt>
                <c:pt idx="1501">
                  <c:v>1.809906721115112</c:v>
                </c:pt>
                <c:pt idx="1502">
                  <c:v>1.809906721115112</c:v>
                </c:pt>
                <c:pt idx="1503">
                  <c:v>1.809961795806885</c:v>
                </c:pt>
                <c:pt idx="1504">
                  <c:v>1.809961795806885</c:v>
                </c:pt>
                <c:pt idx="1505">
                  <c:v>1.810188770294189</c:v>
                </c:pt>
                <c:pt idx="1506">
                  <c:v>1.810188770294189</c:v>
                </c:pt>
                <c:pt idx="1507">
                  <c:v>1.811387777328491</c:v>
                </c:pt>
                <c:pt idx="1508">
                  <c:v>1.811387777328491</c:v>
                </c:pt>
                <c:pt idx="1509">
                  <c:v>1.811436176300049</c:v>
                </c:pt>
                <c:pt idx="1510">
                  <c:v>1.811436176300049</c:v>
                </c:pt>
                <c:pt idx="1511">
                  <c:v>1.811572074890137</c:v>
                </c:pt>
                <c:pt idx="1512">
                  <c:v>1.811572074890137</c:v>
                </c:pt>
                <c:pt idx="1513">
                  <c:v>1.811739206314087</c:v>
                </c:pt>
                <c:pt idx="1514">
                  <c:v>1.811739206314087</c:v>
                </c:pt>
                <c:pt idx="1515">
                  <c:v>1.81219744682312</c:v>
                </c:pt>
                <c:pt idx="1516">
                  <c:v>1.81219744682312</c:v>
                </c:pt>
                <c:pt idx="1517">
                  <c:v>1.812764167785645</c:v>
                </c:pt>
                <c:pt idx="1518">
                  <c:v>1.812764167785645</c:v>
                </c:pt>
                <c:pt idx="1519">
                  <c:v>1.813208818435669</c:v>
                </c:pt>
                <c:pt idx="1520">
                  <c:v>1.813208818435669</c:v>
                </c:pt>
                <c:pt idx="1521">
                  <c:v>1.813861131668091</c:v>
                </c:pt>
                <c:pt idx="1522">
                  <c:v>1.813861131668091</c:v>
                </c:pt>
                <c:pt idx="1523">
                  <c:v>1.814429521560669</c:v>
                </c:pt>
                <c:pt idx="1524">
                  <c:v>1.814429521560669</c:v>
                </c:pt>
                <c:pt idx="1525">
                  <c:v>1.815613746643066</c:v>
                </c:pt>
                <c:pt idx="1526">
                  <c:v>1.815613746643066</c:v>
                </c:pt>
                <c:pt idx="1527">
                  <c:v>1.816202878952026</c:v>
                </c:pt>
                <c:pt idx="1528">
                  <c:v>1.816202878952026</c:v>
                </c:pt>
                <c:pt idx="1529">
                  <c:v>1.816234588623047</c:v>
                </c:pt>
                <c:pt idx="1530">
                  <c:v>1.816234588623047</c:v>
                </c:pt>
                <c:pt idx="1531">
                  <c:v>1.816725015640259</c:v>
                </c:pt>
                <c:pt idx="1532">
                  <c:v>1.816725015640259</c:v>
                </c:pt>
                <c:pt idx="1533">
                  <c:v>1.817426204681396</c:v>
                </c:pt>
                <c:pt idx="1534">
                  <c:v>1.817426204681396</c:v>
                </c:pt>
                <c:pt idx="1535">
                  <c:v>1.817634105682373</c:v>
                </c:pt>
                <c:pt idx="1536">
                  <c:v>1.817634105682373</c:v>
                </c:pt>
                <c:pt idx="1537">
                  <c:v>1.81814980506897</c:v>
                </c:pt>
                <c:pt idx="1538">
                  <c:v>1.81814980506897</c:v>
                </c:pt>
                <c:pt idx="1539">
                  <c:v>1.818365097045898</c:v>
                </c:pt>
                <c:pt idx="1540">
                  <c:v>1.818365097045898</c:v>
                </c:pt>
                <c:pt idx="1541">
                  <c:v>1.818376541137695</c:v>
                </c:pt>
                <c:pt idx="1542">
                  <c:v>1.818376541137695</c:v>
                </c:pt>
                <c:pt idx="1543">
                  <c:v>1.818990468978882</c:v>
                </c:pt>
                <c:pt idx="1544">
                  <c:v>1.818990468978882</c:v>
                </c:pt>
                <c:pt idx="1545">
                  <c:v>1.819228410720825</c:v>
                </c:pt>
                <c:pt idx="1546">
                  <c:v>1.819228410720825</c:v>
                </c:pt>
                <c:pt idx="1547">
                  <c:v>1.81949782371521</c:v>
                </c:pt>
                <c:pt idx="1548">
                  <c:v>1.81949782371521</c:v>
                </c:pt>
                <c:pt idx="1549">
                  <c:v>1.819626808166504</c:v>
                </c:pt>
                <c:pt idx="1550">
                  <c:v>1.819626808166504</c:v>
                </c:pt>
                <c:pt idx="1551">
                  <c:v>1.819756746292114</c:v>
                </c:pt>
                <c:pt idx="1552">
                  <c:v>1.819756746292114</c:v>
                </c:pt>
                <c:pt idx="1553">
                  <c:v>1.820262432098389</c:v>
                </c:pt>
                <c:pt idx="1554">
                  <c:v>1.820262432098389</c:v>
                </c:pt>
                <c:pt idx="1555">
                  <c:v>1.82054328918457</c:v>
                </c:pt>
                <c:pt idx="1556">
                  <c:v>1.82054328918457</c:v>
                </c:pt>
                <c:pt idx="1557">
                  <c:v>1.820581912994385</c:v>
                </c:pt>
                <c:pt idx="1558">
                  <c:v>1.820581912994385</c:v>
                </c:pt>
                <c:pt idx="1559">
                  <c:v>1.820612192153931</c:v>
                </c:pt>
                <c:pt idx="1560">
                  <c:v>1.820612192153931</c:v>
                </c:pt>
                <c:pt idx="1561">
                  <c:v>1.820634841918945</c:v>
                </c:pt>
                <c:pt idx="1562">
                  <c:v>1.820634841918945</c:v>
                </c:pt>
                <c:pt idx="1563">
                  <c:v>1.820832014083862</c:v>
                </c:pt>
                <c:pt idx="1564">
                  <c:v>1.820832014083862</c:v>
                </c:pt>
                <c:pt idx="1565">
                  <c:v>1.821408271789551</c:v>
                </c:pt>
                <c:pt idx="1566">
                  <c:v>1.821408271789551</c:v>
                </c:pt>
                <c:pt idx="1567">
                  <c:v>1.821607112884521</c:v>
                </c:pt>
                <c:pt idx="1568">
                  <c:v>1.821607112884521</c:v>
                </c:pt>
                <c:pt idx="1569">
                  <c:v>1.821770191192627</c:v>
                </c:pt>
                <c:pt idx="1570">
                  <c:v>1.821770191192627</c:v>
                </c:pt>
                <c:pt idx="1571">
                  <c:v>1.821871519088745</c:v>
                </c:pt>
                <c:pt idx="1572">
                  <c:v>1.821871519088745</c:v>
                </c:pt>
                <c:pt idx="1573">
                  <c:v>1.822038173675537</c:v>
                </c:pt>
                <c:pt idx="1574">
                  <c:v>1.822038173675537</c:v>
                </c:pt>
                <c:pt idx="1575">
                  <c:v>1.822153091430664</c:v>
                </c:pt>
                <c:pt idx="1576">
                  <c:v>1.822153091430664</c:v>
                </c:pt>
                <c:pt idx="1577">
                  <c:v>1.822363376617432</c:v>
                </c:pt>
                <c:pt idx="1578">
                  <c:v>1.822363376617432</c:v>
                </c:pt>
                <c:pt idx="1579">
                  <c:v>1.822489261627197</c:v>
                </c:pt>
                <c:pt idx="1580">
                  <c:v>1.822489261627197</c:v>
                </c:pt>
                <c:pt idx="1581">
                  <c:v>1.822850704193115</c:v>
                </c:pt>
                <c:pt idx="1582">
                  <c:v>1.822850704193115</c:v>
                </c:pt>
                <c:pt idx="1583">
                  <c:v>1.822877168655396</c:v>
                </c:pt>
                <c:pt idx="1584">
                  <c:v>1.822877168655396</c:v>
                </c:pt>
                <c:pt idx="1585">
                  <c:v>1.82300853729248</c:v>
                </c:pt>
                <c:pt idx="1586">
                  <c:v>1.82300853729248</c:v>
                </c:pt>
                <c:pt idx="1587">
                  <c:v>1.823349952697754</c:v>
                </c:pt>
                <c:pt idx="1588">
                  <c:v>1.823349952697754</c:v>
                </c:pt>
                <c:pt idx="1589">
                  <c:v>1.823473453521729</c:v>
                </c:pt>
                <c:pt idx="1590">
                  <c:v>1.823473453521729</c:v>
                </c:pt>
                <c:pt idx="1591">
                  <c:v>1.824052572250366</c:v>
                </c:pt>
                <c:pt idx="1592">
                  <c:v>1.824052572250366</c:v>
                </c:pt>
                <c:pt idx="1593">
                  <c:v>1.824092149734497</c:v>
                </c:pt>
                <c:pt idx="1594">
                  <c:v>1.824092149734497</c:v>
                </c:pt>
                <c:pt idx="1595">
                  <c:v>1.824315786361694</c:v>
                </c:pt>
                <c:pt idx="1596">
                  <c:v>1.824315786361694</c:v>
                </c:pt>
                <c:pt idx="1597">
                  <c:v>1.824529409408569</c:v>
                </c:pt>
                <c:pt idx="1598">
                  <c:v>1.824529409408569</c:v>
                </c:pt>
                <c:pt idx="1599">
                  <c:v>1.82462739944458</c:v>
                </c:pt>
                <c:pt idx="1600">
                  <c:v>1.82462739944458</c:v>
                </c:pt>
                <c:pt idx="1601">
                  <c:v>1.824918508529663</c:v>
                </c:pt>
                <c:pt idx="1602">
                  <c:v>1.824918508529663</c:v>
                </c:pt>
                <c:pt idx="1603">
                  <c:v>1.824942588806152</c:v>
                </c:pt>
                <c:pt idx="1604">
                  <c:v>1.824942588806152</c:v>
                </c:pt>
                <c:pt idx="1605">
                  <c:v>1.825127363204956</c:v>
                </c:pt>
                <c:pt idx="1606">
                  <c:v>1.825127363204956</c:v>
                </c:pt>
                <c:pt idx="1607">
                  <c:v>1.825166940689087</c:v>
                </c:pt>
                <c:pt idx="1608">
                  <c:v>1.825166940689087</c:v>
                </c:pt>
                <c:pt idx="1609">
                  <c:v>1.825212001800537</c:v>
                </c:pt>
                <c:pt idx="1610">
                  <c:v>1.825212001800537</c:v>
                </c:pt>
                <c:pt idx="1611">
                  <c:v>1.825278282165527</c:v>
                </c:pt>
                <c:pt idx="1612">
                  <c:v>1.825278282165527</c:v>
                </c:pt>
                <c:pt idx="1613">
                  <c:v>1.825761318206787</c:v>
                </c:pt>
                <c:pt idx="1614">
                  <c:v>1.825761318206787</c:v>
                </c:pt>
                <c:pt idx="1615">
                  <c:v>1.825966119766235</c:v>
                </c:pt>
                <c:pt idx="1616">
                  <c:v>1.825966119766235</c:v>
                </c:pt>
                <c:pt idx="1617">
                  <c:v>1.826035261154175</c:v>
                </c:pt>
                <c:pt idx="1618">
                  <c:v>1.826035261154175</c:v>
                </c:pt>
                <c:pt idx="1619">
                  <c:v>1.826101779937744</c:v>
                </c:pt>
                <c:pt idx="1620">
                  <c:v>1.826101779937744</c:v>
                </c:pt>
                <c:pt idx="1621">
                  <c:v>1.826293468475342</c:v>
                </c:pt>
                <c:pt idx="1622">
                  <c:v>1.826293468475342</c:v>
                </c:pt>
                <c:pt idx="1623">
                  <c:v>1.826310396194458</c:v>
                </c:pt>
                <c:pt idx="1624">
                  <c:v>1.826310396194458</c:v>
                </c:pt>
                <c:pt idx="1625">
                  <c:v>1.826428413391113</c:v>
                </c:pt>
                <c:pt idx="1626">
                  <c:v>1.826428413391113</c:v>
                </c:pt>
                <c:pt idx="1627">
                  <c:v>1.826623916625977</c:v>
                </c:pt>
                <c:pt idx="1628">
                  <c:v>1.826623916625977</c:v>
                </c:pt>
                <c:pt idx="1629">
                  <c:v>1.826684951782227</c:v>
                </c:pt>
                <c:pt idx="1630">
                  <c:v>1.826684951782227</c:v>
                </c:pt>
                <c:pt idx="1631">
                  <c:v>1.82676887512207</c:v>
                </c:pt>
                <c:pt idx="1632">
                  <c:v>1.82676887512207</c:v>
                </c:pt>
                <c:pt idx="1633">
                  <c:v>1.827097654342651</c:v>
                </c:pt>
                <c:pt idx="1634">
                  <c:v>1.827097654342651</c:v>
                </c:pt>
                <c:pt idx="1635">
                  <c:v>1.827232599258423</c:v>
                </c:pt>
                <c:pt idx="1636">
                  <c:v>1.827232599258423</c:v>
                </c:pt>
                <c:pt idx="1637">
                  <c:v>1.827522277832031</c:v>
                </c:pt>
                <c:pt idx="1638">
                  <c:v>1.827522277832031</c:v>
                </c:pt>
                <c:pt idx="1639">
                  <c:v>1.827900409698486</c:v>
                </c:pt>
                <c:pt idx="1640">
                  <c:v>1.827900409698486</c:v>
                </c:pt>
                <c:pt idx="1641">
                  <c:v>1.827973365783691</c:v>
                </c:pt>
                <c:pt idx="1642">
                  <c:v>1.827973365783691</c:v>
                </c:pt>
                <c:pt idx="1643">
                  <c:v>1.827987670898438</c:v>
                </c:pt>
                <c:pt idx="1644">
                  <c:v>1.827987670898438</c:v>
                </c:pt>
                <c:pt idx="1645">
                  <c:v>1.828006029129028</c:v>
                </c:pt>
                <c:pt idx="1646">
                  <c:v>1.828006029129028</c:v>
                </c:pt>
                <c:pt idx="1647">
                  <c:v>1.828114986419678</c:v>
                </c:pt>
                <c:pt idx="1648">
                  <c:v>1.828114986419678</c:v>
                </c:pt>
                <c:pt idx="1649">
                  <c:v>1.828428030014038</c:v>
                </c:pt>
                <c:pt idx="1650">
                  <c:v>1.828428030014038</c:v>
                </c:pt>
                <c:pt idx="1651">
                  <c:v>1.828514814376831</c:v>
                </c:pt>
                <c:pt idx="1652">
                  <c:v>1.828514814376831</c:v>
                </c:pt>
                <c:pt idx="1653">
                  <c:v>1.828630447387695</c:v>
                </c:pt>
                <c:pt idx="1654">
                  <c:v>1.828630447387695</c:v>
                </c:pt>
                <c:pt idx="1655">
                  <c:v>1.828997135162354</c:v>
                </c:pt>
                <c:pt idx="1656">
                  <c:v>1.828997135162354</c:v>
                </c:pt>
                <c:pt idx="1657">
                  <c:v>1.829045057296753</c:v>
                </c:pt>
                <c:pt idx="1658">
                  <c:v>1.829045057296753</c:v>
                </c:pt>
                <c:pt idx="1659">
                  <c:v>1.829143285751343</c:v>
                </c:pt>
                <c:pt idx="1660">
                  <c:v>1.829143285751343</c:v>
                </c:pt>
                <c:pt idx="1661">
                  <c:v>1.829181432723999</c:v>
                </c:pt>
                <c:pt idx="1662">
                  <c:v>1.829181432723999</c:v>
                </c:pt>
                <c:pt idx="1663">
                  <c:v>1.829211473464966</c:v>
                </c:pt>
                <c:pt idx="1664">
                  <c:v>1.829211473464966</c:v>
                </c:pt>
                <c:pt idx="1665">
                  <c:v>1.829625844955444</c:v>
                </c:pt>
                <c:pt idx="1666">
                  <c:v>1.829625844955444</c:v>
                </c:pt>
                <c:pt idx="1667">
                  <c:v>1.829686880111694</c:v>
                </c:pt>
                <c:pt idx="1668">
                  <c:v>1.829686880111694</c:v>
                </c:pt>
                <c:pt idx="1669">
                  <c:v>1.829689025878906</c:v>
                </c:pt>
                <c:pt idx="1670">
                  <c:v>1.829689025878906</c:v>
                </c:pt>
                <c:pt idx="1671">
                  <c:v>1.830304145812988</c:v>
                </c:pt>
                <c:pt idx="1672">
                  <c:v>1.830304145812988</c:v>
                </c:pt>
                <c:pt idx="1673">
                  <c:v>1.830398082733154</c:v>
                </c:pt>
                <c:pt idx="1674">
                  <c:v>1.830398082733154</c:v>
                </c:pt>
                <c:pt idx="1675">
                  <c:v>1.830423593521118</c:v>
                </c:pt>
                <c:pt idx="1676">
                  <c:v>1.830423593521118</c:v>
                </c:pt>
                <c:pt idx="1677">
                  <c:v>1.830584526062012</c:v>
                </c:pt>
                <c:pt idx="1678">
                  <c:v>1.830584526062012</c:v>
                </c:pt>
                <c:pt idx="1679">
                  <c:v>1.83069372177124</c:v>
                </c:pt>
                <c:pt idx="1680">
                  <c:v>1.83069372177124</c:v>
                </c:pt>
                <c:pt idx="1681">
                  <c:v>1.830715179443359</c:v>
                </c:pt>
                <c:pt idx="1682">
                  <c:v>1.830715179443359</c:v>
                </c:pt>
                <c:pt idx="1683">
                  <c:v>1.83079719543457</c:v>
                </c:pt>
                <c:pt idx="1684">
                  <c:v>1.83079719543457</c:v>
                </c:pt>
                <c:pt idx="1685">
                  <c:v>1.83080530166626</c:v>
                </c:pt>
                <c:pt idx="1686">
                  <c:v>1.83080530166626</c:v>
                </c:pt>
                <c:pt idx="1687">
                  <c:v>1.831000804901123</c:v>
                </c:pt>
                <c:pt idx="1688">
                  <c:v>1.831000804901123</c:v>
                </c:pt>
                <c:pt idx="1689">
                  <c:v>1.831172943115234</c:v>
                </c:pt>
                <c:pt idx="1690">
                  <c:v>1.831172943115234</c:v>
                </c:pt>
                <c:pt idx="1691">
                  <c:v>1.8312668800354</c:v>
                </c:pt>
                <c:pt idx="1692">
                  <c:v>1.8312668800354</c:v>
                </c:pt>
                <c:pt idx="1693">
                  <c:v>1.831275939941406</c:v>
                </c:pt>
                <c:pt idx="1694">
                  <c:v>1.831275939941406</c:v>
                </c:pt>
                <c:pt idx="1695">
                  <c:v>1.831360101699829</c:v>
                </c:pt>
                <c:pt idx="1696">
                  <c:v>1.831360101699829</c:v>
                </c:pt>
                <c:pt idx="1697">
                  <c:v>1.831478118896484</c:v>
                </c:pt>
                <c:pt idx="1698">
                  <c:v>1.831478118896484</c:v>
                </c:pt>
                <c:pt idx="1699">
                  <c:v>1.831635475158691</c:v>
                </c:pt>
                <c:pt idx="1700">
                  <c:v>1.831635475158691</c:v>
                </c:pt>
                <c:pt idx="1701">
                  <c:v>1.831666469573975</c:v>
                </c:pt>
                <c:pt idx="1702">
                  <c:v>1.831666469573975</c:v>
                </c:pt>
                <c:pt idx="1703">
                  <c:v>1.831900596618652</c:v>
                </c:pt>
                <c:pt idx="1704">
                  <c:v>1.831900596618652</c:v>
                </c:pt>
                <c:pt idx="1705">
                  <c:v>1.832005023956299</c:v>
                </c:pt>
                <c:pt idx="1706">
                  <c:v>1.832005023956299</c:v>
                </c:pt>
                <c:pt idx="1707">
                  <c:v>1.832425355911255</c:v>
                </c:pt>
                <c:pt idx="1708">
                  <c:v>1.832425355911255</c:v>
                </c:pt>
                <c:pt idx="1709">
                  <c:v>1.832648038864136</c:v>
                </c:pt>
                <c:pt idx="1710">
                  <c:v>1.832648038864136</c:v>
                </c:pt>
                <c:pt idx="1711">
                  <c:v>1.832719087600708</c:v>
                </c:pt>
                <c:pt idx="1712">
                  <c:v>1.832719087600708</c:v>
                </c:pt>
                <c:pt idx="1713">
                  <c:v>1.832908868789673</c:v>
                </c:pt>
                <c:pt idx="1714">
                  <c:v>1.832908868789673</c:v>
                </c:pt>
                <c:pt idx="1715">
                  <c:v>1.833093881607056</c:v>
                </c:pt>
                <c:pt idx="1716">
                  <c:v>1.833093881607056</c:v>
                </c:pt>
                <c:pt idx="1717">
                  <c:v>1.833147048950195</c:v>
                </c:pt>
                <c:pt idx="1718">
                  <c:v>1.833147048950195</c:v>
                </c:pt>
                <c:pt idx="1719">
                  <c:v>1.833225965499878</c:v>
                </c:pt>
                <c:pt idx="1720">
                  <c:v>1.833225965499878</c:v>
                </c:pt>
                <c:pt idx="1721">
                  <c:v>1.834060430526733</c:v>
                </c:pt>
                <c:pt idx="1722">
                  <c:v>1.834060430526733</c:v>
                </c:pt>
                <c:pt idx="1723">
                  <c:v>1.834078550338745</c:v>
                </c:pt>
                <c:pt idx="1724">
                  <c:v>1.834078550338745</c:v>
                </c:pt>
                <c:pt idx="1725">
                  <c:v>1.834159374237061</c:v>
                </c:pt>
                <c:pt idx="1726">
                  <c:v>1.834159374237061</c:v>
                </c:pt>
                <c:pt idx="1727">
                  <c:v>1.83423638343811</c:v>
                </c:pt>
                <c:pt idx="1728">
                  <c:v>1.83423638343811</c:v>
                </c:pt>
                <c:pt idx="1729">
                  <c:v>1.834267139434814</c:v>
                </c:pt>
                <c:pt idx="1730">
                  <c:v>1.834267139434814</c:v>
                </c:pt>
                <c:pt idx="1731">
                  <c:v>1.834414720535278</c:v>
                </c:pt>
                <c:pt idx="1732">
                  <c:v>1.834414720535278</c:v>
                </c:pt>
                <c:pt idx="1733">
                  <c:v>1.834507703781128</c:v>
                </c:pt>
                <c:pt idx="1734">
                  <c:v>1.834507703781128</c:v>
                </c:pt>
                <c:pt idx="1735">
                  <c:v>1.834563255310059</c:v>
                </c:pt>
                <c:pt idx="1736">
                  <c:v>1.834563255310059</c:v>
                </c:pt>
                <c:pt idx="1737">
                  <c:v>1.834563732147217</c:v>
                </c:pt>
                <c:pt idx="1738">
                  <c:v>1.834563732147217</c:v>
                </c:pt>
                <c:pt idx="1739">
                  <c:v>1.83469033241272</c:v>
                </c:pt>
                <c:pt idx="1740">
                  <c:v>1.83469033241272</c:v>
                </c:pt>
                <c:pt idx="1741">
                  <c:v>1.834698677062988</c:v>
                </c:pt>
                <c:pt idx="1742">
                  <c:v>1.834698677062988</c:v>
                </c:pt>
                <c:pt idx="1743">
                  <c:v>1.834752798080444</c:v>
                </c:pt>
                <c:pt idx="1744">
                  <c:v>1.834752798080444</c:v>
                </c:pt>
                <c:pt idx="1745">
                  <c:v>1.834797143936157</c:v>
                </c:pt>
                <c:pt idx="1746">
                  <c:v>1.834797143936157</c:v>
                </c:pt>
                <c:pt idx="1747">
                  <c:v>1.834962606430054</c:v>
                </c:pt>
                <c:pt idx="1748">
                  <c:v>1.834962606430054</c:v>
                </c:pt>
                <c:pt idx="1749">
                  <c:v>1.83496880531311</c:v>
                </c:pt>
                <c:pt idx="1750">
                  <c:v>1.83496880531311</c:v>
                </c:pt>
                <c:pt idx="1751">
                  <c:v>1.835133075714111</c:v>
                </c:pt>
                <c:pt idx="1752">
                  <c:v>1.835133075714111</c:v>
                </c:pt>
                <c:pt idx="1753">
                  <c:v>1.835168600082397</c:v>
                </c:pt>
                <c:pt idx="1754">
                  <c:v>1.835168600082397</c:v>
                </c:pt>
                <c:pt idx="1755">
                  <c:v>1.83535099029541</c:v>
                </c:pt>
                <c:pt idx="1756">
                  <c:v>1.83535099029541</c:v>
                </c:pt>
                <c:pt idx="1757">
                  <c:v>1.835672616958618</c:v>
                </c:pt>
                <c:pt idx="1758">
                  <c:v>1.835672616958618</c:v>
                </c:pt>
                <c:pt idx="1759">
                  <c:v>1.835875272750854</c:v>
                </c:pt>
                <c:pt idx="1760">
                  <c:v>1.835875272750854</c:v>
                </c:pt>
                <c:pt idx="1761">
                  <c:v>1.835915565490723</c:v>
                </c:pt>
                <c:pt idx="1762">
                  <c:v>1.835915565490723</c:v>
                </c:pt>
                <c:pt idx="1763">
                  <c:v>1.836102962493896</c:v>
                </c:pt>
                <c:pt idx="1764">
                  <c:v>1.836102962493896</c:v>
                </c:pt>
                <c:pt idx="1765">
                  <c:v>1.836124181747437</c:v>
                </c:pt>
                <c:pt idx="1766">
                  <c:v>1.836124181747437</c:v>
                </c:pt>
                <c:pt idx="1767">
                  <c:v>1.83612847328186</c:v>
                </c:pt>
                <c:pt idx="1768">
                  <c:v>1.83612847328186</c:v>
                </c:pt>
                <c:pt idx="1769">
                  <c:v>1.836209297180176</c:v>
                </c:pt>
                <c:pt idx="1770">
                  <c:v>1.836209297180176</c:v>
                </c:pt>
                <c:pt idx="1771">
                  <c:v>1.836252927780151</c:v>
                </c:pt>
                <c:pt idx="1772">
                  <c:v>1.836252927780151</c:v>
                </c:pt>
                <c:pt idx="1773">
                  <c:v>1.836483716964722</c:v>
                </c:pt>
                <c:pt idx="1774">
                  <c:v>1.836483716964722</c:v>
                </c:pt>
                <c:pt idx="1775">
                  <c:v>1.836572647094727</c:v>
                </c:pt>
                <c:pt idx="1776">
                  <c:v>1.836572647094727</c:v>
                </c:pt>
                <c:pt idx="1777">
                  <c:v>1.836744785308838</c:v>
                </c:pt>
                <c:pt idx="1778">
                  <c:v>1.836744785308838</c:v>
                </c:pt>
                <c:pt idx="1779">
                  <c:v>1.836804866790771</c:v>
                </c:pt>
                <c:pt idx="1780">
                  <c:v>1.836804866790771</c:v>
                </c:pt>
                <c:pt idx="1781">
                  <c:v>1.836962223052979</c:v>
                </c:pt>
                <c:pt idx="1782">
                  <c:v>1.836962223052979</c:v>
                </c:pt>
                <c:pt idx="1783">
                  <c:v>1.836962461471558</c:v>
                </c:pt>
                <c:pt idx="1784">
                  <c:v>1.836962461471558</c:v>
                </c:pt>
                <c:pt idx="1785">
                  <c:v>1.836981058120728</c:v>
                </c:pt>
                <c:pt idx="1786">
                  <c:v>1.836981058120728</c:v>
                </c:pt>
                <c:pt idx="1787">
                  <c:v>1.837035179138184</c:v>
                </c:pt>
                <c:pt idx="1788">
                  <c:v>1.837035179138184</c:v>
                </c:pt>
                <c:pt idx="1789">
                  <c:v>1.837108135223389</c:v>
                </c:pt>
                <c:pt idx="1790">
                  <c:v>1.837108135223389</c:v>
                </c:pt>
                <c:pt idx="1791">
                  <c:v>1.837271213531494</c:v>
                </c:pt>
                <c:pt idx="1792">
                  <c:v>1.837271213531494</c:v>
                </c:pt>
                <c:pt idx="1793">
                  <c:v>1.837352514266968</c:v>
                </c:pt>
                <c:pt idx="1794">
                  <c:v>1.837352514266968</c:v>
                </c:pt>
                <c:pt idx="1795">
                  <c:v>1.837542295455933</c:v>
                </c:pt>
                <c:pt idx="1796">
                  <c:v>1.837542295455933</c:v>
                </c:pt>
                <c:pt idx="1797">
                  <c:v>1.837748527526855</c:v>
                </c:pt>
                <c:pt idx="1798">
                  <c:v>1.837748527526855</c:v>
                </c:pt>
                <c:pt idx="1799">
                  <c:v>1.837800025939941</c:v>
                </c:pt>
                <c:pt idx="1800">
                  <c:v>1.837800025939941</c:v>
                </c:pt>
                <c:pt idx="1801">
                  <c:v>1.837807655334473</c:v>
                </c:pt>
                <c:pt idx="1802">
                  <c:v>1.837807655334473</c:v>
                </c:pt>
                <c:pt idx="1803">
                  <c:v>1.837905168533325</c:v>
                </c:pt>
                <c:pt idx="1804">
                  <c:v>1.837905168533325</c:v>
                </c:pt>
                <c:pt idx="1805">
                  <c:v>1.8382248878479</c:v>
                </c:pt>
                <c:pt idx="1806">
                  <c:v>1.8382248878479</c:v>
                </c:pt>
                <c:pt idx="1807">
                  <c:v>1.838234424591064</c:v>
                </c:pt>
                <c:pt idx="1808">
                  <c:v>1.838234424591064</c:v>
                </c:pt>
                <c:pt idx="1809">
                  <c:v>1.838258981704712</c:v>
                </c:pt>
                <c:pt idx="1810">
                  <c:v>1.838258981704712</c:v>
                </c:pt>
                <c:pt idx="1811">
                  <c:v>1.838284015655518</c:v>
                </c:pt>
                <c:pt idx="1812">
                  <c:v>1.838284015655518</c:v>
                </c:pt>
                <c:pt idx="1813">
                  <c:v>1.838327169418335</c:v>
                </c:pt>
                <c:pt idx="1814">
                  <c:v>1.838327169418335</c:v>
                </c:pt>
                <c:pt idx="1815">
                  <c:v>1.83846640586853</c:v>
                </c:pt>
                <c:pt idx="1816">
                  <c:v>1.83846640586853</c:v>
                </c:pt>
                <c:pt idx="1817">
                  <c:v>1.838513612747192</c:v>
                </c:pt>
                <c:pt idx="1818">
                  <c:v>1.838513612747192</c:v>
                </c:pt>
                <c:pt idx="1819">
                  <c:v>1.838556289672852</c:v>
                </c:pt>
                <c:pt idx="1820">
                  <c:v>1.838556289672852</c:v>
                </c:pt>
                <c:pt idx="1821">
                  <c:v>1.838719606399536</c:v>
                </c:pt>
                <c:pt idx="1822">
                  <c:v>1.838719606399536</c:v>
                </c:pt>
                <c:pt idx="1823">
                  <c:v>1.838866233825684</c:v>
                </c:pt>
                <c:pt idx="1824">
                  <c:v>1.838866233825684</c:v>
                </c:pt>
                <c:pt idx="1825">
                  <c:v>1.838906526565552</c:v>
                </c:pt>
                <c:pt idx="1826">
                  <c:v>1.838906526565552</c:v>
                </c:pt>
                <c:pt idx="1827">
                  <c:v>1.838924646377563</c:v>
                </c:pt>
                <c:pt idx="1828">
                  <c:v>1.838924646377563</c:v>
                </c:pt>
                <c:pt idx="1829">
                  <c:v>1.839102268218994</c:v>
                </c:pt>
                <c:pt idx="1830">
                  <c:v>1.839102268218994</c:v>
                </c:pt>
                <c:pt idx="1831">
                  <c:v>1.839287042617798</c:v>
                </c:pt>
                <c:pt idx="1832">
                  <c:v>1.839287042617798</c:v>
                </c:pt>
                <c:pt idx="1833">
                  <c:v>1.839297533035278</c:v>
                </c:pt>
                <c:pt idx="1834">
                  <c:v>1.839297533035278</c:v>
                </c:pt>
                <c:pt idx="1835">
                  <c:v>1.839324474334717</c:v>
                </c:pt>
                <c:pt idx="1836">
                  <c:v>1.839324474334717</c:v>
                </c:pt>
                <c:pt idx="1837">
                  <c:v>1.839410781860352</c:v>
                </c:pt>
                <c:pt idx="1838">
                  <c:v>1.839410781860352</c:v>
                </c:pt>
                <c:pt idx="1839">
                  <c:v>1.839608192443848</c:v>
                </c:pt>
                <c:pt idx="1840">
                  <c:v>1.839608192443848</c:v>
                </c:pt>
                <c:pt idx="1841">
                  <c:v>1.839974403381348</c:v>
                </c:pt>
                <c:pt idx="1842">
                  <c:v>1.839974403381348</c:v>
                </c:pt>
                <c:pt idx="1843">
                  <c:v>1.840047597885132</c:v>
                </c:pt>
                <c:pt idx="1844">
                  <c:v>1.840047597885132</c:v>
                </c:pt>
                <c:pt idx="1845">
                  <c:v>1.840061187744141</c:v>
                </c:pt>
                <c:pt idx="1846">
                  <c:v>1.840061187744141</c:v>
                </c:pt>
                <c:pt idx="1847">
                  <c:v>1.840152263641357</c:v>
                </c:pt>
                <c:pt idx="1848">
                  <c:v>1.840152263641357</c:v>
                </c:pt>
                <c:pt idx="1849">
                  <c:v>1.840203762054443</c:v>
                </c:pt>
                <c:pt idx="1850">
                  <c:v>1.840203762054443</c:v>
                </c:pt>
                <c:pt idx="1851">
                  <c:v>1.840718746185303</c:v>
                </c:pt>
                <c:pt idx="1852">
                  <c:v>1.840718746185303</c:v>
                </c:pt>
                <c:pt idx="1853">
                  <c:v>1.840735673904419</c:v>
                </c:pt>
                <c:pt idx="1854">
                  <c:v>1.840735673904419</c:v>
                </c:pt>
                <c:pt idx="1855">
                  <c:v>1.840745449066162</c:v>
                </c:pt>
                <c:pt idx="1856">
                  <c:v>1.840745449066162</c:v>
                </c:pt>
                <c:pt idx="1857">
                  <c:v>1.840805292129517</c:v>
                </c:pt>
                <c:pt idx="1858">
                  <c:v>1.840805292129517</c:v>
                </c:pt>
                <c:pt idx="1859">
                  <c:v>1.840896606445312</c:v>
                </c:pt>
                <c:pt idx="1860">
                  <c:v>1.840896606445312</c:v>
                </c:pt>
                <c:pt idx="1861">
                  <c:v>1.841050386428833</c:v>
                </c:pt>
                <c:pt idx="1862">
                  <c:v>1.841050386428833</c:v>
                </c:pt>
                <c:pt idx="1863">
                  <c:v>1.841259479522705</c:v>
                </c:pt>
                <c:pt idx="1864">
                  <c:v>1.841259479522705</c:v>
                </c:pt>
                <c:pt idx="1865">
                  <c:v>1.84126615524292</c:v>
                </c:pt>
                <c:pt idx="1866">
                  <c:v>1.84126615524292</c:v>
                </c:pt>
                <c:pt idx="1867">
                  <c:v>1.841338396072388</c:v>
                </c:pt>
                <c:pt idx="1868">
                  <c:v>1.841338396072388</c:v>
                </c:pt>
                <c:pt idx="1869">
                  <c:v>1.841406345367432</c:v>
                </c:pt>
                <c:pt idx="1870">
                  <c:v>1.841406345367432</c:v>
                </c:pt>
                <c:pt idx="1871">
                  <c:v>1.841563701629639</c:v>
                </c:pt>
                <c:pt idx="1872">
                  <c:v>1.841563701629639</c:v>
                </c:pt>
                <c:pt idx="1873">
                  <c:v>1.84200644493103</c:v>
                </c:pt>
                <c:pt idx="1874">
                  <c:v>1.84200644493103</c:v>
                </c:pt>
                <c:pt idx="1875">
                  <c:v>1.842033863067627</c:v>
                </c:pt>
                <c:pt idx="1876">
                  <c:v>1.842033863067627</c:v>
                </c:pt>
                <c:pt idx="1877">
                  <c:v>1.842034578323364</c:v>
                </c:pt>
                <c:pt idx="1878">
                  <c:v>1.842034578323364</c:v>
                </c:pt>
                <c:pt idx="1879">
                  <c:v>1.842049360275269</c:v>
                </c:pt>
                <c:pt idx="1880">
                  <c:v>1.842049360275269</c:v>
                </c:pt>
                <c:pt idx="1881">
                  <c:v>1.842141151428223</c:v>
                </c:pt>
                <c:pt idx="1882">
                  <c:v>1.842141151428223</c:v>
                </c:pt>
                <c:pt idx="1883">
                  <c:v>1.84225606918335</c:v>
                </c:pt>
                <c:pt idx="1884">
                  <c:v>1.84225606918335</c:v>
                </c:pt>
                <c:pt idx="1885">
                  <c:v>1.842306852340698</c:v>
                </c:pt>
                <c:pt idx="1886">
                  <c:v>1.842306852340698</c:v>
                </c:pt>
                <c:pt idx="1887">
                  <c:v>1.842452049255371</c:v>
                </c:pt>
                <c:pt idx="1888">
                  <c:v>1.842452049255371</c:v>
                </c:pt>
                <c:pt idx="1889">
                  <c:v>1.842485666275024</c:v>
                </c:pt>
                <c:pt idx="1890">
                  <c:v>1.842485666275024</c:v>
                </c:pt>
                <c:pt idx="1891">
                  <c:v>1.842618942260742</c:v>
                </c:pt>
                <c:pt idx="1892">
                  <c:v>1.842618942260742</c:v>
                </c:pt>
                <c:pt idx="1893">
                  <c:v>1.842738389968872</c:v>
                </c:pt>
                <c:pt idx="1894">
                  <c:v>1.842738389968872</c:v>
                </c:pt>
                <c:pt idx="1895">
                  <c:v>1.842774391174316</c:v>
                </c:pt>
                <c:pt idx="1896">
                  <c:v>1.842774391174316</c:v>
                </c:pt>
                <c:pt idx="1897">
                  <c:v>1.842872381210327</c:v>
                </c:pt>
                <c:pt idx="1898">
                  <c:v>1.842872381210327</c:v>
                </c:pt>
                <c:pt idx="1899">
                  <c:v>1.842940092086792</c:v>
                </c:pt>
                <c:pt idx="1900">
                  <c:v>1.842940092086792</c:v>
                </c:pt>
                <c:pt idx="1901">
                  <c:v>1.842942237854004</c:v>
                </c:pt>
                <c:pt idx="1902">
                  <c:v>1.842942237854004</c:v>
                </c:pt>
                <c:pt idx="1903">
                  <c:v>1.842957496643066</c:v>
                </c:pt>
                <c:pt idx="1904">
                  <c:v>1.842957496643066</c:v>
                </c:pt>
                <c:pt idx="1905">
                  <c:v>1.843035221099854</c:v>
                </c:pt>
                <c:pt idx="1906">
                  <c:v>1.843035221099854</c:v>
                </c:pt>
                <c:pt idx="1907">
                  <c:v>1.843146085739136</c:v>
                </c:pt>
                <c:pt idx="1908">
                  <c:v>1.843146085739136</c:v>
                </c:pt>
                <c:pt idx="1909">
                  <c:v>1.843227624893188</c:v>
                </c:pt>
                <c:pt idx="1910">
                  <c:v>1.843227624893188</c:v>
                </c:pt>
                <c:pt idx="1911">
                  <c:v>1.843262910842896</c:v>
                </c:pt>
                <c:pt idx="1912">
                  <c:v>1.843262910842896</c:v>
                </c:pt>
                <c:pt idx="1913">
                  <c:v>1.843404531478882</c:v>
                </c:pt>
                <c:pt idx="1914">
                  <c:v>1.843404531478882</c:v>
                </c:pt>
                <c:pt idx="1915">
                  <c:v>1.843419790267944</c:v>
                </c:pt>
                <c:pt idx="1916">
                  <c:v>1.843419790267944</c:v>
                </c:pt>
                <c:pt idx="1917">
                  <c:v>1.843423843383789</c:v>
                </c:pt>
                <c:pt idx="1918">
                  <c:v>1.843423843383789</c:v>
                </c:pt>
                <c:pt idx="1919">
                  <c:v>1.843440294265747</c:v>
                </c:pt>
                <c:pt idx="1920">
                  <c:v>1.843440294265747</c:v>
                </c:pt>
                <c:pt idx="1921">
                  <c:v>1.843569278717041</c:v>
                </c:pt>
                <c:pt idx="1922">
                  <c:v>1.843569278717041</c:v>
                </c:pt>
                <c:pt idx="1923">
                  <c:v>1.84361743927002</c:v>
                </c:pt>
                <c:pt idx="1924">
                  <c:v>1.84361743927002</c:v>
                </c:pt>
                <c:pt idx="1925">
                  <c:v>1.843637228012085</c:v>
                </c:pt>
                <c:pt idx="1926">
                  <c:v>1.843637228012085</c:v>
                </c:pt>
                <c:pt idx="1927">
                  <c:v>1.84364652633667</c:v>
                </c:pt>
                <c:pt idx="1928">
                  <c:v>1.84364652633667</c:v>
                </c:pt>
                <c:pt idx="1929">
                  <c:v>1.843985319137573</c:v>
                </c:pt>
                <c:pt idx="1930">
                  <c:v>1.843985319137573</c:v>
                </c:pt>
                <c:pt idx="1931">
                  <c:v>1.844000101089478</c:v>
                </c:pt>
                <c:pt idx="1932">
                  <c:v>1.844000101089478</c:v>
                </c:pt>
                <c:pt idx="1933">
                  <c:v>1.844050407409668</c:v>
                </c:pt>
                <c:pt idx="1934">
                  <c:v>1.844050407409668</c:v>
                </c:pt>
                <c:pt idx="1935">
                  <c:v>1.844171762466431</c:v>
                </c:pt>
                <c:pt idx="1936">
                  <c:v>1.844171762466431</c:v>
                </c:pt>
                <c:pt idx="1937">
                  <c:v>1.844184160232544</c:v>
                </c:pt>
                <c:pt idx="1938">
                  <c:v>1.844184160232544</c:v>
                </c:pt>
                <c:pt idx="1939">
                  <c:v>1.844210624694824</c:v>
                </c:pt>
                <c:pt idx="1940">
                  <c:v>1.844210624694824</c:v>
                </c:pt>
                <c:pt idx="1941">
                  <c:v>1.844340801239014</c:v>
                </c:pt>
                <c:pt idx="1942">
                  <c:v>1.844340801239014</c:v>
                </c:pt>
                <c:pt idx="1943">
                  <c:v>1.844398021697998</c:v>
                </c:pt>
                <c:pt idx="1944">
                  <c:v>1.844398021697998</c:v>
                </c:pt>
                <c:pt idx="1945">
                  <c:v>1.844444036483765</c:v>
                </c:pt>
                <c:pt idx="1946">
                  <c:v>1.844444036483765</c:v>
                </c:pt>
                <c:pt idx="1947">
                  <c:v>1.844548463821411</c:v>
                </c:pt>
                <c:pt idx="1948">
                  <c:v>1.844548463821411</c:v>
                </c:pt>
                <c:pt idx="1949">
                  <c:v>1.844617605209351</c:v>
                </c:pt>
                <c:pt idx="1950">
                  <c:v>1.844617605209351</c:v>
                </c:pt>
                <c:pt idx="1951">
                  <c:v>1.844703197479248</c:v>
                </c:pt>
                <c:pt idx="1952">
                  <c:v>1.844703197479248</c:v>
                </c:pt>
                <c:pt idx="1953">
                  <c:v>1.844714164733887</c:v>
                </c:pt>
                <c:pt idx="1954">
                  <c:v>1.844714164733887</c:v>
                </c:pt>
                <c:pt idx="1955">
                  <c:v>1.844763278961182</c:v>
                </c:pt>
                <c:pt idx="1956">
                  <c:v>1.844763278961182</c:v>
                </c:pt>
                <c:pt idx="1957">
                  <c:v>1.845087289810181</c:v>
                </c:pt>
                <c:pt idx="1958">
                  <c:v>1.845087289810181</c:v>
                </c:pt>
                <c:pt idx="1959">
                  <c:v>1.845100879669189</c:v>
                </c:pt>
                <c:pt idx="1960">
                  <c:v>1.845100879669189</c:v>
                </c:pt>
                <c:pt idx="1961">
                  <c:v>1.845242977142334</c:v>
                </c:pt>
                <c:pt idx="1962">
                  <c:v>1.845242977142334</c:v>
                </c:pt>
                <c:pt idx="1963">
                  <c:v>1.845449924468994</c:v>
                </c:pt>
                <c:pt idx="1964">
                  <c:v>1.845449924468994</c:v>
                </c:pt>
                <c:pt idx="1965">
                  <c:v>1.846172094345093</c:v>
                </c:pt>
                <c:pt idx="1966">
                  <c:v>1.846172094345093</c:v>
                </c:pt>
                <c:pt idx="1967">
                  <c:v>1.846255540847778</c:v>
                </c:pt>
                <c:pt idx="1968">
                  <c:v>1.846255540847778</c:v>
                </c:pt>
                <c:pt idx="1969">
                  <c:v>1.8464515209198</c:v>
                </c:pt>
                <c:pt idx="1970">
                  <c:v>1.8464515209198</c:v>
                </c:pt>
                <c:pt idx="1971">
                  <c:v>1.846465826034546</c:v>
                </c:pt>
                <c:pt idx="1972">
                  <c:v>1.846465826034546</c:v>
                </c:pt>
                <c:pt idx="1973">
                  <c:v>1.846493244171143</c:v>
                </c:pt>
                <c:pt idx="1974">
                  <c:v>1.846493244171143</c:v>
                </c:pt>
                <c:pt idx="1975">
                  <c:v>1.846531391143799</c:v>
                </c:pt>
                <c:pt idx="1976">
                  <c:v>1.846531391143799</c:v>
                </c:pt>
                <c:pt idx="1977">
                  <c:v>1.846612453460693</c:v>
                </c:pt>
                <c:pt idx="1978">
                  <c:v>1.846612453460693</c:v>
                </c:pt>
                <c:pt idx="1979">
                  <c:v>1.846617221832275</c:v>
                </c:pt>
                <c:pt idx="1980">
                  <c:v>1.846617221832275</c:v>
                </c:pt>
                <c:pt idx="1981">
                  <c:v>1.846647977828979</c:v>
                </c:pt>
                <c:pt idx="1982">
                  <c:v>1.846647977828979</c:v>
                </c:pt>
                <c:pt idx="1983">
                  <c:v>1.846723556518555</c:v>
                </c:pt>
                <c:pt idx="1984">
                  <c:v>1.846723556518555</c:v>
                </c:pt>
                <c:pt idx="1985">
                  <c:v>1.8469557762146</c:v>
                </c:pt>
                <c:pt idx="1986">
                  <c:v>1.8469557762146</c:v>
                </c:pt>
                <c:pt idx="1987">
                  <c:v>1.84705638885498</c:v>
                </c:pt>
                <c:pt idx="1988">
                  <c:v>1.84705638885498</c:v>
                </c:pt>
                <c:pt idx="1989">
                  <c:v>1.847138643264771</c:v>
                </c:pt>
                <c:pt idx="1990">
                  <c:v>1.847138643264771</c:v>
                </c:pt>
                <c:pt idx="1991">
                  <c:v>1.847330808639526</c:v>
                </c:pt>
                <c:pt idx="1992">
                  <c:v>1.847330808639526</c:v>
                </c:pt>
                <c:pt idx="1993">
                  <c:v>1.84733247756958</c:v>
                </c:pt>
                <c:pt idx="1994">
                  <c:v>1.84733247756958</c:v>
                </c:pt>
                <c:pt idx="1995">
                  <c:v>1.847445249557495</c:v>
                </c:pt>
                <c:pt idx="1996">
                  <c:v>1.847445249557495</c:v>
                </c:pt>
                <c:pt idx="1997">
                  <c:v>1.847474575042725</c:v>
                </c:pt>
                <c:pt idx="1998">
                  <c:v>1.847474575042725</c:v>
                </c:pt>
                <c:pt idx="1999">
                  <c:v>1.84768533706665</c:v>
                </c:pt>
                <c:pt idx="2000">
                  <c:v>1.84768533706665</c:v>
                </c:pt>
                <c:pt idx="2001">
                  <c:v>1.84785795211792</c:v>
                </c:pt>
                <c:pt idx="2002">
                  <c:v>1.84785795211792</c:v>
                </c:pt>
                <c:pt idx="2003">
                  <c:v>1.848021268844604</c:v>
                </c:pt>
                <c:pt idx="2004">
                  <c:v>1.848021268844604</c:v>
                </c:pt>
                <c:pt idx="2005">
                  <c:v>1.848220825195312</c:v>
                </c:pt>
                <c:pt idx="2006">
                  <c:v>1.848220825195312</c:v>
                </c:pt>
                <c:pt idx="2007">
                  <c:v>1.848243236541748</c:v>
                </c:pt>
                <c:pt idx="2008">
                  <c:v>1.848243236541748</c:v>
                </c:pt>
                <c:pt idx="2009">
                  <c:v>1.848345518112183</c:v>
                </c:pt>
                <c:pt idx="2010">
                  <c:v>1.848345518112183</c:v>
                </c:pt>
                <c:pt idx="2011">
                  <c:v>1.848554611206055</c:v>
                </c:pt>
                <c:pt idx="2012">
                  <c:v>1.848554611206055</c:v>
                </c:pt>
                <c:pt idx="2013">
                  <c:v>1.848866701126099</c:v>
                </c:pt>
                <c:pt idx="2014">
                  <c:v>1.848866701126099</c:v>
                </c:pt>
                <c:pt idx="2015">
                  <c:v>1.849031686782837</c:v>
                </c:pt>
                <c:pt idx="2016">
                  <c:v>1.849031686782837</c:v>
                </c:pt>
                <c:pt idx="2017">
                  <c:v>1.849164962768555</c:v>
                </c:pt>
                <c:pt idx="2018">
                  <c:v>1.849164962768555</c:v>
                </c:pt>
                <c:pt idx="2019">
                  <c:v>1.849211931228638</c:v>
                </c:pt>
                <c:pt idx="2020">
                  <c:v>1.849211931228638</c:v>
                </c:pt>
                <c:pt idx="2021">
                  <c:v>1.849215984344482</c:v>
                </c:pt>
                <c:pt idx="2022">
                  <c:v>1.849215984344482</c:v>
                </c:pt>
                <c:pt idx="2023">
                  <c:v>1.849241971969604</c:v>
                </c:pt>
                <c:pt idx="2024">
                  <c:v>1.849241971969604</c:v>
                </c:pt>
                <c:pt idx="2025">
                  <c:v>1.849426507949829</c:v>
                </c:pt>
                <c:pt idx="2026">
                  <c:v>1.849426507949829</c:v>
                </c:pt>
                <c:pt idx="2027">
                  <c:v>1.849474191665649</c:v>
                </c:pt>
                <c:pt idx="2028">
                  <c:v>1.849474191665649</c:v>
                </c:pt>
                <c:pt idx="2029">
                  <c:v>1.849703311920166</c:v>
                </c:pt>
                <c:pt idx="2030">
                  <c:v>1.849703311920166</c:v>
                </c:pt>
                <c:pt idx="2031">
                  <c:v>1.849725723266602</c:v>
                </c:pt>
                <c:pt idx="2032">
                  <c:v>1.849725723266602</c:v>
                </c:pt>
                <c:pt idx="2033">
                  <c:v>1.850455284118652</c:v>
                </c:pt>
                <c:pt idx="2034">
                  <c:v>1.850455284118652</c:v>
                </c:pt>
                <c:pt idx="2035">
                  <c:v>1.850465536117554</c:v>
                </c:pt>
                <c:pt idx="2036">
                  <c:v>1.850465536117554</c:v>
                </c:pt>
                <c:pt idx="2037">
                  <c:v>1.850574016571045</c:v>
                </c:pt>
                <c:pt idx="2038">
                  <c:v>1.850574016571045</c:v>
                </c:pt>
                <c:pt idx="2039">
                  <c:v>1.850961923599243</c:v>
                </c:pt>
                <c:pt idx="2040">
                  <c:v>1.850961923599243</c:v>
                </c:pt>
                <c:pt idx="2041">
                  <c:v>1.851007699966431</c:v>
                </c:pt>
                <c:pt idx="2042">
                  <c:v>1.851007699966431</c:v>
                </c:pt>
                <c:pt idx="2043">
                  <c:v>1.851081609725952</c:v>
                </c:pt>
                <c:pt idx="2044">
                  <c:v>1.851081609725952</c:v>
                </c:pt>
                <c:pt idx="2045">
                  <c:v>1.851160049438477</c:v>
                </c:pt>
                <c:pt idx="2046">
                  <c:v>1.851160049438477</c:v>
                </c:pt>
                <c:pt idx="2047">
                  <c:v>1.85120153427124</c:v>
                </c:pt>
                <c:pt idx="2048">
                  <c:v>1.85120153427124</c:v>
                </c:pt>
                <c:pt idx="2049">
                  <c:v>1.851409912109375</c:v>
                </c:pt>
                <c:pt idx="2050">
                  <c:v>1.851409912109375</c:v>
                </c:pt>
                <c:pt idx="2051">
                  <c:v>1.851638078689575</c:v>
                </c:pt>
                <c:pt idx="2052">
                  <c:v>1.851638078689575</c:v>
                </c:pt>
                <c:pt idx="2053">
                  <c:v>1.852326631546021</c:v>
                </c:pt>
                <c:pt idx="2054">
                  <c:v>1.852326631546021</c:v>
                </c:pt>
                <c:pt idx="2055">
                  <c:v>1.852331399917603</c:v>
                </c:pt>
                <c:pt idx="2056">
                  <c:v>1.852331399917603</c:v>
                </c:pt>
                <c:pt idx="2057">
                  <c:v>1.852623462677002</c:v>
                </c:pt>
                <c:pt idx="2058">
                  <c:v>1.852623462677002</c:v>
                </c:pt>
                <c:pt idx="2059">
                  <c:v>1.852687835693359</c:v>
                </c:pt>
                <c:pt idx="2060">
                  <c:v>1.852687835693359</c:v>
                </c:pt>
                <c:pt idx="2061">
                  <c:v>1.852914810180664</c:v>
                </c:pt>
                <c:pt idx="2062">
                  <c:v>1.852914810180664</c:v>
                </c:pt>
                <c:pt idx="2063">
                  <c:v>1.853191375732422</c:v>
                </c:pt>
                <c:pt idx="2064">
                  <c:v>1.853191375732422</c:v>
                </c:pt>
                <c:pt idx="2065">
                  <c:v>1.853256702423096</c:v>
                </c:pt>
                <c:pt idx="2066">
                  <c:v>1.853256702423096</c:v>
                </c:pt>
                <c:pt idx="2067">
                  <c:v>1.85332179069519</c:v>
                </c:pt>
                <c:pt idx="2068">
                  <c:v>1.85332179069519</c:v>
                </c:pt>
                <c:pt idx="2069">
                  <c:v>1.853423357009888</c:v>
                </c:pt>
                <c:pt idx="2070">
                  <c:v>1.853423357009888</c:v>
                </c:pt>
                <c:pt idx="2071">
                  <c:v>1.853735685348511</c:v>
                </c:pt>
                <c:pt idx="2072">
                  <c:v>1.853735685348511</c:v>
                </c:pt>
                <c:pt idx="2073">
                  <c:v>1.853854656219482</c:v>
                </c:pt>
                <c:pt idx="2074">
                  <c:v>1.853854656219482</c:v>
                </c:pt>
                <c:pt idx="2075">
                  <c:v>1.853893041610718</c:v>
                </c:pt>
                <c:pt idx="2076">
                  <c:v>1.853893041610718</c:v>
                </c:pt>
                <c:pt idx="2077">
                  <c:v>1.854389667510986</c:v>
                </c:pt>
                <c:pt idx="2078">
                  <c:v>1.854389667510986</c:v>
                </c:pt>
                <c:pt idx="2079">
                  <c:v>1.854539155960083</c:v>
                </c:pt>
                <c:pt idx="2080">
                  <c:v>1.854539155960083</c:v>
                </c:pt>
                <c:pt idx="2081">
                  <c:v>1.854698657989502</c:v>
                </c:pt>
                <c:pt idx="2082">
                  <c:v>1.854698657989502</c:v>
                </c:pt>
                <c:pt idx="2083">
                  <c:v>1.854766845703125</c:v>
                </c:pt>
                <c:pt idx="2084">
                  <c:v>1.854766845703125</c:v>
                </c:pt>
                <c:pt idx="2085">
                  <c:v>1.854952335357666</c:v>
                </c:pt>
                <c:pt idx="2086">
                  <c:v>1.854952335357666</c:v>
                </c:pt>
                <c:pt idx="2087">
                  <c:v>1.854991674423218</c:v>
                </c:pt>
                <c:pt idx="2088">
                  <c:v>1.854991674423218</c:v>
                </c:pt>
                <c:pt idx="2089">
                  <c:v>1.855170249938965</c:v>
                </c:pt>
                <c:pt idx="2090">
                  <c:v>1.855170249938965</c:v>
                </c:pt>
                <c:pt idx="2091">
                  <c:v>1.855192184448242</c:v>
                </c:pt>
                <c:pt idx="2092">
                  <c:v>1.855192184448242</c:v>
                </c:pt>
                <c:pt idx="2093">
                  <c:v>1.855921983718872</c:v>
                </c:pt>
                <c:pt idx="2094">
                  <c:v>1.855921983718872</c:v>
                </c:pt>
                <c:pt idx="2095">
                  <c:v>1.857922554016113</c:v>
                </c:pt>
                <c:pt idx="2096">
                  <c:v>1.857922554016113</c:v>
                </c:pt>
                <c:pt idx="2097">
                  <c:v>1.859179258346558</c:v>
                </c:pt>
                <c:pt idx="2098">
                  <c:v>1.859179258346558</c:v>
                </c:pt>
                <c:pt idx="2099">
                  <c:v>1.860560178756714</c:v>
                </c:pt>
                <c:pt idx="2100">
                  <c:v>1.860560178756714</c:v>
                </c:pt>
                <c:pt idx="2101">
                  <c:v>1.860813140869141</c:v>
                </c:pt>
                <c:pt idx="2102">
                  <c:v>1.860813140869141</c:v>
                </c:pt>
                <c:pt idx="2103">
                  <c:v>1.861304044723511</c:v>
                </c:pt>
                <c:pt idx="2104">
                  <c:v>1.861304044723511</c:v>
                </c:pt>
                <c:pt idx="2105">
                  <c:v>1.861355543136597</c:v>
                </c:pt>
                <c:pt idx="2106">
                  <c:v>1.861355543136597</c:v>
                </c:pt>
                <c:pt idx="2107">
                  <c:v>1.861534595489502</c:v>
                </c:pt>
                <c:pt idx="2108">
                  <c:v>1.861534595489502</c:v>
                </c:pt>
                <c:pt idx="2109">
                  <c:v>1.861563205718994</c:v>
                </c:pt>
                <c:pt idx="2110">
                  <c:v>1.861563205718994</c:v>
                </c:pt>
                <c:pt idx="2111">
                  <c:v>1.862290143966675</c:v>
                </c:pt>
                <c:pt idx="2112">
                  <c:v>1.862290143966675</c:v>
                </c:pt>
                <c:pt idx="2113">
                  <c:v>1.862368106842041</c:v>
                </c:pt>
                <c:pt idx="2114">
                  <c:v>1.862368106842041</c:v>
                </c:pt>
                <c:pt idx="2115">
                  <c:v>1.864107847213745</c:v>
                </c:pt>
                <c:pt idx="2116">
                  <c:v>1.864107847213745</c:v>
                </c:pt>
                <c:pt idx="2117">
                  <c:v>1.864149332046509</c:v>
                </c:pt>
                <c:pt idx="2118">
                  <c:v>1.864149332046509</c:v>
                </c:pt>
                <c:pt idx="2119">
                  <c:v>1.870304107666016</c:v>
                </c:pt>
                <c:pt idx="2120">
                  <c:v>1.870304107666016</c:v>
                </c:pt>
                <c:pt idx="2121">
                  <c:v>1.880210399627686</c:v>
                </c:pt>
                <c:pt idx="2122">
                  <c:v>1.880210399627686</c:v>
                </c:pt>
                <c:pt idx="2123">
                  <c:v>1.888030290603638</c:v>
                </c:pt>
                <c:pt idx="2124">
                  <c:v>1.888030290603638</c:v>
                </c:pt>
                <c:pt idx="2125">
                  <c:v>2</c:v>
                </c:pt>
              </c:numCache>
            </c:numRef>
          </c:xVal>
          <c:yVal>
            <c:numRef>
              <c:f>'Data'!$D$2:$D$2127</c:f>
              <c:numCache>
                <c:formatCode>0</c:formatCode>
                <c:ptCount val="2126"/>
                <c:pt idx="0">
                  <c:v>0</c:v>
                </c:pt>
                <c:pt idx="1">
                  <c:v>0</c:v>
                </c:pt>
                <c:pt idx="2">
                  <c:v>0.09398496240601503</c:v>
                </c:pt>
                <c:pt idx="3">
                  <c:v>0.09398496240601503</c:v>
                </c:pt>
                <c:pt idx="4">
                  <c:v>0.1879699248120301</c:v>
                </c:pt>
                <c:pt idx="5">
                  <c:v>0.1879699248120301</c:v>
                </c:pt>
                <c:pt idx="6">
                  <c:v>0.2819548872180451</c:v>
                </c:pt>
                <c:pt idx="7">
                  <c:v>0.2819548872180451</c:v>
                </c:pt>
                <c:pt idx="8">
                  <c:v>0.3759398496240601</c:v>
                </c:pt>
                <c:pt idx="9">
                  <c:v>0.3759398496240601</c:v>
                </c:pt>
                <c:pt idx="10">
                  <c:v>0.4699248120300752</c:v>
                </c:pt>
                <c:pt idx="11">
                  <c:v>0.4699248120300752</c:v>
                </c:pt>
                <c:pt idx="12">
                  <c:v>0.5639097744360901</c:v>
                </c:pt>
                <c:pt idx="13">
                  <c:v>0.5639097744360901</c:v>
                </c:pt>
                <c:pt idx="14">
                  <c:v>0.6578947368421052</c:v>
                </c:pt>
                <c:pt idx="15">
                  <c:v>0.6578947368421052</c:v>
                </c:pt>
                <c:pt idx="16">
                  <c:v>0.7518796992481203</c:v>
                </c:pt>
                <c:pt idx="17">
                  <c:v>0.7518796992481203</c:v>
                </c:pt>
                <c:pt idx="18">
                  <c:v>0.8458646616541353</c:v>
                </c:pt>
                <c:pt idx="19">
                  <c:v>0.8458646616541353</c:v>
                </c:pt>
                <c:pt idx="20">
                  <c:v>0.9398496240601504</c:v>
                </c:pt>
                <c:pt idx="21">
                  <c:v>0.9398496240601504</c:v>
                </c:pt>
                <c:pt idx="22">
                  <c:v>1.033834586466165</c:v>
                </c:pt>
                <c:pt idx="23">
                  <c:v>1.033834586466165</c:v>
                </c:pt>
                <c:pt idx="24">
                  <c:v>1.12781954887218</c:v>
                </c:pt>
                <c:pt idx="25">
                  <c:v>1.12781954887218</c:v>
                </c:pt>
                <c:pt idx="26">
                  <c:v>1.221804511278195</c:v>
                </c:pt>
                <c:pt idx="27">
                  <c:v>1.221804511278195</c:v>
                </c:pt>
                <c:pt idx="28">
                  <c:v>1.31578947368421</c:v>
                </c:pt>
                <c:pt idx="29">
                  <c:v>1.31578947368421</c:v>
                </c:pt>
                <c:pt idx="30">
                  <c:v>1.409774436090226</c:v>
                </c:pt>
                <c:pt idx="31">
                  <c:v>1.409774436090226</c:v>
                </c:pt>
                <c:pt idx="32">
                  <c:v>1.503759398496241</c:v>
                </c:pt>
                <c:pt idx="33">
                  <c:v>1.503759398496241</c:v>
                </c:pt>
                <c:pt idx="34">
                  <c:v>1.597744360902255</c:v>
                </c:pt>
                <c:pt idx="35">
                  <c:v>1.597744360902255</c:v>
                </c:pt>
                <c:pt idx="36">
                  <c:v>1.691729323308271</c:v>
                </c:pt>
                <c:pt idx="37">
                  <c:v>1.691729323308271</c:v>
                </c:pt>
                <c:pt idx="38">
                  <c:v>1.785714285714286</c:v>
                </c:pt>
                <c:pt idx="39">
                  <c:v>1.785714285714286</c:v>
                </c:pt>
                <c:pt idx="40">
                  <c:v>1.879699248120301</c:v>
                </c:pt>
                <c:pt idx="41">
                  <c:v>1.879699248120301</c:v>
                </c:pt>
                <c:pt idx="42">
                  <c:v>1.973684210526316</c:v>
                </c:pt>
                <c:pt idx="43">
                  <c:v>1.973684210526316</c:v>
                </c:pt>
                <c:pt idx="44">
                  <c:v>2.067669172932331</c:v>
                </c:pt>
                <c:pt idx="45">
                  <c:v>2.067669172932331</c:v>
                </c:pt>
                <c:pt idx="46">
                  <c:v>2.161654135338346</c:v>
                </c:pt>
                <c:pt idx="47">
                  <c:v>2.161654135338346</c:v>
                </c:pt>
                <c:pt idx="48">
                  <c:v>2.255639097744361</c:v>
                </c:pt>
                <c:pt idx="49">
                  <c:v>2.255639097744361</c:v>
                </c:pt>
                <c:pt idx="50">
                  <c:v>2.349624060150376</c:v>
                </c:pt>
                <c:pt idx="51">
                  <c:v>2.349624060150376</c:v>
                </c:pt>
                <c:pt idx="52">
                  <c:v>2.443609022556391</c:v>
                </c:pt>
                <c:pt idx="53">
                  <c:v>2.443609022556391</c:v>
                </c:pt>
                <c:pt idx="54">
                  <c:v>2.537593984962406</c:v>
                </c:pt>
                <c:pt idx="55">
                  <c:v>2.537593984962406</c:v>
                </c:pt>
                <c:pt idx="56">
                  <c:v>2.631578947368421</c:v>
                </c:pt>
                <c:pt idx="57">
                  <c:v>2.631578947368421</c:v>
                </c:pt>
                <c:pt idx="58">
                  <c:v>2.725563909774436</c:v>
                </c:pt>
                <c:pt idx="59">
                  <c:v>2.725563909774436</c:v>
                </c:pt>
                <c:pt idx="60">
                  <c:v>2.819548872180451</c:v>
                </c:pt>
                <c:pt idx="61">
                  <c:v>2.819548872180451</c:v>
                </c:pt>
                <c:pt idx="62">
                  <c:v>2.913533834586466</c:v>
                </c:pt>
                <c:pt idx="63">
                  <c:v>2.913533834586466</c:v>
                </c:pt>
                <c:pt idx="64">
                  <c:v>3.007518796992481</c:v>
                </c:pt>
                <c:pt idx="65">
                  <c:v>3.007518796992481</c:v>
                </c:pt>
                <c:pt idx="66">
                  <c:v>3.101503759398496</c:v>
                </c:pt>
                <c:pt idx="67">
                  <c:v>3.101503759398496</c:v>
                </c:pt>
                <c:pt idx="68">
                  <c:v>3.195488721804511</c:v>
                </c:pt>
                <c:pt idx="69">
                  <c:v>3.195488721804511</c:v>
                </c:pt>
                <c:pt idx="70">
                  <c:v>3.289473684210526</c:v>
                </c:pt>
                <c:pt idx="71">
                  <c:v>3.289473684210526</c:v>
                </c:pt>
                <c:pt idx="72">
                  <c:v>3.383458646616541</c:v>
                </c:pt>
                <c:pt idx="73">
                  <c:v>3.383458646616541</c:v>
                </c:pt>
                <c:pt idx="74">
                  <c:v>3.477443609022556</c:v>
                </c:pt>
                <c:pt idx="75">
                  <c:v>3.477443609022556</c:v>
                </c:pt>
                <c:pt idx="76">
                  <c:v>3.571428571428571</c:v>
                </c:pt>
                <c:pt idx="77">
                  <c:v>3.571428571428571</c:v>
                </c:pt>
                <c:pt idx="78">
                  <c:v>3.665413533834586</c:v>
                </c:pt>
                <c:pt idx="79">
                  <c:v>3.665413533834586</c:v>
                </c:pt>
                <c:pt idx="80">
                  <c:v>3.759398496240602</c:v>
                </c:pt>
                <c:pt idx="81">
                  <c:v>3.759398496240602</c:v>
                </c:pt>
                <c:pt idx="82">
                  <c:v>3.853383458646616</c:v>
                </c:pt>
                <c:pt idx="83">
                  <c:v>3.853383458646616</c:v>
                </c:pt>
                <c:pt idx="84">
                  <c:v>3.947368421052631</c:v>
                </c:pt>
                <c:pt idx="85">
                  <c:v>3.947368421052631</c:v>
                </c:pt>
                <c:pt idx="86">
                  <c:v>4.041353383458646</c:v>
                </c:pt>
                <c:pt idx="87">
                  <c:v>4.041353383458646</c:v>
                </c:pt>
                <c:pt idx="88">
                  <c:v>4.135338345864661</c:v>
                </c:pt>
                <c:pt idx="89">
                  <c:v>4.135338345864661</c:v>
                </c:pt>
                <c:pt idx="90">
                  <c:v>4.229323308270676</c:v>
                </c:pt>
                <c:pt idx="91">
                  <c:v>4.229323308270676</c:v>
                </c:pt>
                <c:pt idx="92">
                  <c:v>4.323308270676692</c:v>
                </c:pt>
                <c:pt idx="93">
                  <c:v>4.323308270676692</c:v>
                </c:pt>
                <c:pt idx="94">
                  <c:v>4.417293233082707</c:v>
                </c:pt>
                <c:pt idx="95">
                  <c:v>4.417293233082707</c:v>
                </c:pt>
                <c:pt idx="96">
                  <c:v>4.511278195488721</c:v>
                </c:pt>
                <c:pt idx="97">
                  <c:v>4.511278195488721</c:v>
                </c:pt>
                <c:pt idx="98">
                  <c:v>4.605263157894736</c:v>
                </c:pt>
                <c:pt idx="99">
                  <c:v>4.605263157894736</c:v>
                </c:pt>
                <c:pt idx="100">
                  <c:v>4.699248120300751</c:v>
                </c:pt>
                <c:pt idx="101">
                  <c:v>4.699248120300751</c:v>
                </c:pt>
                <c:pt idx="102">
                  <c:v>4.793233082706767</c:v>
                </c:pt>
                <c:pt idx="103">
                  <c:v>4.793233082706767</c:v>
                </c:pt>
                <c:pt idx="104">
                  <c:v>4.887218045112782</c:v>
                </c:pt>
                <c:pt idx="105">
                  <c:v>4.887218045112782</c:v>
                </c:pt>
                <c:pt idx="106">
                  <c:v>4.981203007518797</c:v>
                </c:pt>
                <c:pt idx="107">
                  <c:v>4.981203007518797</c:v>
                </c:pt>
                <c:pt idx="108">
                  <c:v>5.075187969924812</c:v>
                </c:pt>
                <c:pt idx="109">
                  <c:v>5.075187969924812</c:v>
                </c:pt>
                <c:pt idx="110">
                  <c:v>5.169172932330826</c:v>
                </c:pt>
                <c:pt idx="111">
                  <c:v>5.169172932330826</c:v>
                </c:pt>
                <c:pt idx="112">
                  <c:v>5.263157894736842</c:v>
                </c:pt>
                <c:pt idx="113">
                  <c:v>5.263157894736842</c:v>
                </c:pt>
                <c:pt idx="114">
                  <c:v>5.357142857142857</c:v>
                </c:pt>
                <c:pt idx="115">
                  <c:v>5.357142857142857</c:v>
                </c:pt>
                <c:pt idx="116">
                  <c:v>5.451127819548872</c:v>
                </c:pt>
                <c:pt idx="117">
                  <c:v>5.451127819548872</c:v>
                </c:pt>
                <c:pt idx="118">
                  <c:v>5.545112781954887</c:v>
                </c:pt>
                <c:pt idx="119">
                  <c:v>5.545112781954887</c:v>
                </c:pt>
                <c:pt idx="120">
                  <c:v>5.639097744360902</c:v>
                </c:pt>
                <c:pt idx="121">
                  <c:v>5.639097744360902</c:v>
                </c:pt>
                <c:pt idx="122">
                  <c:v>5.733082706766917</c:v>
                </c:pt>
                <c:pt idx="123">
                  <c:v>5.733082706766917</c:v>
                </c:pt>
                <c:pt idx="124">
                  <c:v>5.827067669172932</c:v>
                </c:pt>
                <c:pt idx="125">
                  <c:v>5.827067669172932</c:v>
                </c:pt>
                <c:pt idx="126">
                  <c:v>5.921052631578947</c:v>
                </c:pt>
                <c:pt idx="127">
                  <c:v>5.921052631578947</c:v>
                </c:pt>
                <c:pt idx="128">
                  <c:v>6.015037593984962</c:v>
                </c:pt>
                <c:pt idx="129">
                  <c:v>6.015037593984962</c:v>
                </c:pt>
                <c:pt idx="130">
                  <c:v>6.109022556390977</c:v>
                </c:pt>
                <c:pt idx="131">
                  <c:v>6.109022556390977</c:v>
                </c:pt>
                <c:pt idx="132">
                  <c:v>6.203007518796992</c:v>
                </c:pt>
                <c:pt idx="133">
                  <c:v>6.203007518796992</c:v>
                </c:pt>
                <c:pt idx="134">
                  <c:v>6.296992481203008</c:v>
                </c:pt>
                <c:pt idx="135">
                  <c:v>6.296992481203008</c:v>
                </c:pt>
                <c:pt idx="136">
                  <c:v>6.390977443609022</c:v>
                </c:pt>
                <c:pt idx="137">
                  <c:v>6.390977443609022</c:v>
                </c:pt>
                <c:pt idx="138">
                  <c:v>6.484962406015038</c:v>
                </c:pt>
                <c:pt idx="139">
                  <c:v>6.484962406015038</c:v>
                </c:pt>
                <c:pt idx="140">
                  <c:v>6.578947368421052</c:v>
                </c:pt>
                <c:pt idx="141">
                  <c:v>6.578947368421052</c:v>
                </c:pt>
                <c:pt idx="142">
                  <c:v>6.672932330827068</c:v>
                </c:pt>
                <c:pt idx="143">
                  <c:v>6.672932330827068</c:v>
                </c:pt>
                <c:pt idx="144">
                  <c:v>6.766917293233083</c:v>
                </c:pt>
                <c:pt idx="145">
                  <c:v>6.766917293233083</c:v>
                </c:pt>
                <c:pt idx="146">
                  <c:v>6.860902255639098</c:v>
                </c:pt>
                <c:pt idx="147">
                  <c:v>6.860902255639098</c:v>
                </c:pt>
                <c:pt idx="148">
                  <c:v>6.954887218045112</c:v>
                </c:pt>
                <c:pt idx="149">
                  <c:v>6.954887218045112</c:v>
                </c:pt>
                <c:pt idx="150">
                  <c:v>7.048872180451128</c:v>
                </c:pt>
                <c:pt idx="151">
                  <c:v>7.048872180451128</c:v>
                </c:pt>
                <c:pt idx="152">
                  <c:v>7.142857142857142</c:v>
                </c:pt>
                <c:pt idx="153">
                  <c:v>7.142857142857142</c:v>
                </c:pt>
                <c:pt idx="154">
                  <c:v>7.236842105263158</c:v>
                </c:pt>
                <c:pt idx="155">
                  <c:v>7.236842105263158</c:v>
                </c:pt>
                <c:pt idx="156">
                  <c:v>7.330827067669173</c:v>
                </c:pt>
                <c:pt idx="157">
                  <c:v>7.330827067669173</c:v>
                </c:pt>
                <c:pt idx="158">
                  <c:v>7.424812030075188</c:v>
                </c:pt>
                <c:pt idx="159">
                  <c:v>7.424812030075188</c:v>
                </c:pt>
                <c:pt idx="160">
                  <c:v>7.518796992481203</c:v>
                </c:pt>
                <c:pt idx="161">
                  <c:v>7.518796992481203</c:v>
                </c:pt>
                <c:pt idx="162">
                  <c:v>7.612781954887218</c:v>
                </c:pt>
                <c:pt idx="163">
                  <c:v>7.612781954887218</c:v>
                </c:pt>
                <c:pt idx="164">
                  <c:v>7.706766917293232</c:v>
                </c:pt>
                <c:pt idx="165">
                  <c:v>7.706766917293232</c:v>
                </c:pt>
                <c:pt idx="166">
                  <c:v>7.800751879699249</c:v>
                </c:pt>
                <c:pt idx="167">
                  <c:v>7.800751879699249</c:v>
                </c:pt>
                <c:pt idx="168">
                  <c:v>7.894736842105263</c:v>
                </c:pt>
                <c:pt idx="169">
                  <c:v>7.894736842105263</c:v>
                </c:pt>
                <c:pt idx="170">
                  <c:v>7.988721804511279</c:v>
                </c:pt>
                <c:pt idx="171">
                  <c:v>7.988721804511279</c:v>
                </c:pt>
                <c:pt idx="172">
                  <c:v>8.082706766917292</c:v>
                </c:pt>
                <c:pt idx="173">
                  <c:v>8.082706766917292</c:v>
                </c:pt>
                <c:pt idx="174">
                  <c:v>8.176691729323309</c:v>
                </c:pt>
                <c:pt idx="175">
                  <c:v>8.176691729323309</c:v>
                </c:pt>
                <c:pt idx="176">
                  <c:v>8.270676691729323</c:v>
                </c:pt>
                <c:pt idx="177">
                  <c:v>8.270676691729323</c:v>
                </c:pt>
                <c:pt idx="178">
                  <c:v>8.364661654135338</c:v>
                </c:pt>
                <c:pt idx="179">
                  <c:v>8.364661654135338</c:v>
                </c:pt>
                <c:pt idx="180">
                  <c:v>8.458646616541353</c:v>
                </c:pt>
                <c:pt idx="181">
                  <c:v>8.458646616541353</c:v>
                </c:pt>
                <c:pt idx="182">
                  <c:v>8.552631578947368</c:v>
                </c:pt>
                <c:pt idx="183">
                  <c:v>8.552631578947368</c:v>
                </c:pt>
                <c:pt idx="184">
                  <c:v>8.646616541353383</c:v>
                </c:pt>
                <c:pt idx="185">
                  <c:v>8.646616541353383</c:v>
                </c:pt>
                <c:pt idx="186">
                  <c:v>8.740601503759398</c:v>
                </c:pt>
                <c:pt idx="187">
                  <c:v>8.740601503759398</c:v>
                </c:pt>
                <c:pt idx="188">
                  <c:v>8.834586466165414</c:v>
                </c:pt>
                <c:pt idx="189">
                  <c:v>8.834586466165414</c:v>
                </c:pt>
                <c:pt idx="190">
                  <c:v>8.928571428571429</c:v>
                </c:pt>
                <c:pt idx="191">
                  <c:v>8.928571428571429</c:v>
                </c:pt>
                <c:pt idx="192">
                  <c:v>9.022556390977442</c:v>
                </c:pt>
                <c:pt idx="193">
                  <c:v>9.022556390977442</c:v>
                </c:pt>
                <c:pt idx="194">
                  <c:v>9.116541353383459</c:v>
                </c:pt>
                <c:pt idx="195">
                  <c:v>9.116541353383459</c:v>
                </c:pt>
                <c:pt idx="196">
                  <c:v>9.210526315789473</c:v>
                </c:pt>
                <c:pt idx="197">
                  <c:v>9.210526315789473</c:v>
                </c:pt>
                <c:pt idx="198">
                  <c:v>9.30451127819549</c:v>
                </c:pt>
                <c:pt idx="199">
                  <c:v>9.30451127819549</c:v>
                </c:pt>
                <c:pt idx="200">
                  <c:v>9.398496240601503</c:v>
                </c:pt>
                <c:pt idx="201">
                  <c:v>9.398496240601503</c:v>
                </c:pt>
                <c:pt idx="202">
                  <c:v>9.492481203007518</c:v>
                </c:pt>
                <c:pt idx="203">
                  <c:v>9.492481203007518</c:v>
                </c:pt>
                <c:pt idx="204">
                  <c:v>9.586466165413533</c:v>
                </c:pt>
                <c:pt idx="205">
                  <c:v>9.586466165413533</c:v>
                </c:pt>
                <c:pt idx="206">
                  <c:v>9.680451127819548</c:v>
                </c:pt>
                <c:pt idx="207">
                  <c:v>9.680451127819548</c:v>
                </c:pt>
                <c:pt idx="208">
                  <c:v>9.774436090225564</c:v>
                </c:pt>
                <c:pt idx="209">
                  <c:v>9.774436090225564</c:v>
                </c:pt>
                <c:pt idx="210">
                  <c:v>9.868421052631579</c:v>
                </c:pt>
                <c:pt idx="211">
                  <c:v>9.868421052631579</c:v>
                </c:pt>
                <c:pt idx="212">
                  <c:v>9.962406015037594</c:v>
                </c:pt>
                <c:pt idx="213">
                  <c:v>9.962406015037594</c:v>
                </c:pt>
                <c:pt idx="214">
                  <c:v>10.05639097744361</c:v>
                </c:pt>
                <c:pt idx="215">
                  <c:v>10.05639097744361</c:v>
                </c:pt>
                <c:pt idx="216">
                  <c:v>10.15037593984962</c:v>
                </c:pt>
                <c:pt idx="217">
                  <c:v>10.15037593984962</c:v>
                </c:pt>
                <c:pt idx="218">
                  <c:v>10.24436090225564</c:v>
                </c:pt>
                <c:pt idx="219">
                  <c:v>10.24436090225564</c:v>
                </c:pt>
                <c:pt idx="220">
                  <c:v>10.33834586466165</c:v>
                </c:pt>
                <c:pt idx="221">
                  <c:v>10.33834586466165</c:v>
                </c:pt>
                <c:pt idx="222">
                  <c:v>10.43233082706767</c:v>
                </c:pt>
                <c:pt idx="223">
                  <c:v>10.43233082706767</c:v>
                </c:pt>
                <c:pt idx="224">
                  <c:v>10.52631578947368</c:v>
                </c:pt>
                <c:pt idx="225">
                  <c:v>10.52631578947368</c:v>
                </c:pt>
                <c:pt idx="226">
                  <c:v>10.6203007518797</c:v>
                </c:pt>
                <c:pt idx="227">
                  <c:v>10.6203007518797</c:v>
                </c:pt>
                <c:pt idx="228">
                  <c:v>10.71428571428571</c:v>
                </c:pt>
                <c:pt idx="229">
                  <c:v>10.71428571428571</c:v>
                </c:pt>
                <c:pt idx="230">
                  <c:v>10.80827067669173</c:v>
                </c:pt>
                <c:pt idx="231">
                  <c:v>10.80827067669173</c:v>
                </c:pt>
                <c:pt idx="232">
                  <c:v>10.90225563909774</c:v>
                </c:pt>
                <c:pt idx="233">
                  <c:v>10.90225563909774</c:v>
                </c:pt>
                <c:pt idx="234">
                  <c:v>10.99624060150376</c:v>
                </c:pt>
                <c:pt idx="235">
                  <c:v>10.99624060150376</c:v>
                </c:pt>
                <c:pt idx="236">
                  <c:v>11.09022556390977</c:v>
                </c:pt>
                <c:pt idx="237">
                  <c:v>11.09022556390977</c:v>
                </c:pt>
                <c:pt idx="238">
                  <c:v>11.18421052631579</c:v>
                </c:pt>
                <c:pt idx="239">
                  <c:v>11.18421052631579</c:v>
                </c:pt>
                <c:pt idx="240">
                  <c:v>11.2781954887218</c:v>
                </c:pt>
                <c:pt idx="241">
                  <c:v>11.2781954887218</c:v>
                </c:pt>
                <c:pt idx="242">
                  <c:v>11.37218045112782</c:v>
                </c:pt>
                <c:pt idx="243">
                  <c:v>11.37218045112782</c:v>
                </c:pt>
                <c:pt idx="244">
                  <c:v>11.46616541353383</c:v>
                </c:pt>
                <c:pt idx="245">
                  <c:v>11.46616541353383</c:v>
                </c:pt>
                <c:pt idx="246">
                  <c:v>11.56015037593985</c:v>
                </c:pt>
                <c:pt idx="247">
                  <c:v>11.56015037593985</c:v>
                </c:pt>
                <c:pt idx="248">
                  <c:v>11.65413533834586</c:v>
                </c:pt>
                <c:pt idx="249">
                  <c:v>11.65413533834586</c:v>
                </c:pt>
                <c:pt idx="250">
                  <c:v>11.74812030075188</c:v>
                </c:pt>
                <c:pt idx="251">
                  <c:v>11.74812030075188</c:v>
                </c:pt>
                <c:pt idx="252">
                  <c:v>11.84210526315789</c:v>
                </c:pt>
                <c:pt idx="253">
                  <c:v>11.84210526315789</c:v>
                </c:pt>
                <c:pt idx="254">
                  <c:v>11.93609022556391</c:v>
                </c:pt>
                <c:pt idx="255">
                  <c:v>11.93609022556391</c:v>
                </c:pt>
                <c:pt idx="256">
                  <c:v>12.03007518796992</c:v>
                </c:pt>
                <c:pt idx="257">
                  <c:v>12.03007518796992</c:v>
                </c:pt>
                <c:pt idx="258">
                  <c:v>12.12406015037594</c:v>
                </c:pt>
                <c:pt idx="259">
                  <c:v>12.12406015037594</c:v>
                </c:pt>
                <c:pt idx="260">
                  <c:v>12.21804511278195</c:v>
                </c:pt>
                <c:pt idx="261">
                  <c:v>12.21804511278195</c:v>
                </c:pt>
                <c:pt idx="262">
                  <c:v>12.31203007518797</c:v>
                </c:pt>
                <c:pt idx="263">
                  <c:v>12.31203007518797</c:v>
                </c:pt>
                <c:pt idx="264">
                  <c:v>12.40601503759398</c:v>
                </c:pt>
                <c:pt idx="265">
                  <c:v>12.40601503759398</c:v>
                </c:pt>
                <c:pt idx="266">
                  <c:v>12.5</c:v>
                </c:pt>
                <c:pt idx="267">
                  <c:v>12.5</c:v>
                </c:pt>
                <c:pt idx="268">
                  <c:v>12.59398496240602</c:v>
                </c:pt>
                <c:pt idx="269">
                  <c:v>12.59398496240602</c:v>
                </c:pt>
                <c:pt idx="270">
                  <c:v>12.68796992481203</c:v>
                </c:pt>
                <c:pt idx="271">
                  <c:v>12.68796992481203</c:v>
                </c:pt>
                <c:pt idx="272">
                  <c:v>12.78195488721804</c:v>
                </c:pt>
                <c:pt idx="273">
                  <c:v>12.78195488721804</c:v>
                </c:pt>
                <c:pt idx="274">
                  <c:v>12.87593984962406</c:v>
                </c:pt>
                <c:pt idx="275">
                  <c:v>12.87593984962406</c:v>
                </c:pt>
                <c:pt idx="276">
                  <c:v>12.96992481203008</c:v>
                </c:pt>
                <c:pt idx="277">
                  <c:v>12.96992481203008</c:v>
                </c:pt>
                <c:pt idx="278">
                  <c:v>13.06390977443609</c:v>
                </c:pt>
                <c:pt idx="279">
                  <c:v>13.06390977443609</c:v>
                </c:pt>
                <c:pt idx="280">
                  <c:v>13.1578947368421</c:v>
                </c:pt>
                <c:pt idx="281">
                  <c:v>13.1578947368421</c:v>
                </c:pt>
                <c:pt idx="282">
                  <c:v>13.25187969924812</c:v>
                </c:pt>
                <c:pt idx="283">
                  <c:v>13.25187969924812</c:v>
                </c:pt>
                <c:pt idx="284">
                  <c:v>13.34586466165414</c:v>
                </c:pt>
                <c:pt idx="285">
                  <c:v>13.34586466165414</c:v>
                </c:pt>
                <c:pt idx="286">
                  <c:v>13.43984962406015</c:v>
                </c:pt>
                <c:pt idx="287">
                  <c:v>13.43984962406015</c:v>
                </c:pt>
                <c:pt idx="288">
                  <c:v>13.53383458646617</c:v>
                </c:pt>
                <c:pt idx="289">
                  <c:v>13.53383458646617</c:v>
                </c:pt>
                <c:pt idx="290">
                  <c:v>13.62781954887218</c:v>
                </c:pt>
                <c:pt idx="291">
                  <c:v>13.62781954887218</c:v>
                </c:pt>
                <c:pt idx="292">
                  <c:v>13.7218045112782</c:v>
                </c:pt>
                <c:pt idx="293">
                  <c:v>13.7218045112782</c:v>
                </c:pt>
                <c:pt idx="294">
                  <c:v>13.81578947368421</c:v>
                </c:pt>
                <c:pt idx="295">
                  <c:v>13.81578947368421</c:v>
                </c:pt>
                <c:pt idx="296">
                  <c:v>13.90977443609022</c:v>
                </c:pt>
                <c:pt idx="297">
                  <c:v>13.90977443609022</c:v>
                </c:pt>
                <c:pt idx="298">
                  <c:v>14.00375939849624</c:v>
                </c:pt>
                <c:pt idx="299">
                  <c:v>14.00375939849624</c:v>
                </c:pt>
                <c:pt idx="300">
                  <c:v>14.09774436090226</c:v>
                </c:pt>
                <c:pt idx="301">
                  <c:v>14.09774436090226</c:v>
                </c:pt>
                <c:pt idx="302">
                  <c:v>14.19172932330827</c:v>
                </c:pt>
                <c:pt idx="303">
                  <c:v>14.19172932330827</c:v>
                </c:pt>
                <c:pt idx="304">
                  <c:v>14.28571428571428</c:v>
                </c:pt>
                <c:pt idx="305">
                  <c:v>14.28571428571428</c:v>
                </c:pt>
                <c:pt idx="306">
                  <c:v>14.3796992481203</c:v>
                </c:pt>
                <c:pt idx="307">
                  <c:v>14.3796992481203</c:v>
                </c:pt>
                <c:pt idx="308">
                  <c:v>14.47368421052632</c:v>
                </c:pt>
                <c:pt idx="309">
                  <c:v>14.47368421052632</c:v>
                </c:pt>
                <c:pt idx="310">
                  <c:v>14.56766917293233</c:v>
                </c:pt>
                <c:pt idx="311">
                  <c:v>14.56766917293233</c:v>
                </c:pt>
                <c:pt idx="312">
                  <c:v>14.66165413533835</c:v>
                </c:pt>
                <c:pt idx="313">
                  <c:v>14.66165413533835</c:v>
                </c:pt>
                <c:pt idx="314">
                  <c:v>14.75563909774436</c:v>
                </c:pt>
                <c:pt idx="315">
                  <c:v>14.75563909774436</c:v>
                </c:pt>
                <c:pt idx="316">
                  <c:v>14.84962406015038</c:v>
                </c:pt>
                <c:pt idx="317">
                  <c:v>14.84962406015038</c:v>
                </c:pt>
                <c:pt idx="318">
                  <c:v>14.94360902255639</c:v>
                </c:pt>
                <c:pt idx="319">
                  <c:v>14.94360902255639</c:v>
                </c:pt>
                <c:pt idx="320">
                  <c:v>15.03759398496241</c:v>
                </c:pt>
                <c:pt idx="321">
                  <c:v>15.03759398496241</c:v>
                </c:pt>
                <c:pt idx="322">
                  <c:v>15.13157894736842</c:v>
                </c:pt>
                <c:pt idx="323">
                  <c:v>15.13157894736842</c:v>
                </c:pt>
                <c:pt idx="324">
                  <c:v>15.22556390977444</c:v>
                </c:pt>
                <c:pt idx="325">
                  <c:v>15.22556390977444</c:v>
                </c:pt>
                <c:pt idx="326">
                  <c:v>15.31954887218045</c:v>
                </c:pt>
                <c:pt idx="327">
                  <c:v>15.31954887218045</c:v>
                </c:pt>
                <c:pt idx="328">
                  <c:v>15.41353383458646</c:v>
                </c:pt>
                <c:pt idx="329">
                  <c:v>15.41353383458646</c:v>
                </c:pt>
                <c:pt idx="330">
                  <c:v>15.50751879699248</c:v>
                </c:pt>
                <c:pt idx="331">
                  <c:v>15.50751879699248</c:v>
                </c:pt>
                <c:pt idx="332">
                  <c:v>15.6015037593985</c:v>
                </c:pt>
                <c:pt idx="333">
                  <c:v>15.6015037593985</c:v>
                </c:pt>
                <c:pt idx="334">
                  <c:v>15.69548872180451</c:v>
                </c:pt>
                <c:pt idx="335">
                  <c:v>15.69548872180451</c:v>
                </c:pt>
                <c:pt idx="336">
                  <c:v>15.78947368421053</c:v>
                </c:pt>
                <c:pt idx="337">
                  <c:v>15.78947368421053</c:v>
                </c:pt>
                <c:pt idx="338">
                  <c:v>15.88345864661654</c:v>
                </c:pt>
                <c:pt idx="339">
                  <c:v>15.88345864661654</c:v>
                </c:pt>
                <c:pt idx="340">
                  <c:v>15.97744360902256</c:v>
                </c:pt>
                <c:pt idx="341">
                  <c:v>15.97744360902256</c:v>
                </c:pt>
                <c:pt idx="342">
                  <c:v>16.07142857142857</c:v>
                </c:pt>
                <c:pt idx="343">
                  <c:v>16.07142857142857</c:v>
                </c:pt>
                <c:pt idx="344">
                  <c:v>16.16541353383458</c:v>
                </c:pt>
                <c:pt idx="345">
                  <c:v>16.16541353383458</c:v>
                </c:pt>
                <c:pt idx="346">
                  <c:v>16.2593984962406</c:v>
                </c:pt>
                <c:pt idx="347">
                  <c:v>16.2593984962406</c:v>
                </c:pt>
                <c:pt idx="348">
                  <c:v>16.35338345864662</c:v>
                </c:pt>
                <c:pt idx="349">
                  <c:v>16.35338345864662</c:v>
                </c:pt>
                <c:pt idx="350">
                  <c:v>16.44736842105263</c:v>
                </c:pt>
                <c:pt idx="351">
                  <c:v>16.44736842105263</c:v>
                </c:pt>
                <c:pt idx="352">
                  <c:v>16.54135338345865</c:v>
                </c:pt>
                <c:pt idx="353">
                  <c:v>16.54135338345865</c:v>
                </c:pt>
                <c:pt idx="354">
                  <c:v>16.63533834586466</c:v>
                </c:pt>
                <c:pt idx="355">
                  <c:v>16.63533834586466</c:v>
                </c:pt>
                <c:pt idx="356">
                  <c:v>16.72932330827068</c:v>
                </c:pt>
                <c:pt idx="357">
                  <c:v>16.72932330827068</c:v>
                </c:pt>
                <c:pt idx="358">
                  <c:v>16.82330827067669</c:v>
                </c:pt>
                <c:pt idx="359">
                  <c:v>16.82330827067669</c:v>
                </c:pt>
                <c:pt idx="360">
                  <c:v>16.91729323308271</c:v>
                </c:pt>
                <c:pt idx="361">
                  <c:v>16.91729323308271</c:v>
                </c:pt>
                <c:pt idx="362">
                  <c:v>17.01127819548872</c:v>
                </c:pt>
                <c:pt idx="363">
                  <c:v>17.01127819548872</c:v>
                </c:pt>
                <c:pt idx="364">
                  <c:v>17.10526315789474</c:v>
                </c:pt>
                <c:pt idx="365">
                  <c:v>17.10526315789474</c:v>
                </c:pt>
                <c:pt idx="366">
                  <c:v>17.19924812030075</c:v>
                </c:pt>
                <c:pt idx="367">
                  <c:v>17.19924812030075</c:v>
                </c:pt>
                <c:pt idx="368">
                  <c:v>17.29323308270677</c:v>
                </c:pt>
                <c:pt idx="369">
                  <c:v>17.29323308270677</c:v>
                </c:pt>
                <c:pt idx="370">
                  <c:v>17.38721804511278</c:v>
                </c:pt>
                <c:pt idx="371">
                  <c:v>17.38721804511278</c:v>
                </c:pt>
                <c:pt idx="372">
                  <c:v>17.4812030075188</c:v>
                </c:pt>
                <c:pt idx="373">
                  <c:v>17.4812030075188</c:v>
                </c:pt>
                <c:pt idx="374">
                  <c:v>17.57518796992481</c:v>
                </c:pt>
                <c:pt idx="375">
                  <c:v>17.57518796992481</c:v>
                </c:pt>
                <c:pt idx="376">
                  <c:v>17.66917293233083</c:v>
                </c:pt>
                <c:pt idx="377">
                  <c:v>17.66917293233083</c:v>
                </c:pt>
                <c:pt idx="378">
                  <c:v>17.76315789473684</c:v>
                </c:pt>
                <c:pt idx="379">
                  <c:v>17.76315789473684</c:v>
                </c:pt>
                <c:pt idx="380">
                  <c:v>17.85714285714286</c:v>
                </c:pt>
                <c:pt idx="381">
                  <c:v>17.85714285714286</c:v>
                </c:pt>
                <c:pt idx="382">
                  <c:v>17.95112781954887</c:v>
                </c:pt>
                <c:pt idx="383">
                  <c:v>17.95112781954887</c:v>
                </c:pt>
                <c:pt idx="384">
                  <c:v>18.04511278195488</c:v>
                </c:pt>
                <c:pt idx="385">
                  <c:v>18.04511278195488</c:v>
                </c:pt>
                <c:pt idx="386">
                  <c:v>18.1390977443609</c:v>
                </c:pt>
                <c:pt idx="387">
                  <c:v>18.1390977443609</c:v>
                </c:pt>
                <c:pt idx="388">
                  <c:v>18.23308270676692</c:v>
                </c:pt>
                <c:pt idx="389">
                  <c:v>18.23308270676692</c:v>
                </c:pt>
                <c:pt idx="390">
                  <c:v>18.32706766917293</c:v>
                </c:pt>
                <c:pt idx="391">
                  <c:v>18.32706766917293</c:v>
                </c:pt>
                <c:pt idx="392">
                  <c:v>18.42105263157895</c:v>
                </c:pt>
                <c:pt idx="393">
                  <c:v>18.42105263157895</c:v>
                </c:pt>
                <c:pt idx="394">
                  <c:v>18.51503759398496</c:v>
                </c:pt>
                <c:pt idx="395">
                  <c:v>18.51503759398496</c:v>
                </c:pt>
                <c:pt idx="396">
                  <c:v>18.60902255639098</c:v>
                </c:pt>
                <c:pt idx="397">
                  <c:v>18.60902255639098</c:v>
                </c:pt>
                <c:pt idx="398">
                  <c:v>18.70300751879699</c:v>
                </c:pt>
                <c:pt idx="399">
                  <c:v>18.70300751879699</c:v>
                </c:pt>
                <c:pt idx="400">
                  <c:v>18.79699248120301</c:v>
                </c:pt>
                <c:pt idx="401">
                  <c:v>18.79699248120301</c:v>
                </c:pt>
                <c:pt idx="402">
                  <c:v>18.89097744360902</c:v>
                </c:pt>
                <c:pt idx="403">
                  <c:v>18.89097744360902</c:v>
                </c:pt>
                <c:pt idx="404">
                  <c:v>18.98496240601504</c:v>
                </c:pt>
                <c:pt idx="405">
                  <c:v>18.98496240601504</c:v>
                </c:pt>
                <c:pt idx="406">
                  <c:v>19.07894736842105</c:v>
                </c:pt>
                <c:pt idx="407">
                  <c:v>19.07894736842105</c:v>
                </c:pt>
                <c:pt idx="408">
                  <c:v>19.17293233082707</c:v>
                </c:pt>
                <c:pt idx="409">
                  <c:v>19.17293233082707</c:v>
                </c:pt>
                <c:pt idx="410">
                  <c:v>19.26691729323308</c:v>
                </c:pt>
                <c:pt idx="411">
                  <c:v>19.26691729323308</c:v>
                </c:pt>
                <c:pt idx="412">
                  <c:v>19.3609022556391</c:v>
                </c:pt>
                <c:pt idx="413">
                  <c:v>19.3609022556391</c:v>
                </c:pt>
                <c:pt idx="414">
                  <c:v>19.45488721804512</c:v>
                </c:pt>
                <c:pt idx="415">
                  <c:v>19.45488721804512</c:v>
                </c:pt>
                <c:pt idx="416">
                  <c:v>19.54887218045113</c:v>
                </c:pt>
                <c:pt idx="417">
                  <c:v>19.54887218045113</c:v>
                </c:pt>
                <c:pt idx="418">
                  <c:v>19.64285714285714</c:v>
                </c:pt>
                <c:pt idx="419">
                  <c:v>19.64285714285714</c:v>
                </c:pt>
                <c:pt idx="420">
                  <c:v>19.73684210526316</c:v>
                </c:pt>
                <c:pt idx="421">
                  <c:v>19.73684210526316</c:v>
                </c:pt>
                <c:pt idx="422">
                  <c:v>19.83082706766917</c:v>
                </c:pt>
                <c:pt idx="423">
                  <c:v>19.83082706766917</c:v>
                </c:pt>
                <c:pt idx="424">
                  <c:v>19.92481203007519</c:v>
                </c:pt>
                <c:pt idx="425">
                  <c:v>19.92481203007519</c:v>
                </c:pt>
                <c:pt idx="426">
                  <c:v>20.0187969924812</c:v>
                </c:pt>
                <c:pt idx="427">
                  <c:v>20.0187969924812</c:v>
                </c:pt>
                <c:pt idx="428">
                  <c:v>20.11278195488722</c:v>
                </c:pt>
                <c:pt idx="429">
                  <c:v>20.11278195488722</c:v>
                </c:pt>
                <c:pt idx="430">
                  <c:v>20.20676691729323</c:v>
                </c:pt>
                <c:pt idx="431">
                  <c:v>20.20676691729323</c:v>
                </c:pt>
                <c:pt idx="432">
                  <c:v>20.30075187969925</c:v>
                </c:pt>
                <c:pt idx="433">
                  <c:v>20.30075187969925</c:v>
                </c:pt>
                <c:pt idx="434">
                  <c:v>20.39473684210526</c:v>
                </c:pt>
                <c:pt idx="435">
                  <c:v>20.39473684210526</c:v>
                </c:pt>
                <c:pt idx="436">
                  <c:v>20.48872180451128</c:v>
                </c:pt>
                <c:pt idx="437">
                  <c:v>20.48872180451128</c:v>
                </c:pt>
                <c:pt idx="438">
                  <c:v>20.58270676691729</c:v>
                </c:pt>
                <c:pt idx="439">
                  <c:v>20.58270676691729</c:v>
                </c:pt>
                <c:pt idx="440">
                  <c:v>20.67669172932331</c:v>
                </c:pt>
                <c:pt idx="441">
                  <c:v>20.67669172932331</c:v>
                </c:pt>
                <c:pt idx="442">
                  <c:v>20.77067669172932</c:v>
                </c:pt>
                <c:pt idx="443">
                  <c:v>20.77067669172932</c:v>
                </c:pt>
                <c:pt idx="444">
                  <c:v>20.86466165413534</c:v>
                </c:pt>
                <c:pt idx="445">
                  <c:v>20.86466165413534</c:v>
                </c:pt>
                <c:pt idx="446">
                  <c:v>20.95864661654135</c:v>
                </c:pt>
                <c:pt idx="447">
                  <c:v>20.95864661654135</c:v>
                </c:pt>
                <c:pt idx="448">
                  <c:v>21.05263157894737</c:v>
                </c:pt>
                <c:pt idx="449">
                  <c:v>21.05263157894737</c:v>
                </c:pt>
                <c:pt idx="450">
                  <c:v>21.14661654135338</c:v>
                </c:pt>
                <c:pt idx="451">
                  <c:v>21.14661654135338</c:v>
                </c:pt>
                <c:pt idx="452">
                  <c:v>21.2406015037594</c:v>
                </c:pt>
                <c:pt idx="453">
                  <c:v>21.2406015037594</c:v>
                </c:pt>
                <c:pt idx="454">
                  <c:v>21.33458646616542</c:v>
                </c:pt>
                <c:pt idx="455">
                  <c:v>21.33458646616542</c:v>
                </c:pt>
                <c:pt idx="456">
                  <c:v>21.42857142857143</c:v>
                </c:pt>
                <c:pt idx="457">
                  <c:v>21.42857142857143</c:v>
                </c:pt>
                <c:pt idx="458">
                  <c:v>21.52255639097744</c:v>
                </c:pt>
                <c:pt idx="459">
                  <c:v>21.52255639097744</c:v>
                </c:pt>
                <c:pt idx="460">
                  <c:v>21.61654135338346</c:v>
                </c:pt>
                <c:pt idx="461">
                  <c:v>21.61654135338346</c:v>
                </c:pt>
                <c:pt idx="462">
                  <c:v>21.71052631578948</c:v>
                </c:pt>
                <c:pt idx="463">
                  <c:v>21.71052631578948</c:v>
                </c:pt>
                <c:pt idx="464">
                  <c:v>21.80451127819549</c:v>
                </c:pt>
                <c:pt idx="465">
                  <c:v>21.80451127819549</c:v>
                </c:pt>
                <c:pt idx="466">
                  <c:v>21.8984962406015</c:v>
                </c:pt>
                <c:pt idx="467">
                  <c:v>21.8984962406015</c:v>
                </c:pt>
                <c:pt idx="468">
                  <c:v>21.99248120300752</c:v>
                </c:pt>
                <c:pt idx="469">
                  <c:v>21.99248120300752</c:v>
                </c:pt>
                <c:pt idx="470">
                  <c:v>22.08646616541353</c:v>
                </c:pt>
                <c:pt idx="471">
                  <c:v>22.08646616541353</c:v>
                </c:pt>
                <c:pt idx="472">
                  <c:v>22.18045112781955</c:v>
                </c:pt>
                <c:pt idx="473">
                  <c:v>22.18045112781955</c:v>
                </c:pt>
                <c:pt idx="474">
                  <c:v>22.27443609022556</c:v>
                </c:pt>
                <c:pt idx="475">
                  <c:v>22.27443609022556</c:v>
                </c:pt>
                <c:pt idx="476">
                  <c:v>22.36842105263158</c:v>
                </c:pt>
                <c:pt idx="477">
                  <c:v>22.36842105263158</c:v>
                </c:pt>
                <c:pt idx="478">
                  <c:v>22.46240601503759</c:v>
                </c:pt>
                <c:pt idx="479">
                  <c:v>22.46240601503759</c:v>
                </c:pt>
                <c:pt idx="480">
                  <c:v>22.55639097744361</c:v>
                </c:pt>
                <c:pt idx="481">
                  <c:v>22.55639097744361</c:v>
                </c:pt>
                <c:pt idx="482">
                  <c:v>22.65037593984962</c:v>
                </c:pt>
                <c:pt idx="483">
                  <c:v>22.65037593984962</c:v>
                </c:pt>
                <c:pt idx="484">
                  <c:v>22.74436090225564</c:v>
                </c:pt>
                <c:pt idx="485">
                  <c:v>22.74436090225564</c:v>
                </c:pt>
                <c:pt idx="486">
                  <c:v>22.83834586466165</c:v>
                </c:pt>
                <c:pt idx="487">
                  <c:v>22.83834586466165</c:v>
                </c:pt>
                <c:pt idx="488">
                  <c:v>22.93233082706767</c:v>
                </c:pt>
                <c:pt idx="489">
                  <c:v>22.93233082706767</c:v>
                </c:pt>
                <c:pt idx="490">
                  <c:v>23.02631578947368</c:v>
                </c:pt>
                <c:pt idx="491">
                  <c:v>23.02631578947368</c:v>
                </c:pt>
                <c:pt idx="492">
                  <c:v>23.1203007518797</c:v>
                </c:pt>
                <c:pt idx="493">
                  <c:v>23.1203007518797</c:v>
                </c:pt>
                <c:pt idx="494">
                  <c:v>23.21428571428572</c:v>
                </c:pt>
                <c:pt idx="495">
                  <c:v>23.21428571428572</c:v>
                </c:pt>
                <c:pt idx="496">
                  <c:v>23.30827067669173</c:v>
                </c:pt>
                <c:pt idx="497">
                  <c:v>23.30827067669173</c:v>
                </c:pt>
                <c:pt idx="498">
                  <c:v>23.40225563909774</c:v>
                </c:pt>
                <c:pt idx="499">
                  <c:v>23.40225563909774</c:v>
                </c:pt>
                <c:pt idx="500">
                  <c:v>23.49624060150376</c:v>
                </c:pt>
                <c:pt idx="501">
                  <c:v>23.49624060150376</c:v>
                </c:pt>
                <c:pt idx="502">
                  <c:v>23.59022556390978</c:v>
                </c:pt>
                <c:pt idx="503">
                  <c:v>23.59022556390978</c:v>
                </c:pt>
                <c:pt idx="504">
                  <c:v>23.68421052631579</c:v>
                </c:pt>
                <c:pt idx="505">
                  <c:v>23.68421052631579</c:v>
                </c:pt>
                <c:pt idx="506">
                  <c:v>23.7781954887218</c:v>
                </c:pt>
                <c:pt idx="507">
                  <c:v>23.7781954887218</c:v>
                </c:pt>
                <c:pt idx="508">
                  <c:v>23.87218045112782</c:v>
                </c:pt>
                <c:pt idx="509">
                  <c:v>23.87218045112782</c:v>
                </c:pt>
                <c:pt idx="510">
                  <c:v>23.96616541353384</c:v>
                </c:pt>
                <c:pt idx="511">
                  <c:v>23.96616541353384</c:v>
                </c:pt>
                <c:pt idx="512">
                  <c:v>24.06015037593985</c:v>
                </c:pt>
                <c:pt idx="513">
                  <c:v>24.06015037593985</c:v>
                </c:pt>
                <c:pt idx="514">
                  <c:v>24.15413533834586</c:v>
                </c:pt>
                <c:pt idx="515">
                  <c:v>24.15413533834586</c:v>
                </c:pt>
                <c:pt idx="516">
                  <c:v>24.24812030075188</c:v>
                </c:pt>
                <c:pt idx="517">
                  <c:v>24.24812030075188</c:v>
                </c:pt>
                <c:pt idx="518">
                  <c:v>24.34210526315789</c:v>
                </c:pt>
                <c:pt idx="519">
                  <c:v>24.34210526315789</c:v>
                </c:pt>
                <c:pt idx="520">
                  <c:v>24.43609022556391</c:v>
                </c:pt>
                <c:pt idx="521">
                  <c:v>24.43609022556391</c:v>
                </c:pt>
                <c:pt idx="522">
                  <c:v>24.53007518796992</c:v>
                </c:pt>
                <c:pt idx="523">
                  <c:v>24.53007518796992</c:v>
                </c:pt>
                <c:pt idx="524">
                  <c:v>24.62406015037594</c:v>
                </c:pt>
                <c:pt idx="525">
                  <c:v>24.62406015037594</c:v>
                </c:pt>
                <c:pt idx="526">
                  <c:v>24.71804511278195</c:v>
                </c:pt>
                <c:pt idx="527">
                  <c:v>24.71804511278195</c:v>
                </c:pt>
                <c:pt idx="528">
                  <c:v>24.81203007518797</c:v>
                </c:pt>
                <c:pt idx="529">
                  <c:v>24.81203007518797</c:v>
                </c:pt>
                <c:pt idx="530">
                  <c:v>24.90601503759398</c:v>
                </c:pt>
                <c:pt idx="531">
                  <c:v>24.90601503759398</c:v>
                </c:pt>
                <c:pt idx="532">
                  <c:v>25</c:v>
                </c:pt>
                <c:pt idx="533">
                  <c:v>25</c:v>
                </c:pt>
                <c:pt idx="534">
                  <c:v>25.09398496240601</c:v>
                </c:pt>
                <c:pt idx="535">
                  <c:v>25.09398496240601</c:v>
                </c:pt>
                <c:pt idx="536">
                  <c:v>25.18796992481203</c:v>
                </c:pt>
                <c:pt idx="537">
                  <c:v>25.18796992481203</c:v>
                </c:pt>
                <c:pt idx="538">
                  <c:v>25.28195488721805</c:v>
                </c:pt>
                <c:pt idx="539">
                  <c:v>25.28195488721805</c:v>
                </c:pt>
                <c:pt idx="540">
                  <c:v>25.37593984962406</c:v>
                </c:pt>
                <c:pt idx="541">
                  <c:v>25.37593984962406</c:v>
                </c:pt>
                <c:pt idx="542">
                  <c:v>25.46992481203008</c:v>
                </c:pt>
                <c:pt idx="543">
                  <c:v>25.46992481203008</c:v>
                </c:pt>
                <c:pt idx="544">
                  <c:v>25.56390977443609</c:v>
                </c:pt>
                <c:pt idx="545">
                  <c:v>25.56390977443609</c:v>
                </c:pt>
                <c:pt idx="546">
                  <c:v>25.65789473684211</c:v>
                </c:pt>
                <c:pt idx="547">
                  <c:v>25.65789473684211</c:v>
                </c:pt>
                <c:pt idx="548">
                  <c:v>25.75187969924812</c:v>
                </c:pt>
                <c:pt idx="549">
                  <c:v>25.75187969924812</c:v>
                </c:pt>
                <c:pt idx="550">
                  <c:v>25.84586466165413</c:v>
                </c:pt>
                <c:pt idx="551">
                  <c:v>25.84586466165413</c:v>
                </c:pt>
                <c:pt idx="552">
                  <c:v>25.93984962406015</c:v>
                </c:pt>
                <c:pt idx="553">
                  <c:v>25.93984962406015</c:v>
                </c:pt>
                <c:pt idx="554">
                  <c:v>26.03383458646616</c:v>
                </c:pt>
                <c:pt idx="555">
                  <c:v>26.03383458646616</c:v>
                </c:pt>
                <c:pt idx="556">
                  <c:v>26.12781954887218</c:v>
                </c:pt>
                <c:pt idx="557">
                  <c:v>26.12781954887218</c:v>
                </c:pt>
                <c:pt idx="558">
                  <c:v>26.2218045112782</c:v>
                </c:pt>
                <c:pt idx="559">
                  <c:v>26.2218045112782</c:v>
                </c:pt>
                <c:pt idx="560">
                  <c:v>26.31578947368421</c:v>
                </c:pt>
                <c:pt idx="561">
                  <c:v>26.31578947368421</c:v>
                </c:pt>
                <c:pt idx="562">
                  <c:v>26.40977443609023</c:v>
                </c:pt>
                <c:pt idx="563">
                  <c:v>26.40977443609023</c:v>
                </c:pt>
                <c:pt idx="564">
                  <c:v>26.50375939849624</c:v>
                </c:pt>
                <c:pt idx="565">
                  <c:v>26.50375939849624</c:v>
                </c:pt>
                <c:pt idx="566">
                  <c:v>26.59774436090225</c:v>
                </c:pt>
                <c:pt idx="567">
                  <c:v>26.59774436090225</c:v>
                </c:pt>
                <c:pt idx="568">
                  <c:v>26.69172932330827</c:v>
                </c:pt>
                <c:pt idx="569">
                  <c:v>26.69172932330827</c:v>
                </c:pt>
                <c:pt idx="570">
                  <c:v>26.78571428571428</c:v>
                </c:pt>
                <c:pt idx="571">
                  <c:v>26.78571428571428</c:v>
                </c:pt>
                <c:pt idx="572">
                  <c:v>26.8796992481203</c:v>
                </c:pt>
                <c:pt idx="573">
                  <c:v>26.8796992481203</c:v>
                </c:pt>
                <c:pt idx="574">
                  <c:v>26.97368421052632</c:v>
                </c:pt>
                <c:pt idx="575">
                  <c:v>26.97368421052632</c:v>
                </c:pt>
                <c:pt idx="576">
                  <c:v>27.06766917293233</c:v>
                </c:pt>
                <c:pt idx="577">
                  <c:v>27.06766917293233</c:v>
                </c:pt>
                <c:pt idx="578">
                  <c:v>27.16165413533835</c:v>
                </c:pt>
                <c:pt idx="579">
                  <c:v>27.16165413533835</c:v>
                </c:pt>
                <c:pt idx="580">
                  <c:v>27.25563909774436</c:v>
                </c:pt>
                <c:pt idx="581">
                  <c:v>27.25563909774436</c:v>
                </c:pt>
                <c:pt idx="582">
                  <c:v>27.34962406015037</c:v>
                </c:pt>
                <c:pt idx="583">
                  <c:v>27.34962406015037</c:v>
                </c:pt>
                <c:pt idx="584">
                  <c:v>27.44360902255639</c:v>
                </c:pt>
                <c:pt idx="585">
                  <c:v>27.44360902255639</c:v>
                </c:pt>
                <c:pt idx="586">
                  <c:v>27.53759398496241</c:v>
                </c:pt>
                <c:pt idx="587">
                  <c:v>27.53759398496241</c:v>
                </c:pt>
                <c:pt idx="588">
                  <c:v>27.63157894736842</c:v>
                </c:pt>
                <c:pt idx="589">
                  <c:v>27.63157894736842</c:v>
                </c:pt>
                <c:pt idx="590">
                  <c:v>27.72556390977444</c:v>
                </c:pt>
                <c:pt idx="591">
                  <c:v>27.72556390977444</c:v>
                </c:pt>
                <c:pt idx="592">
                  <c:v>27.81954887218045</c:v>
                </c:pt>
                <c:pt idx="593">
                  <c:v>27.81954887218045</c:v>
                </c:pt>
                <c:pt idx="594">
                  <c:v>27.91353383458647</c:v>
                </c:pt>
                <c:pt idx="595">
                  <c:v>27.91353383458647</c:v>
                </c:pt>
                <c:pt idx="596">
                  <c:v>28.00751879699248</c:v>
                </c:pt>
                <c:pt idx="597">
                  <c:v>28.00751879699248</c:v>
                </c:pt>
                <c:pt idx="598">
                  <c:v>28.10150375939849</c:v>
                </c:pt>
                <c:pt idx="599">
                  <c:v>28.10150375939849</c:v>
                </c:pt>
                <c:pt idx="600">
                  <c:v>28.19548872180451</c:v>
                </c:pt>
                <c:pt idx="601">
                  <c:v>28.19548872180451</c:v>
                </c:pt>
                <c:pt idx="602">
                  <c:v>28.28947368421052</c:v>
                </c:pt>
                <c:pt idx="603">
                  <c:v>28.28947368421052</c:v>
                </c:pt>
                <c:pt idx="604">
                  <c:v>28.38345864661654</c:v>
                </c:pt>
                <c:pt idx="605">
                  <c:v>28.38345864661654</c:v>
                </c:pt>
                <c:pt idx="606">
                  <c:v>28.47744360902256</c:v>
                </c:pt>
                <c:pt idx="607">
                  <c:v>28.47744360902256</c:v>
                </c:pt>
                <c:pt idx="608">
                  <c:v>28.57142857142857</c:v>
                </c:pt>
                <c:pt idx="609">
                  <c:v>28.57142857142857</c:v>
                </c:pt>
                <c:pt idx="610">
                  <c:v>28.66541353383459</c:v>
                </c:pt>
                <c:pt idx="611">
                  <c:v>28.66541353383459</c:v>
                </c:pt>
                <c:pt idx="612">
                  <c:v>28.7593984962406</c:v>
                </c:pt>
                <c:pt idx="613">
                  <c:v>28.7593984962406</c:v>
                </c:pt>
                <c:pt idx="614">
                  <c:v>28.85338345864661</c:v>
                </c:pt>
                <c:pt idx="615">
                  <c:v>28.85338345864661</c:v>
                </c:pt>
                <c:pt idx="616">
                  <c:v>28.94736842105263</c:v>
                </c:pt>
                <c:pt idx="617">
                  <c:v>28.94736842105263</c:v>
                </c:pt>
                <c:pt idx="618">
                  <c:v>29.04135338345865</c:v>
                </c:pt>
                <c:pt idx="619">
                  <c:v>29.04135338345865</c:v>
                </c:pt>
                <c:pt idx="620">
                  <c:v>29.13533834586466</c:v>
                </c:pt>
                <c:pt idx="621">
                  <c:v>29.13533834586466</c:v>
                </c:pt>
                <c:pt idx="622">
                  <c:v>29.22932330827068</c:v>
                </c:pt>
                <c:pt idx="623">
                  <c:v>29.22932330827068</c:v>
                </c:pt>
                <c:pt idx="624">
                  <c:v>29.32330827067669</c:v>
                </c:pt>
                <c:pt idx="625">
                  <c:v>29.32330827067669</c:v>
                </c:pt>
                <c:pt idx="626">
                  <c:v>29.41729323308271</c:v>
                </c:pt>
                <c:pt idx="627">
                  <c:v>29.41729323308271</c:v>
                </c:pt>
                <c:pt idx="628">
                  <c:v>29.51127819548872</c:v>
                </c:pt>
                <c:pt idx="629">
                  <c:v>29.51127819548872</c:v>
                </c:pt>
                <c:pt idx="630">
                  <c:v>29.60526315789473</c:v>
                </c:pt>
                <c:pt idx="631">
                  <c:v>29.60526315789473</c:v>
                </c:pt>
                <c:pt idx="632">
                  <c:v>29.69924812030075</c:v>
                </c:pt>
                <c:pt idx="633">
                  <c:v>29.69924812030075</c:v>
                </c:pt>
                <c:pt idx="634">
                  <c:v>29.79323308270677</c:v>
                </c:pt>
                <c:pt idx="635">
                  <c:v>29.79323308270677</c:v>
                </c:pt>
                <c:pt idx="636">
                  <c:v>29.88721804511279</c:v>
                </c:pt>
                <c:pt idx="637">
                  <c:v>29.88721804511279</c:v>
                </c:pt>
                <c:pt idx="638">
                  <c:v>29.9812030075188</c:v>
                </c:pt>
                <c:pt idx="639">
                  <c:v>29.9812030075188</c:v>
                </c:pt>
                <c:pt idx="640">
                  <c:v>30.07518796992481</c:v>
                </c:pt>
                <c:pt idx="641">
                  <c:v>30.07518796992481</c:v>
                </c:pt>
                <c:pt idx="642">
                  <c:v>30.16917293233083</c:v>
                </c:pt>
                <c:pt idx="643">
                  <c:v>30.16917293233083</c:v>
                </c:pt>
                <c:pt idx="644">
                  <c:v>30.26315789473684</c:v>
                </c:pt>
                <c:pt idx="645">
                  <c:v>30.26315789473684</c:v>
                </c:pt>
                <c:pt idx="646">
                  <c:v>30.35714285714285</c:v>
                </c:pt>
                <c:pt idx="647">
                  <c:v>30.35714285714285</c:v>
                </c:pt>
                <c:pt idx="648">
                  <c:v>30.45112781954887</c:v>
                </c:pt>
                <c:pt idx="649">
                  <c:v>30.45112781954887</c:v>
                </c:pt>
                <c:pt idx="650">
                  <c:v>30.54511278195488</c:v>
                </c:pt>
                <c:pt idx="651">
                  <c:v>30.54511278195488</c:v>
                </c:pt>
                <c:pt idx="652">
                  <c:v>30.6390977443609</c:v>
                </c:pt>
                <c:pt idx="653">
                  <c:v>30.6390977443609</c:v>
                </c:pt>
                <c:pt idx="654">
                  <c:v>30.73308270676692</c:v>
                </c:pt>
                <c:pt idx="655">
                  <c:v>30.73308270676692</c:v>
                </c:pt>
                <c:pt idx="656">
                  <c:v>30.82706766917293</c:v>
                </c:pt>
                <c:pt idx="657">
                  <c:v>30.82706766917293</c:v>
                </c:pt>
                <c:pt idx="658">
                  <c:v>30.92105263157895</c:v>
                </c:pt>
                <c:pt idx="659">
                  <c:v>30.92105263157895</c:v>
                </c:pt>
                <c:pt idx="660">
                  <c:v>31.01503759398496</c:v>
                </c:pt>
                <c:pt idx="661">
                  <c:v>31.01503759398496</c:v>
                </c:pt>
                <c:pt idx="662">
                  <c:v>31.10902255639098</c:v>
                </c:pt>
                <c:pt idx="663">
                  <c:v>31.10902255639098</c:v>
                </c:pt>
                <c:pt idx="664">
                  <c:v>31.20300751879699</c:v>
                </c:pt>
                <c:pt idx="665">
                  <c:v>31.20300751879699</c:v>
                </c:pt>
                <c:pt idx="666">
                  <c:v>31.29699248120301</c:v>
                </c:pt>
                <c:pt idx="667">
                  <c:v>31.29699248120301</c:v>
                </c:pt>
                <c:pt idx="668">
                  <c:v>31.39097744360902</c:v>
                </c:pt>
                <c:pt idx="669">
                  <c:v>31.39097744360902</c:v>
                </c:pt>
                <c:pt idx="670">
                  <c:v>31.48496240601504</c:v>
                </c:pt>
                <c:pt idx="671">
                  <c:v>31.48496240601504</c:v>
                </c:pt>
                <c:pt idx="672">
                  <c:v>31.57894736842105</c:v>
                </c:pt>
                <c:pt idx="673">
                  <c:v>31.57894736842105</c:v>
                </c:pt>
                <c:pt idx="674">
                  <c:v>31.67293233082707</c:v>
                </c:pt>
                <c:pt idx="675">
                  <c:v>31.67293233082707</c:v>
                </c:pt>
                <c:pt idx="676">
                  <c:v>31.76691729323308</c:v>
                </c:pt>
                <c:pt idx="677">
                  <c:v>31.76691729323308</c:v>
                </c:pt>
                <c:pt idx="678">
                  <c:v>31.8609022556391</c:v>
                </c:pt>
                <c:pt idx="679">
                  <c:v>31.8609022556391</c:v>
                </c:pt>
                <c:pt idx="680">
                  <c:v>31.95488721804512</c:v>
                </c:pt>
                <c:pt idx="681">
                  <c:v>31.95488721804512</c:v>
                </c:pt>
                <c:pt idx="682">
                  <c:v>32.04887218045113</c:v>
                </c:pt>
                <c:pt idx="683">
                  <c:v>32.04887218045113</c:v>
                </c:pt>
                <c:pt idx="684">
                  <c:v>32.14285714285715</c:v>
                </c:pt>
                <c:pt idx="685">
                  <c:v>32.14285714285715</c:v>
                </c:pt>
                <c:pt idx="686">
                  <c:v>32.23684210526316</c:v>
                </c:pt>
                <c:pt idx="687">
                  <c:v>32.23684210526316</c:v>
                </c:pt>
                <c:pt idx="688">
                  <c:v>32.33082706766917</c:v>
                </c:pt>
                <c:pt idx="689">
                  <c:v>32.33082706766917</c:v>
                </c:pt>
                <c:pt idx="690">
                  <c:v>32.42481203007519</c:v>
                </c:pt>
                <c:pt idx="691">
                  <c:v>32.42481203007519</c:v>
                </c:pt>
                <c:pt idx="692">
                  <c:v>32.5187969924812</c:v>
                </c:pt>
                <c:pt idx="693">
                  <c:v>32.5187969924812</c:v>
                </c:pt>
                <c:pt idx="694">
                  <c:v>32.61278195488722</c:v>
                </c:pt>
                <c:pt idx="695">
                  <c:v>32.61278195488722</c:v>
                </c:pt>
                <c:pt idx="696">
                  <c:v>32.70676691729324</c:v>
                </c:pt>
                <c:pt idx="697">
                  <c:v>32.70676691729324</c:v>
                </c:pt>
                <c:pt idx="698">
                  <c:v>32.80075187969925</c:v>
                </c:pt>
                <c:pt idx="699">
                  <c:v>32.80075187969925</c:v>
                </c:pt>
                <c:pt idx="700">
                  <c:v>32.89473684210527</c:v>
                </c:pt>
                <c:pt idx="701">
                  <c:v>32.89473684210527</c:v>
                </c:pt>
                <c:pt idx="702">
                  <c:v>32.98872180451128</c:v>
                </c:pt>
                <c:pt idx="703">
                  <c:v>32.98872180451128</c:v>
                </c:pt>
                <c:pt idx="704">
                  <c:v>33.08270676691729</c:v>
                </c:pt>
                <c:pt idx="705">
                  <c:v>33.08270676691729</c:v>
                </c:pt>
                <c:pt idx="706">
                  <c:v>33.17669172932331</c:v>
                </c:pt>
                <c:pt idx="707">
                  <c:v>33.17669172932331</c:v>
                </c:pt>
                <c:pt idx="708">
                  <c:v>33.27067669172932</c:v>
                </c:pt>
                <c:pt idx="709">
                  <c:v>33.27067669172932</c:v>
                </c:pt>
                <c:pt idx="710">
                  <c:v>33.36466165413533</c:v>
                </c:pt>
                <c:pt idx="711">
                  <c:v>33.36466165413533</c:v>
                </c:pt>
                <c:pt idx="712">
                  <c:v>33.45864661654135</c:v>
                </c:pt>
                <c:pt idx="713">
                  <c:v>33.45864661654135</c:v>
                </c:pt>
                <c:pt idx="714">
                  <c:v>33.55263157894737</c:v>
                </c:pt>
                <c:pt idx="715">
                  <c:v>33.55263157894737</c:v>
                </c:pt>
                <c:pt idx="716">
                  <c:v>33.64661654135339</c:v>
                </c:pt>
                <c:pt idx="717">
                  <c:v>33.64661654135339</c:v>
                </c:pt>
                <c:pt idx="718">
                  <c:v>33.7406015037594</c:v>
                </c:pt>
                <c:pt idx="719">
                  <c:v>33.7406015037594</c:v>
                </c:pt>
                <c:pt idx="720">
                  <c:v>33.83458646616541</c:v>
                </c:pt>
                <c:pt idx="721">
                  <c:v>33.83458646616541</c:v>
                </c:pt>
                <c:pt idx="722">
                  <c:v>33.92857142857143</c:v>
                </c:pt>
                <c:pt idx="723">
                  <c:v>33.92857142857143</c:v>
                </c:pt>
                <c:pt idx="724">
                  <c:v>34.02255639097744</c:v>
                </c:pt>
                <c:pt idx="725">
                  <c:v>34.02255639097744</c:v>
                </c:pt>
                <c:pt idx="726">
                  <c:v>34.11654135338345</c:v>
                </c:pt>
                <c:pt idx="727">
                  <c:v>34.11654135338345</c:v>
                </c:pt>
                <c:pt idx="728">
                  <c:v>34.21052631578947</c:v>
                </c:pt>
                <c:pt idx="729">
                  <c:v>34.21052631578947</c:v>
                </c:pt>
                <c:pt idx="730">
                  <c:v>34.30451127819548</c:v>
                </c:pt>
                <c:pt idx="731">
                  <c:v>34.30451127819548</c:v>
                </c:pt>
                <c:pt idx="732">
                  <c:v>34.3984962406015</c:v>
                </c:pt>
                <c:pt idx="733">
                  <c:v>34.3984962406015</c:v>
                </c:pt>
                <c:pt idx="734">
                  <c:v>34.49248120300752</c:v>
                </c:pt>
                <c:pt idx="735">
                  <c:v>34.49248120300752</c:v>
                </c:pt>
                <c:pt idx="736">
                  <c:v>34.58646616541353</c:v>
                </c:pt>
                <c:pt idx="737">
                  <c:v>34.58646616541353</c:v>
                </c:pt>
                <c:pt idx="738">
                  <c:v>34.68045112781955</c:v>
                </c:pt>
                <c:pt idx="739">
                  <c:v>34.68045112781955</c:v>
                </c:pt>
                <c:pt idx="740">
                  <c:v>34.77443609022556</c:v>
                </c:pt>
                <c:pt idx="741">
                  <c:v>34.77443609022556</c:v>
                </c:pt>
                <c:pt idx="742">
                  <c:v>34.86842105263158</c:v>
                </c:pt>
                <c:pt idx="743">
                  <c:v>34.86842105263158</c:v>
                </c:pt>
                <c:pt idx="744">
                  <c:v>34.96240601503759</c:v>
                </c:pt>
                <c:pt idx="745">
                  <c:v>34.96240601503759</c:v>
                </c:pt>
                <c:pt idx="746">
                  <c:v>35.05639097744361</c:v>
                </c:pt>
                <c:pt idx="747">
                  <c:v>35.05639097744361</c:v>
                </c:pt>
                <c:pt idx="748">
                  <c:v>35.15037593984962</c:v>
                </c:pt>
                <c:pt idx="749">
                  <c:v>35.15037593984962</c:v>
                </c:pt>
                <c:pt idx="750">
                  <c:v>35.24436090225564</c:v>
                </c:pt>
                <c:pt idx="751">
                  <c:v>35.24436090225564</c:v>
                </c:pt>
                <c:pt idx="752">
                  <c:v>35.33834586466165</c:v>
                </c:pt>
                <c:pt idx="753">
                  <c:v>35.33834586466165</c:v>
                </c:pt>
                <c:pt idx="754">
                  <c:v>35.43233082706767</c:v>
                </c:pt>
                <c:pt idx="755">
                  <c:v>35.43233082706767</c:v>
                </c:pt>
                <c:pt idx="756">
                  <c:v>35.52631578947368</c:v>
                </c:pt>
                <c:pt idx="757">
                  <c:v>35.52631578947368</c:v>
                </c:pt>
                <c:pt idx="758">
                  <c:v>35.6203007518797</c:v>
                </c:pt>
                <c:pt idx="759">
                  <c:v>35.6203007518797</c:v>
                </c:pt>
                <c:pt idx="760">
                  <c:v>35.71428571428572</c:v>
                </c:pt>
                <c:pt idx="761">
                  <c:v>35.71428571428572</c:v>
                </c:pt>
                <c:pt idx="762">
                  <c:v>35.80827067669173</c:v>
                </c:pt>
                <c:pt idx="763">
                  <c:v>35.80827067669173</c:v>
                </c:pt>
                <c:pt idx="764">
                  <c:v>35.90225563909775</c:v>
                </c:pt>
                <c:pt idx="765">
                  <c:v>35.90225563909775</c:v>
                </c:pt>
                <c:pt idx="766">
                  <c:v>35.99624060150376</c:v>
                </c:pt>
                <c:pt idx="767">
                  <c:v>35.99624060150376</c:v>
                </c:pt>
                <c:pt idx="768">
                  <c:v>36.09022556390977</c:v>
                </c:pt>
                <c:pt idx="769">
                  <c:v>36.09022556390977</c:v>
                </c:pt>
                <c:pt idx="770">
                  <c:v>36.18421052631579</c:v>
                </c:pt>
                <c:pt idx="771">
                  <c:v>36.18421052631579</c:v>
                </c:pt>
                <c:pt idx="772">
                  <c:v>36.27819548872181</c:v>
                </c:pt>
                <c:pt idx="773">
                  <c:v>36.27819548872181</c:v>
                </c:pt>
                <c:pt idx="774">
                  <c:v>36.37218045112782</c:v>
                </c:pt>
                <c:pt idx="775">
                  <c:v>36.37218045112782</c:v>
                </c:pt>
                <c:pt idx="776">
                  <c:v>36.46616541353384</c:v>
                </c:pt>
                <c:pt idx="777">
                  <c:v>36.46616541353384</c:v>
                </c:pt>
                <c:pt idx="778">
                  <c:v>36.56015037593985</c:v>
                </c:pt>
                <c:pt idx="779">
                  <c:v>36.56015037593985</c:v>
                </c:pt>
                <c:pt idx="780">
                  <c:v>36.65413533834587</c:v>
                </c:pt>
                <c:pt idx="781">
                  <c:v>36.65413533834587</c:v>
                </c:pt>
                <c:pt idx="782">
                  <c:v>36.74812030075188</c:v>
                </c:pt>
                <c:pt idx="783">
                  <c:v>36.74812030075188</c:v>
                </c:pt>
                <c:pt idx="784">
                  <c:v>36.84210526315789</c:v>
                </c:pt>
                <c:pt idx="785">
                  <c:v>36.84210526315789</c:v>
                </c:pt>
                <c:pt idx="786">
                  <c:v>36.93609022556391</c:v>
                </c:pt>
                <c:pt idx="787">
                  <c:v>36.93609022556391</c:v>
                </c:pt>
                <c:pt idx="788">
                  <c:v>37.03007518796993</c:v>
                </c:pt>
                <c:pt idx="789">
                  <c:v>37.03007518796993</c:v>
                </c:pt>
                <c:pt idx="790">
                  <c:v>37.12406015037594</c:v>
                </c:pt>
                <c:pt idx="791">
                  <c:v>37.12406015037594</c:v>
                </c:pt>
                <c:pt idx="792">
                  <c:v>37.21804511278196</c:v>
                </c:pt>
                <c:pt idx="793">
                  <c:v>37.21804511278196</c:v>
                </c:pt>
                <c:pt idx="794">
                  <c:v>37.31203007518797</c:v>
                </c:pt>
                <c:pt idx="795">
                  <c:v>37.31203007518797</c:v>
                </c:pt>
                <c:pt idx="796">
                  <c:v>37.40601503759399</c:v>
                </c:pt>
                <c:pt idx="797">
                  <c:v>37.40601503759399</c:v>
                </c:pt>
                <c:pt idx="798">
                  <c:v>37.5</c:v>
                </c:pt>
                <c:pt idx="799">
                  <c:v>37.5</c:v>
                </c:pt>
                <c:pt idx="800">
                  <c:v>37.59398496240601</c:v>
                </c:pt>
                <c:pt idx="801">
                  <c:v>37.59398496240601</c:v>
                </c:pt>
                <c:pt idx="802">
                  <c:v>37.68796992481203</c:v>
                </c:pt>
                <c:pt idx="803">
                  <c:v>37.68796992481203</c:v>
                </c:pt>
                <c:pt idx="804">
                  <c:v>37.78195488721804</c:v>
                </c:pt>
                <c:pt idx="805">
                  <c:v>37.78195488721804</c:v>
                </c:pt>
                <c:pt idx="806">
                  <c:v>37.87593984962406</c:v>
                </c:pt>
                <c:pt idx="807">
                  <c:v>37.87593984962406</c:v>
                </c:pt>
                <c:pt idx="808">
                  <c:v>37.96992481203007</c:v>
                </c:pt>
                <c:pt idx="809">
                  <c:v>37.96992481203007</c:v>
                </c:pt>
                <c:pt idx="810">
                  <c:v>38.06390977443609</c:v>
                </c:pt>
                <c:pt idx="811">
                  <c:v>38.06390977443609</c:v>
                </c:pt>
                <c:pt idx="812">
                  <c:v>38.15789473684211</c:v>
                </c:pt>
                <c:pt idx="813">
                  <c:v>38.15789473684211</c:v>
                </c:pt>
                <c:pt idx="814">
                  <c:v>38.25187969924812</c:v>
                </c:pt>
                <c:pt idx="815">
                  <c:v>38.25187969924812</c:v>
                </c:pt>
                <c:pt idx="816">
                  <c:v>38.34586466165413</c:v>
                </c:pt>
                <c:pt idx="817">
                  <c:v>38.34586466165413</c:v>
                </c:pt>
                <c:pt idx="818">
                  <c:v>38.43984962406015</c:v>
                </c:pt>
                <c:pt idx="819">
                  <c:v>38.43984962406015</c:v>
                </c:pt>
                <c:pt idx="820">
                  <c:v>38.53383458646616</c:v>
                </c:pt>
                <c:pt idx="821">
                  <c:v>38.53383458646616</c:v>
                </c:pt>
                <c:pt idx="822">
                  <c:v>38.62781954887218</c:v>
                </c:pt>
                <c:pt idx="823">
                  <c:v>38.62781954887218</c:v>
                </c:pt>
                <c:pt idx="824">
                  <c:v>38.72180451127819</c:v>
                </c:pt>
                <c:pt idx="825">
                  <c:v>38.72180451127819</c:v>
                </c:pt>
                <c:pt idx="826">
                  <c:v>38.81578947368421</c:v>
                </c:pt>
                <c:pt idx="827">
                  <c:v>38.81578947368421</c:v>
                </c:pt>
                <c:pt idx="828">
                  <c:v>38.90977443609023</c:v>
                </c:pt>
                <c:pt idx="829">
                  <c:v>38.90977443609023</c:v>
                </c:pt>
                <c:pt idx="830">
                  <c:v>39.00375939849624</c:v>
                </c:pt>
                <c:pt idx="831">
                  <c:v>39.00375939849624</c:v>
                </c:pt>
                <c:pt idx="832">
                  <c:v>39.09774436090225</c:v>
                </c:pt>
                <c:pt idx="833">
                  <c:v>39.09774436090225</c:v>
                </c:pt>
                <c:pt idx="834">
                  <c:v>39.19172932330827</c:v>
                </c:pt>
                <c:pt idx="835">
                  <c:v>39.19172932330827</c:v>
                </c:pt>
                <c:pt idx="836">
                  <c:v>39.28571428571428</c:v>
                </c:pt>
                <c:pt idx="837">
                  <c:v>39.28571428571428</c:v>
                </c:pt>
                <c:pt idx="838">
                  <c:v>39.3796992481203</c:v>
                </c:pt>
                <c:pt idx="839">
                  <c:v>39.3796992481203</c:v>
                </c:pt>
                <c:pt idx="840">
                  <c:v>39.47368421052632</c:v>
                </c:pt>
                <c:pt idx="841">
                  <c:v>39.47368421052632</c:v>
                </c:pt>
                <c:pt idx="842">
                  <c:v>39.56766917293233</c:v>
                </c:pt>
                <c:pt idx="843">
                  <c:v>39.56766917293233</c:v>
                </c:pt>
                <c:pt idx="844">
                  <c:v>39.66165413533835</c:v>
                </c:pt>
                <c:pt idx="845">
                  <c:v>39.66165413533835</c:v>
                </c:pt>
                <c:pt idx="846">
                  <c:v>39.75563909774436</c:v>
                </c:pt>
                <c:pt idx="847">
                  <c:v>39.75563909774436</c:v>
                </c:pt>
                <c:pt idx="848">
                  <c:v>39.84962406015038</c:v>
                </c:pt>
                <c:pt idx="849">
                  <c:v>39.84962406015038</c:v>
                </c:pt>
                <c:pt idx="850">
                  <c:v>39.94360902255639</c:v>
                </c:pt>
                <c:pt idx="851">
                  <c:v>39.94360902255639</c:v>
                </c:pt>
                <c:pt idx="852">
                  <c:v>40.03759398496241</c:v>
                </c:pt>
                <c:pt idx="853">
                  <c:v>40.03759398496241</c:v>
                </c:pt>
                <c:pt idx="854">
                  <c:v>40.13157894736842</c:v>
                </c:pt>
                <c:pt idx="855">
                  <c:v>40.13157894736842</c:v>
                </c:pt>
                <c:pt idx="856">
                  <c:v>40.22556390977444</c:v>
                </c:pt>
                <c:pt idx="857">
                  <c:v>40.22556390977444</c:v>
                </c:pt>
                <c:pt idx="858">
                  <c:v>40.31954887218045</c:v>
                </c:pt>
                <c:pt idx="859">
                  <c:v>40.31954887218045</c:v>
                </c:pt>
                <c:pt idx="860">
                  <c:v>40.41353383458647</c:v>
                </c:pt>
                <c:pt idx="861">
                  <c:v>40.41353383458647</c:v>
                </c:pt>
                <c:pt idx="862">
                  <c:v>40.50751879699248</c:v>
                </c:pt>
                <c:pt idx="863">
                  <c:v>40.50751879699248</c:v>
                </c:pt>
                <c:pt idx="864">
                  <c:v>40.6015037593985</c:v>
                </c:pt>
                <c:pt idx="865">
                  <c:v>40.6015037593985</c:v>
                </c:pt>
                <c:pt idx="866">
                  <c:v>40.69548872180452</c:v>
                </c:pt>
                <c:pt idx="867">
                  <c:v>40.69548872180452</c:v>
                </c:pt>
                <c:pt idx="868">
                  <c:v>40.78947368421053</c:v>
                </c:pt>
                <c:pt idx="869">
                  <c:v>40.78947368421053</c:v>
                </c:pt>
                <c:pt idx="870">
                  <c:v>40.88345864661655</c:v>
                </c:pt>
                <c:pt idx="871">
                  <c:v>40.88345864661655</c:v>
                </c:pt>
                <c:pt idx="872">
                  <c:v>40.97744360902256</c:v>
                </c:pt>
                <c:pt idx="873">
                  <c:v>40.97744360902256</c:v>
                </c:pt>
                <c:pt idx="874">
                  <c:v>41.07142857142857</c:v>
                </c:pt>
                <c:pt idx="875">
                  <c:v>41.07142857142857</c:v>
                </c:pt>
                <c:pt idx="876">
                  <c:v>41.16541353383459</c:v>
                </c:pt>
                <c:pt idx="877">
                  <c:v>41.16541353383459</c:v>
                </c:pt>
                <c:pt idx="878">
                  <c:v>41.2593984962406</c:v>
                </c:pt>
                <c:pt idx="879">
                  <c:v>41.2593984962406</c:v>
                </c:pt>
                <c:pt idx="880">
                  <c:v>41.35338345864661</c:v>
                </c:pt>
                <c:pt idx="881">
                  <c:v>41.35338345864661</c:v>
                </c:pt>
                <c:pt idx="882">
                  <c:v>41.44736842105263</c:v>
                </c:pt>
                <c:pt idx="883">
                  <c:v>41.44736842105263</c:v>
                </c:pt>
                <c:pt idx="884">
                  <c:v>41.54135338345865</c:v>
                </c:pt>
                <c:pt idx="885">
                  <c:v>41.54135338345865</c:v>
                </c:pt>
                <c:pt idx="886">
                  <c:v>41.63533834586467</c:v>
                </c:pt>
                <c:pt idx="887">
                  <c:v>41.63533834586467</c:v>
                </c:pt>
                <c:pt idx="888">
                  <c:v>41.72932330827068</c:v>
                </c:pt>
                <c:pt idx="889">
                  <c:v>41.72932330827068</c:v>
                </c:pt>
                <c:pt idx="890">
                  <c:v>41.82330827067669</c:v>
                </c:pt>
                <c:pt idx="891">
                  <c:v>41.82330827067669</c:v>
                </c:pt>
                <c:pt idx="892">
                  <c:v>41.91729323308271</c:v>
                </c:pt>
                <c:pt idx="893">
                  <c:v>41.91729323308271</c:v>
                </c:pt>
                <c:pt idx="894">
                  <c:v>42.01127819548872</c:v>
                </c:pt>
                <c:pt idx="895">
                  <c:v>42.01127819548872</c:v>
                </c:pt>
                <c:pt idx="896">
                  <c:v>42.10526315789473</c:v>
                </c:pt>
                <c:pt idx="897">
                  <c:v>42.10526315789473</c:v>
                </c:pt>
                <c:pt idx="898">
                  <c:v>42.19924812030075</c:v>
                </c:pt>
                <c:pt idx="899">
                  <c:v>42.19924812030075</c:v>
                </c:pt>
                <c:pt idx="900">
                  <c:v>42.29323308270676</c:v>
                </c:pt>
                <c:pt idx="901">
                  <c:v>42.29323308270676</c:v>
                </c:pt>
                <c:pt idx="902">
                  <c:v>42.38721804511278</c:v>
                </c:pt>
                <c:pt idx="903">
                  <c:v>42.38721804511278</c:v>
                </c:pt>
                <c:pt idx="904">
                  <c:v>42.4812030075188</c:v>
                </c:pt>
                <c:pt idx="905">
                  <c:v>42.4812030075188</c:v>
                </c:pt>
                <c:pt idx="906">
                  <c:v>42.57518796992481</c:v>
                </c:pt>
                <c:pt idx="907">
                  <c:v>42.57518796992481</c:v>
                </c:pt>
                <c:pt idx="908">
                  <c:v>42.66917293233083</c:v>
                </c:pt>
                <c:pt idx="909">
                  <c:v>42.66917293233083</c:v>
                </c:pt>
                <c:pt idx="910">
                  <c:v>42.76315789473684</c:v>
                </c:pt>
                <c:pt idx="911">
                  <c:v>42.76315789473684</c:v>
                </c:pt>
                <c:pt idx="912">
                  <c:v>42.85714285714285</c:v>
                </c:pt>
                <c:pt idx="913">
                  <c:v>42.85714285714285</c:v>
                </c:pt>
                <c:pt idx="914">
                  <c:v>42.95112781954887</c:v>
                </c:pt>
                <c:pt idx="915">
                  <c:v>42.95112781954887</c:v>
                </c:pt>
                <c:pt idx="916">
                  <c:v>43.04511278195488</c:v>
                </c:pt>
                <c:pt idx="917">
                  <c:v>43.04511278195488</c:v>
                </c:pt>
                <c:pt idx="918">
                  <c:v>43.1390977443609</c:v>
                </c:pt>
                <c:pt idx="919">
                  <c:v>43.1390977443609</c:v>
                </c:pt>
                <c:pt idx="920">
                  <c:v>43.23308270676691</c:v>
                </c:pt>
                <c:pt idx="921">
                  <c:v>43.23308270676691</c:v>
                </c:pt>
                <c:pt idx="922">
                  <c:v>43.32706766917293</c:v>
                </c:pt>
                <c:pt idx="923">
                  <c:v>43.32706766917293</c:v>
                </c:pt>
                <c:pt idx="924">
                  <c:v>43.42105263157895</c:v>
                </c:pt>
                <c:pt idx="925">
                  <c:v>43.42105263157895</c:v>
                </c:pt>
                <c:pt idx="926">
                  <c:v>43.51503759398496</c:v>
                </c:pt>
                <c:pt idx="927">
                  <c:v>43.51503759398496</c:v>
                </c:pt>
                <c:pt idx="928">
                  <c:v>43.60902255639098</c:v>
                </c:pt>
                <c:pt idx="929">
                  <c:v>43.60902255639098</c:v>
                </c:pt>
                <c:pt idx="930">
                  <c:v>43.70300751879699</c:v>
                </c:pt>
                <c:pt idx="931">
                  <c:v>43.70300751879699</c:v>
                </c:pt>
                <c:pt idx="932">
                  <c:v>43.79699248120301</c:v>
                </c:pt>
                <c:pt idx="933">
                  <c:v>43.79699248120301</c:v>
                </c:pt>
                <c:pt idx="934">
                  <c:v>43.89097744360902</c:v>
                </c:pt>
                <c:pt idx="935">
                  <c:v>43.89097744360902</c:v>
                </c:pt>
                <c:pt idx="936">
                  <c:v>43.98496240601504</c:v>
                </c:pt>
                <c:pt idx="937">
                  <c:v>43.98496240601504</c:v>
                </c:pt>
                <c:pt idx="938">
                  <c:v>44.07894736842105</c:v>
                </c:pt>
                <c:pt idx="939">
                  <c:v>44.07894736842105</c:v>
                </c:pt>
                <c:pt idx="940">
                  <c:v>44.17293233082707</c:v>
                </c:pt>
                <c:pt idx="941">
                  <c:v>44.17293233082707</c:v>
                </c:pt>
                <c:pt idx="942">
                  <c:v>44.26691729323309</c:v>
                </c:pt>
                <c:pt idx="943">
                  <c:v>44.26691729323309</c:v>
                </c:pt>
                <c:pt idx="944">
                  <c:v>44.3609022556391</c:v>
                </c:pt>
                <c:pt idx="945">
                  <c:v>44.3609022556391</c:v>
                </c:pt>
                <c:pt idx="946">
                  <c:v>44.45488721804512</c:v>
                </c:pt>
                <c:pt idx="947">
                  <c:v>44.45488721804512</c:v>
                </c:pt>
                <c:pt idx="948">
                  <c:v>44.54887218045113</c:v>
                </c:pt>
                <c:pt idx="949">
                  <c:v>44.54887218045113</c:v>
                </c:pt>
                <c:pt idx="950">
                  <c:v>44.64285714285715</c:v>
                </c:pt>
                <c:pt idx="951">
                  <c:v>44.64285714285715</c:v>
                </c:pt>
                <c:pt idx="952">
                  <c:v>44.73684210526316</c:v>
                </c:pt>
                <c:pt idx="953">
                  <c:v>44.73684210526316</c:v>
                </c:pt>
                <c:pt idx="954">
                  <c:v>44.83082706766917</c:v>
                </c:pt>
                <c:pt idx="955">
                  <c:v>44.83082706766917</c:v>
                </c:pt>
                <c:pt idx="956">
                  <c:v>44.92481203007519</c:v>
                </c:pt>
                <c:pt idx="957">
                  <c:v>44.92481203007519</c:v>
                </c:pt>
                <c:pt idx="958">
                  <c:v>45.0187969924812</c:v>
                </c:pt>
                <c:pt idx="959">
                  <c:v>45.0187969924812</c:v>
                </c:pt>
                <c:pt idx="960">
                  <c:v>45.11278195488722</c:v>
                </c:pt>
                <c:pt idx="961">
                  <c:v>45.11278195488722</c:v>
                </c:pt>
                <c:pt idx="962">
                  <c:v>45.20676691729324</c:v>
                </c:pt>
                <c:pt idx="963">
                  <c:v>45.20676691729324</c:v>
                </c:pt>
                <c:pt idx="964">
                  <c:v>45.30075187969925</c:v>
                </c:pt>
                <c:pt idx="965">
                  <c:v>45.30075187969925</c:v>
                </c:pt>
                <c:pt idx="966">
                  <c:v>45.39473684210527</c:v>
                </c:pt>
                <c:pt idx="967">
                  <c:v>45.39473684210527</c:v>
                </c:pt>
                <c:pt idx="968">
                  <c:v>45.48872180451128</c:v>
                </c:pt>
                <c:pt idx="969">
                  <c:v>45.48872180451128</c:v>
                </c:pt>
                <c:pt idx="970">
                  <c:v>45.58270676691729</c:v>
                </c:pt>
                <c:pt idx="971">
                  <c:v>45.58270676691729</c:v>
                </c:pt>
                <c:pt idx="972">
                  <c:v>45.67669172932331</c:v>
                </c:pt>
                <c:pt idx="973">
                  <c:v>45.67669172932331</c:v>
                </c:pt>
                <c:pt idx="974">
                  <c:v>45.77067669172932</c:v>
                </c:pt>
                <c:pt idx="975">
                  <c:v>45.77067669172932</c:v>
                </c:pt>
                <c:pt idx="976">
                  <c:v>45.86466165413533</c:v>
                </c:pt>
                <c:pt idx="977">
                  <c:v>45.86466165413533</c:v>
                </c:pt>
                <c:pt idx="978">
                  <c:v>45.95864661654135</c:v>
                </c:pt>
                <c:pt idx="979">
                  <c:v>45.95864661654135</c:v>
                </c:pt>
                <c:pt idx="980">
                  <c:v>46.05263157894737</c:v>
                </c:pt>
                <c:pt idx="981">
                  <c:v>46.05263157894737</c:v>
                </c:pt>
                <c:pt idx="982">
                  <c:v>46.14661654135339</c:v>
                </c:pt>
                <c:pt idx="983">
                  <c:v>46.14661654135339</c:v>
                </c:pt>
                <c:pt idx="984">
                  <c:v>46.2406015037594</c:v>
                </c:pt>
                <c:pt idx="985">
                  <c:v>46.2406015037594</c:v>
                </c:pt>
                <c:pt idx="986">
                  <c:v>46.33458646616541</c:v>
                </c:pt>
                <c:pt idx="987">
                  <c:v>46.33458646616541</c:v>
                </c:pt>
                <c:pt idx="988">
                  <c:v>46.42857142857143</c:v>
                </c:pt>
                <c:pt idx="989">
                  <c:v>46.42857142857143</c:v>
                </c:pt>
                <c:pt idx="990">
                  <c:v>46.52255639097744</c:v>
                </c:pt>
                <c:pt idx="991">
                  <c:v>46.52255639097744</c:v>
                </c:pt>
                <c:pt idx="992">
                  <c:v>46.61654135338345</c:v>
                </c:pt>
                <c:pt idx="993">
                  <c:v>46.61654135338345</c:v>
                </c:pt>
                <c:pt idx="994">
                  <c:v>46.71052631578947</c:v>
                </c:pt>
                <c:pt idx="995">
                  <c:v>46.71052631578947</c:v>
                </c:pt>
                <c:pt idx="996">
                  <c:v>46.80451127819548</c:v>
                </c:pt>
                <c:pt idx="997">
                  <c:v>46.80451127819548</c:v>
                </c:pt>
                <c:pt idx="998">
                  <c:v>46.8984962406015</c:v>
                </c:pt>
                <c:pt idx="999">
                  <c:v>46.8984962406015</c:v>
                </c:pt>
                <c:pt idx="1000">
                  <c:v>46.99248120300752</c:v>
                </c:pt>
                <c:pt idx="1001">
                  <c:v>46.99248120300752</c:v>
                </c:pt>
                <c:pt idx="1002">
                  <c:v>47.08646616541353</c:v>
                </c:pt>
                <c:pt idx="1003">
                  <c:v>47.08646616541353</c:v>
                </c:pt>
                <c:pt idx="1004">
                  <c:v>47.18045112781955</c:v>
                </c:pt>
                <c:pt idx="1005">
                  <c:v>47.18045112781955</c:v>
                </c:pt>
                <c:pt idx="1006">
                  <c:v>47.27443609022556</c:v>
                </c:pt>
                <c:pt idx="1007">
                  <c:v>47.27443609022556</c:v>
                </c:pt>
                <c:pt idx="1008">
                  <c:v>47.36842105263158</c:v>
                </c:pt>
                <c:pt idx="1009">
                  <c:v>47.36842105263158</c:v>
                </c:pt>
                <c:pt idx="1010">
                  <c:v>47.46240601503759</c:v>
                </c:pt>
                <c:pt idx="1011">
                  <c:v>47.46240601503759</c:v>
                </c:pt>
                <c:pt idx="1012">
                  <c:v>47.55639097744361</c:v>
                </c:pt>
                <c:pt idx="1013">
                  <c:v>47.55639097744361</c:v>
                </c:pt>
                <c:pt idx="1014">
                  <c:v>47.65037593984962</c:v>
                </c:pt>
                <c:pt idx="1015">
                  <c:v>47.65037593984962</c:v>
                </c:pt>
                <c:pt idx="1016">
                  <c:v>47.74436090225564</c:v>
                </c:pt>
                <c:pt idx="1017">
                  <c:v>47.74436090225564</c:v>
                </c:pt>
                <c:pt idx="1018">
                  <c:v>47.83834586466165</c:v>
                </c:pt>
                <c:pt idx="1019">
                  <c:v>47.83834586466165</c:v>
                </c:pt>
                <c:pt idx="1020">
                  <c:v>47.93233082706767</c:v>
                </c:pt>
                <c:pt idx="1021">
                  <c:v>47.93233082706767</c:v>
                </c:pt>
                <c:pt idx="1022">
                  <c:v>48.02631578947368</c:v>
                </c:pt>
                <c:pt idx="1023">
                  <c:v>48.02631578947368</c:v>
                </c:pt>
                <c:pt idx="1024">
                  <c:v>48.1203007518797</c:v>
                </c:pt>
                <c:pt idx="1025">
                  <c:v>48.1203007518797</c:v>
                </c:pt>
                <c:pt idx="1026">
                  <c:v>48.21428571428572</c:v>
                </c:pt>
                <c:pt idx="1027">
                  <c:v>48.21428571428572</c:v>
                </c:pt>
                <c:pt idx="1028">
                  <c:v>48.30827067669173</c:v>
                </c:pt>
                <c:pt idx="1029">
                  <c:v>48.30827067669173</c:v>
                </c:pt>
                <c:pt idx="1030">
                  <c:v>48.40225563909775</c:v>
                </c:pt>
                <c:pt idx="1031">
                  <c:v>48.40225563909775</c:v>
                </c:pt>
                <c:pt idx="1032">
                  <c:v>48.49624060150376</c:v>
                </c:pt>
                <c:pt idx="1033">
                  <c:v>48.49624060150376</c:v>
                </c:pt>
                <c:pt idx="1034">
                  <c:v>48.59022556390977</c:v>
                </c:pt>
                <c:pt idx="1035">
                  <c:v>48.59022556390977</c:v>
                </c:pt>
                <c:pt idx="1036">
                  <c:v>48.68421052631579</c:v>
                </c:pt>
                <c:pt idx="1037">
                  <c:v>48.68421052631579</c:v>
                </c:pt>
                <c:pt idx="1038">
                  <c:v>48.77819548872181</c:v>
                </c:pt>
                <c:pt idx="1039">
                  <c:v>48.77819548872181</c:v>
                </c:pt>
                <c:pt idx="1040">
                  <c:v>48.87218045112782</c:v>
                </c:pt>
                <c:pt idx="1041">
                  <c:v>48.87218045112782</c:v>
                </c:pt>
                <c:pt idx="1042">
                  <c:v>48.96616541353384</c:v>
                </c:pt>
                <c:pt idx="1043">
                  <c:v>48.96616541353384</c:v>
                </c:pt>
                <c:pt idx="1044">
                  <c:v>49.06015037593985</c:v>
                </c:pt>
                <c:pt idx="1045">
                  <c:v>49.06015037593985</c:v>
                </c:pt>
                <c:pt idx="1046">
                  <c:v>49.15413533834587</c:v>
                </c:pt>
                <c:pt idx="1047">
                  <c:v>49.15413533834587</c:v>
                </c:pt>
                <c:pt idx="1048">
                  <c:v>49.24812030075188</c:v>
                </c:pt>
                <c:pt idx="1049">
                  <c:v>49.24812030075188</c:v>
                </c:pt>
                <c:pt idx="1050">
                  <c:v>49.34210526315789</c:v>
                </c:pt>
                <c:pt idx="1051">
                  <c:v>49.34210526315789</c:v>
                </c:pt>
                <c:pt idx="1052">
                  <c:v>49.43609022556391</c:v>
                </c:pt>
                <c:pt idx="1053">
                  <c:v>49.43609022556391</c:v>
                </c:pt>
                <c:pt idx="1054">
                  <c:v>49.53007518796993</c:v>
                </c:pt>
                <c:pt idx="1055">
                  <c:v>49.53007518796993</c:v>
                </c:pt>
                <c:pt idx="1056">
                  <c:v>49.62406015037594</c:v>
                </c:pt>
                <c:pt idx="1057">
                  <c:v>49.62406015037594</c:v>
                </c:pt>
                <c:pt idx="1058">
                  <c:v>49.71804511278196</c:v>
                </c:pt>
                <c:pt idx="1059">
                  <c:v>49.71804511278196</c:v>
                </c:pt>
                <c:pt idx="1060">
                  <c:v>49.81203007518797</c:v>
                </c:pt>
                <c:pt idx="1061">
                  <c:v>49.81203007518797</c:v>
                </c:pt>
                <c:pt idx="1062">
                  <c:v>49.90601503759399</c:v>
                </c:pt>
                <c:pt idx="1063">
                  <c:v>49.90601503759399</c:v>
                </c:pt>
                <c:pt idx="1064">
                  <c:v>50</c:v>
                </c:pt>
                <c:pt idx="1065">
                  <c:v>50</c:v>
                </c:pt>
                <c:pt idx="1066">
                  <c:v>50.09398496240601</c:v>
                </c:pt>
                <c:pt idx="1067">
                  <c:v>50.09398496240601</c:v>
                </c:pt>
                <c:pt idx="1068">
                  <c:v>50.18796992481202</c:v>
                </c:pt>
                <c:pt idx="1069">
                  <c:v>50.18796992481202</c:v>
                </c:pt>
                <c:pt idx="1070">
                  <c:v>50.28195488721805</c:v>
                </c:pt>
                <c:pt idx="1071">
                  <c:v>50.28195488721805</c:v>
                </c:pt>
                <c:pt idx="1072">
                  <c:v>50.37593984962406</c:v>
                </c:pt>
                <c:pt idx="1073">
                  <c:v>50.37593984962406</c:v>
                </c:pt>
                <c:pt idx="1074">
                  <c:v>50.46992481203007</c:v>
                </c:pt>
                <c:pt idx="1075">
                  <c:v>50.46992481203007</c:v>
                </c:pt>
                <c:pt idx="1076">
                  <c:v>50.56390977443609</c:v>
                </c:pt>
                <c:pt idx="1077">
                  <c:v>50.56390977443609</c:v>
                </c:pt>
                <c:pt idx="1078">
                  <c:v>50.6578947368421</c:v>
                </c:pt>
                <c:pt idx="1079">
                  <c:v>50.6578947368421</c:v>
                </c:pt>
                <c:pt idx="1080">
                  <c:v>50.75187969924813</c:v>
                </c:pt>
                <c:pt idx="1081">
                  <c:v>50.75187969924813</c:v>
                </c:pt>
                <c:pt idx="1082">
                  <c:v>50.84586466165414</c:v>
                </c:pt>
                <c:pt idx="1083">
                  <c:v>50.84586466165414</c:v>
                </c:pt>
                <c:pt idx="1084">
                  <c:v>50.93984962406015</c:v>
                </c:pt>
                <c:pt idx="1085">
                  <c:v>50.93984962406015</c:v>
                </c:pt>
                <c:pt idx="1086">
                  <c:v>51.03383458646616</c:v>
                </c:pt>
                <c:pt idx="1087">
                  <c:v>51.03383458646616</c:v>
                </c:pt>
                <c:pt idx="1088">
                  <c:v>51.12781954887217</c:v>
                </c:pt>
                <c:pt idx="1089">
                  <c:v>51.12781954887217</c:v>
                </c:pt>
                <c:pt idx="1090">
                  <c:v>51.22180451127819</c:v>
                </c:pt>
                <c:pt idx="1091">
                  <c:v>51.22180451127819</c:v>
                </c:pt>
                <c:pt idx="1092">
                  <c:v>51.31578947368421</c:v>
                </c:pt>
                <c:pt idx="1093">
                  <c:v>51.31578947368421</c:v>
                </c:pt>
                <c:pt idx="1094">
                  <c:v>51.40977443609023</c:v>
                </c:pt>
                <c:pt idx="1095">
                  <c:v>51.40977443609023</c:v>
                </c:pt>
                <c:pt idx="1096">
                  <c:v>51.50375939849624</c:v>
                </c:pt>
                <c:pt idx="1097">
                  <c:v>51.50375939849624</c:v>
                </c:pt>
                <c:pt idx="1098">
                  <c:v>51.59774436090225</c:v>
                </c:pt>
                <c:pt idx="1099">
                  <c:v>51.59774436090225</c:v>
                </c:pt>
                <c:pt idx="1100">
                  <c:v>51.69172932330827</c:v>
                </c:pt>
                <c:pt idx="1101">
                  <c:v>51.69172932330827</c:v>
                </c:pt>
                <c:pt idx="1102">
                  <c:v>51.78571428571429</c:v>
                </c:pt>
                <c:pt idx="1103">
                  <c:v>51.78571428571429</c:v>
                </c:pt>
                <c:pt idx="1104">
                  <c:v>51.8796992481203</c:v>
                </c:pt>
                <c:pt idx="1105">
                  <c:v>51.8796992481203</c:v>
                </c:pt>
                <c:pt idx="1106">
                  <c:v>51.97368421052632</c:v>
                </c:pt>
                <c:pt idx="1107">
                  <c:v>51.97368421052632</c:v>
                </c:pt>
                <c:pt idx="1108">
                  <c:v>52.06766917293233</c:v>
                </c:pt>
                <c:pt idx="1109">
                  <c:v>52.06766917293233</c:v>
                </c:pt>
                <c:pt idx="1110">
                  <c:v>52.16165413533835</c:v>
                </c:pt>
                <c:pt idx="1111">
                  <c:v>52.16165413533835</c:v>
                </c:pt>
                <c:pt idx="1112">
                  <c:v>52.25563909774436</c:v>
                </c:pt>
                <c:pt idx="1113">
                  <c:v>52.25563909774436</c:v>
                </c:pt>
                <c:pt idx="1114">
                  <c:v>52.34962406015038</c:v>
                </c:pt>
                <c:pt idx="1115">
                  <c:v>52.34962406015038</c:v>
                </c:pt>
                <c:pt idx="1116">
                  <c:v>52.44360902255639</c:v>
                </c:pt>
                <c:pt idx="1117">
                  <c:v>52.44360902255639</c:v>
                </c:pt>
                <c:pt idx="1118">
                  <c:v>52.53759398496241</c:v>
                </c:pt>
                <c:pt idx="1119">
                  <c:v>52.53759398496241</c:v>
                </c:pt>
                <c:pt idx="1120">
                  <c:v>52.63157894736842</c:v>
                </c:pt>
                <c:pt idx="1121">
                  <c:v>52.63157894736842</c:v>
                </c:pt>
                <c:pt idx="1122">
                  <c:v>52.72556390977443</c:v>
                </c:pt>
                <c:pt idx="1123">
                  <c:v>52.72556390977443</c:v>
                </c:pt>
                <c:pt idx="1124">
                  <c:v>52.81954887218046</c:v>
                </c:pt>
                <c:pt idx="1125">
                  <c:v>52.81954887218046</c:v>
                </c:pt>
                <c:pt idx="1126">
                  <c:v>52.91353383458647</c:v>
                </c:pt>
                <c:pt idx="1127">
                  <c:v>52.91353383458647</c:v>
                </c:pt>
                <c:pt idx="1128">
                  <c:v>53.00751879699248</c:v>
                </c:pt>
                <c:pt idx="1129">
                  <c:v>53.00751879699248</c:v>
                </c:pt>
                <c:pt idx="1130">
                  <c:v>53.1015037593985</c:v>
                </c:pt>
                <c:pt idx="1131">
                  <c:v>53.1015037593985</c:v>
                </c:pt>
                <c:pt idx="1132">
                  <c:v>53.19548872180451</c:v>
                </c:pt>
                <c:pt idx="1133">
                  <c:v>53.19548872180451</c:v>
                </c:pt>
                <c:pt idx="1134">
                  <c:v>53.28947368421053</c:v>
                </c:pt>
                <c:pt idx="1135">
                  <c:v>53.28947368421053</c:v>
                </c:pt>
                <c:pt idx="1136">
                  <c:v>53.38345864661655</c:v>
                </c:pt>
                <c:pt idx="1137">
                  <c:v>53.38345864661655</c:v>
                </c:pt>
                <c:pt idx="1138">
                  <c:v>53.47744360902256</c:v>
                </c:pt>
                <c:pt idx="1139">
                  <c:v>53.47744360902256</c:v>
                </c:pt>
                <c:pt idx="1140">
                  <c:v>53.57142857142857</c:v>
                </c:pt>
                <c:pt idx="1141">
                  <c:v>53.57142857142857</c:v>
                </c:pt>
                <c:pt idx="1142">
                  <c:v>53.66541353383458</c:v>
                </c:pt>
                <c:pt idx="1143">
                  <c:v>53.66541353383458</c:v>
                </c:pt>
                <c:pt idx="1144">
                  <c:v>53.75939849624061</c:v>
                </c:pt>
                <c:pt idx="1145">
                  <c:v>53.75939849624061</c:v>
                </c:pt>
                <c:pt idx="1146">
                  <c:v>53.85338345864662</c:v>
                </c:pt>
                <c:pt idx="1147">
                  <c:v>53.85338345864662</c:v>
                </c:pt>
                <c:pt idx="1148">
                  <c:v>53.94736842105263</c:v>
                </c:pt>
                <c:pt idx="1149">
                  <c:v>53.94736842105263</c:v>
                </c:pt>
                <c:pt idx="1150">
                  <c:v>54.04135338345865</c:v>
                </c:pt>
                <c:pt idx="1151">
                  <c:v>54.04135338345865</c:v>
                </c:pt>
                <c:pt idx="1152">
                  <c:v>54.13533834586466</c:v>
                </c:pt>
                <c:pt idx="1153">
                  <c:v>54.13533834586466</c:v>
                </c:pt>
                <c:pt idx="1154">
                  <c:v>54.22932330827067</c:v>
                </c:pt>
                <c:pt idx="1155">
                  <c:v>54.22932330827067</c:v>
                </c:pt>
                <c:pt idx="1156">
                  <c:v>54.3233082706767</c:v>
                </c:pt>
                <c:pt idx="1157">
                  <c:v>54.3233082706767</c:v>
                </c:pt>
                <c:pt idx="1158">
                  <c:v>54.41729323308271</c:v>
                </c:pt>
                <c:pt idx="1159">
                  <c:v>54.41729323308271</c:v>
                </c:pt>
                <c:pt idx="1160">
                  <c:v>54.51127819548872</c:v>
                </c:pt>
                <c:pt idx="1161">
                  <c:v>54.51127819548872</c:v>
                </c:pt>
                <c:pt idx="1162">
                  <c:v>54.60526315789473</c:v>
                </c:pt>
                <c:pt idx="1163">
                  <c:v>54.60526315789473</c:v>
                </c:pt>
                <c:pt idx="1164">
                  <c:v>54.69924812030074</c:v>
                </c:pt>
                <c:pt idx="1165">
                  <c:v>54.69924812030074</c:v>
                </c:pt>
                <c:pt idx="1166">
                  <c:v>54.79323308270677</c:v>
                </c:pt>
                <c:pt idx="1167">
                  <c:v>54.79323308270677</c:v>
                </c:pt>
                <c:pt idx="1168">
                  <c:v>54.88721804511278</c:v>
                </c:pt>
                <c:pt idx="1169">
                  <c:v>54.88721804511278</c:v>
                </c:pt>
                <c:pt idx="1170">
                  <c:v>54.9812030075188</c:v>
                </c:pt>
                <c:pt idx="1171">
                  <c:v>54.9812030075188</c:v>
                </c:pt>
                <c:pt idx="1172">
                  <c:v>55.07518796992481</c:v>
                </c:pt>
                <c:pt idx="1173">
                  <c:v>55.07518796992481</c:v>
                </c:pt>
                <c:pt idx="1174">
                  <c:v>55.16917293233082</c:v>
                </c:pt>
                <c:pt idx="1175">
                  <c:v>55.16917293233082</c:v>
                </c:pt>
                <c:pt idx="1176">
                  <c:v>55.26315789473685</c:v>
                </c:pt>
                <c:pt idx="1177">
                  <c:v>55.26315789473685</c:v>
                </c:pt>
                <c:pt idx="1178">
                  <c:v>55.35714285714286</c:v>
                </c:pt>
                <c:pt idx="1179">
                  <c:v>55.35714285714286</c:v>
                </c:pt>
                <c:pt idx="1180">
                  <c:v>55.45112781954887</c:v>
                </c:pt>
                <c:pt idx="1181">
                  <c:v>55.45112781954887</c:v>
                </c:pt>
                <c:pt idx="1182">
                  <c:v>55.54511278195488</c:v>
                </c:pt>
                <c:pt idx="1183">
                  <c:v>55.54511278195488</c:v>
                </c:pt>
                <c:pt idx="1184">
                  <c:v>55.6390977443609</c:v>
                </c:pt>
                <c:pt idx="1185">
                  <c:v>55.6390977443609</c:v>
                </c:pt>
                <c:pt idx="1186">
                  <c:v>55.73308270676691</c:v>
                </c:pt>
                <c:pt idx="1187">
                  <c:v>55.73308270676691</c:v>
                </c:pt>
                <c:pt idx="1188">
                  <c:v>55.82706766917293</c:v>
                </c:pt>
                <c:pt idx="1189">
                  <c:v>55.82706766917293</c:v>
                </c:pt>
                <c:pt idx="1190">
                  <c:v>55.92105263157895</c:v>
                </c:pt>
                <c:pt idx="1191">
                  <c:v>55.92105263157895</c:v>
                </c:pt>
                <c:pt idx="1192">
                  <c:v>56.01503759398496</c:v>
                </c:pt>
                <c:pt idx="1193">
                  <c:v>56.01503759398496</c:v>
                </c:pt>
                <c:pt idx="1194">
                  <c:v>56.10902255639098</c:v>
                </c:pt>
                <c:pt idx="1195">
                  <c:v>56.10902255639098</c:v>
                </c:pt>
                <c:pt idx="1196">
                  <c:v>56.20300751879699</c:v>
                </c:pt>
                <c:pt idx="1197">
                  <c:v>56.20300751879699</c:v>
                </c:pt>
                <c:pt idx="1198">
                  <c:v>56.29699248120301</c:v>
                </c:pt>
                <c:pt idx="1199">
                  <c:v>56.29699248120301</c:v>
                </c:pt>
                <c:pt idx="1200">
                  <c:v>56.39097744360902</c:v>
                </c:pt>
                <c:pt idx="1201">
                  <c:v>56.39097744360902</c:v>
                </c:pt>
                <c:pt idx="1202">
                  <c:v>56.48496240601504</c:v>
                </c:pt>
                <c:pt idx="1203">
                  <c:v>56.48496240601504</c:v>
                </c:pt>
                <c:pt idx="1204">
                  <c:v>56.57894736842105</c:v>
                </c:pt>
                <c:pt idx="1205">
                  <c:v>56.57894736842105</c:v>
                </c:pt>
                <c:pt idx="1206">
                  <c:v>56.67293233082707</c:v>
                </c:pt>
                <c:pt idx="1207">
                  <c:v>56.67293233082707</c:v>
                </c:pt>
                <c:pt idx="1208">
                  <c:v>56.76691729323309</c:v>
                </c:pt>
                <c:pt idx="1209">
                  <c:v>56.76691729323309</c:v>
                </c:pt>
                <c:pt idx="1210">
                  <c:v>56.8609022556391</c:v>
                </c:pt>
                <c:pt idx="1211">
                  <c:v>56.8609022556391</c:v>
                </c:pt>
                <c:pt idx="1212">
                  <c:v>56.95488721804512</c:v>
                </c:pt>
                <c:pt idx="1213">
                  <c:v>56.95488721804512</c:v>
                </c:pt>
                <c:pt idx="1214">
                  <c:v>57.04887218045113</c:v>
                </c:pt>
                <c:pt idx="1215">
                  <c:v>57.04887218045113</c:v>
                </c:pt>
                <c:pt idx="1216">
                  <c:v>57.14285714285714</c:v>
                </c:pt>
                <c:pt idx="1217">
                  <c:v>57.14285714285714</c:v>
                </c:pt>
                <c:pt idx="1218">
                  <c:v>57.23684210526315</c:v>
                </c:pt>
                <c:pt idx="1219">
                  <c:v>57.23684210526315</c:v>
                </c:pt>
                <c:pt idx="1220">
                  <c:v>57.33082706766918</c:v>
                </c:pt>
                <c:pt idx="1221">
                  <c:v>57.33082706766918</c:v>
                </c:pt>
                <c:pt idx="1222">
                  <c:v>57.42481203007519</c:v>
                </c:pt>
                <c:pt idx="1223">
                  <c:v>57.42481203007519</c:v>
                </c:pt>
                <c:pt idx="1224">
                  <c:v>57.5187969924812</c:v>
                </c:pt>
                <c:pt idx="1225">
                  <c:v>57.5187969924812</c:v>
                </c:pt>
                <c:pt idx="1226">
                  <c:v>57.61278195488722</c:v>
                </c:pt>
                <c:pt idx="1227">
                  <c:v>57.61278195488722</c:v>
                </c:pt>
                <c:pt idx="1228">
                  <c:v>57.70676691729323</c:v>
                </c:pt>
                <c:pt idx="1229">
                  <c:v>57.70676691729323</c:v>
                </c:pt>
                <c:pt idx="1230">
                  <c:v>57.80075187969926</c:v>
                </c:pt>
                <c:pt idx="1231">
                  <c:v>57.80075187969926</c:v>
                </c:pt>
                <c:pt idx="1232">
                  <c:v>57.89473684210527</c:v>
                </c:pt>
                <c:pt idx="1233">
                  <c:v>57.89473684210527</c:v>
                </c:pt>
                <c:pt idx="1234">
                  <c:v>57.98872180451128</c:v>
                </c:pt>
                <c:pt idx="1235">
                  <c:v>57.98872180451128</c:v>
                </c:pt>
                <c:pt idx="1236">
                  <c:v>58.08270676691729</c:v>
                </c:pt>
                <c:pt idx="1237">
                  <c:v>58.08270676691729</c:v>
                </c:pt>
                <c:pt idx="1238">
                  <c:v>58.1766917293233</c:v>
                </c:pt>
                <c:pt idx="1239">
                  <c:v>58.1766917293233</c:v>
                </c:pt>
                <c:pt idx="1240">
                  <c:v>58.27067669172933</c:v>
                </c:pt>
                <c:pt idx="1241">
                  <c:v>58.27067669172933</c:v>
                </c:pt>
                <c:pt idx="1242">
                  <c:v>58.36466165413534</c:v>
                </c:pt>
                <c:pt idx="1243">
                  <c:v>58.36466165413534</c:v>
                </c:pt>
                <c:pt idx="1244">
                  <c:v>58.45864661654135</c:v>
                </c:pt>
                <c:pt idx="1245">
                  <c:v>58.45864661654135</c:v>
                </c:pt>
                <c:pt idx="1246">
                  <c:v>58.55263157894737</c:v>
                </c:pt>
                <c:pt idx="1247">
                  <c:v>58.55263157894737</c:v>
                </c:pt>
                <c:pt idx="1248">
                  <c:v>58.64661654135338</c:v>
                </c:pt>
                <c:pt idx="1249">
                  <c:v>58.64661654135338</c:v>
                </c:pt>
                <c:pt idx="1250">
                  <c:v>58.74060150375939</c:v>
                </c:pt>
                <c:pt idx="1251">
                  <c:v>58.74060150375939</c:v>
                </c:pt>
                <c:pt idx="1252">
                  <c:v>58.83458646616542</c:v>
                </c:pt>
                <c:pt idx="1253">
                  <c:v>58.83458646616542</c:v>
                </c:pt>
                <c:pt idx="1254">
                  <c:v>58.92857142857143</c:v>
                </c:pt>
                <c:pt idx="1255">
                  <c:v>58.92857142857143</c:v>
                </c:pt>
                <c:pt idx="1256">
                  <c:v>59.02255639097744</c:v>
                </c:pt>
                <c:pt idx="1257">
                  <c:v>59.02255639097744</c:v>
                </c:pt>
                <c:pt idx="1258">
                  <c:v>59.11654135338345</c:v>
                </c:pt>
                <c:pt idx="1259">
                  <c:v>59.11654135338345</c:v>
                </c:pt>
                <c:pt idx="1260">
                  <c:v>59.21052631578947</c:v>
                </c:pt>
                <c:pt idx="1261">
                  <c:v>59.21052631578947</c:v>
                </c:pt>
                <c:pt idx="1262">
                  <c:v>59.30451127819549</c:v>
                </c:pt>
                <c:pt idx="1263">
                  <c:v>59.30451127819549</c:v>
                </c:pt>
                <c:pt idx="1264">
                  <c:v>59.3984962406015</c:v>
                </c:pt>
                <c:pt idx="1265">
                  <c:v>59.3984962406015</c:v>
                </c:pt>
                <c:pt idx="1266">
                  <c:v>59.49248120300752</c:v>
                </c:pt>
                <c:pt idx="1267">
                  <c:v>59.49248120300752</c:v>
                </c:pt>
                <c:pt idx="1268">
                  <c:v>59.58646616541353</c:v>
                </c:pt>
                <c:pt idx="1269">
                  <c:v>59.58646616541353</c:v>
                </c:pt>
                <c:pt idx="1270">
                  <c:v>59.68045112781954</c:v>
                </c:pt>
                <c:pt idx="1271">
                  <c:v>59.68045112781954</c:v>
                </c:pt>
                <c:pt idx="1272">
                  <c:v>59.77443609022557</c:v>
                </c:pt>
                <c:pt idx="1273">
                  <c:v>59.77443609022557</c:v>
                </c:pt>
                <c:pt idx="1274">
                  <c:v>59.86842105263158</c:v>
                </c:pt>
                <c:pt idx="1275">
                  <c:v>59.86842105263158</c:v>
                </c:pt>
                <c:pt idx="1276">
                  <c:v>59.96240601503759</c:v>
                </c:pt>
                <c:pt idx="1277">
                  <c:v>59.96240601503759</c:v>
                </c:pt>
                <c:pt idx="1278">
                  <c:v>60.05639097744361</c:v>
                </c:pt>
                <c:pt idx="1279">
                  <c:v>60.05639097744361</c:v>
                </c:pt>
                <c:pt idx="1280">
                  <c:v>60.15037593984962</c:v>
                </c:pt>
                <c:pt idx="1281">
                  <c:v>60.15037593984962</c:v>
                </c:pt>
                <c:pt idx="1282">
                  <c:v>60.24436090225564</c:v>
                </c:pt>
                <c:pt idx="1283">
                  <c:v>60.24436090225564</c:v>
                </c:pt>
                <c:pt idx="1284">
                  <c:v>60.33834586466165</c:v>
                </c:pt>
                <c:pt idx="1285">
                  <c:v>60.33834586466165</c:v>
                </c:pt>
                <c:pt idx="1286">
                  <c:v>60.43233082706767</c:v>
                </c:pt>
                <c:pt idx="1287">
                  <c:v>60.43233082706767</c:v>
                </c:pt>
                <c:pt idx="1288">
                  <c:v>60.52631578947368</c:v>
                </c:pt>
                <c:pt idx="1289">
                  <c:v>60.52631578947368</c:v>
                </c:pt>
                <c:pt idx="1290">
                  <c:v>60.6203007518797</c:v>
                </c:pt>
                <c:pt idx="1291">
                  <c:v>60.6203007518797</c:v>
                </c:pt>
                <c:pt idx="1292">
                  <c:v>60.71428571428571</c:v>
                </c:pt>
                <c:pt idx="1293">
                  <c:v>60.71428571428571</c:v>
                </c:pt>
                <c:pt idx="1294">
                  <c:v>60.80827067669173</c:v>
                </c:pt>
                <c:pt idx="1295">
                  <c:v>60.80827067669173</c:v>
                </c:pt>
                <c:pt idx="1296">
                  <c:v>60.90225563909775</c:v>
                </c:pt>
                <c:pt idx="1297">
                  <c:v>60.90225563909775</c:v>
                </c:pt>
                <c:pt idx="1298">
                  <c:v>60.99624060150376</c:v>
                </c:pt>
                <c:pt idx="1299">
                  <c:v>60.99624060150376</c:v>
                </c:pt>
                <c:pt idx="1300">
                  <c:v>61.09022556390977</c:v>
                </c:pt>
                <c:pt idx="1301">
                  <c:v>61.09022556390977</c:v>
                </c:pt>
                <c:pt idx="1302">
                  <c:v>61.18421052631579</c:v>
                </c:pt>
                <c:pt idx="1303">
                  <c:v>61.18421052631579</c:v>
                </c:pt>
                <c:pt idx="1304">
                  <c:v>61.27819548872181</c:v>
                </c:pt>
                <c:pt idx="1305">
                  <c:v>61.27819548872181</c:v>
                </c:pt>
                <c:pt idx="1306">
                  <c:v>61.37218045112783</c:v>
                </c:pt>
                <c:pt idx="1307">
                  <c:v>61.37218045112783</c:v>
                </c:pt>
                <c:pt idx="1308">
                  <c:v>61.46616541353384</c:v>
                </c:pt>
                <c:pt idx="1309">
                  <c:v>61.46616541353384</c:v>
                </c:pt>
                <c:pt idx="1310">
                  <c:v>61.56015037593985</c:v>
                </c:pt>
                <c:pt idx="1311">
                  <c:v>61.56015037593985</c:v>
                </c:pt>
                <c:pt idx="1312">
                  <c:v>61.65413533834586</c:v>
                </c:pt>
                <c:pt idx="1313">
                  <c:v>61.65413533834586</c:v>
                </c:pt>
                <c:pt idx="1314">
                  <c:v>61.74812030075187</c:v>
                </c:pt>
                <c:pt idx="1315">
                  <c:v>61.74812030075187</c:v>
                </c:pt>
                <c:pt idx="1316">
                  <c:v>61.8421052631579</c:v>
                </c:pt>
                <c:pt idx="1317">
                  <c:v>61.8421052631579</c:v>
                </c:pt>
                <c:pt idx="1318">
                  <c:v>61.93609022556391</c:v>
                </c:pt>
                <c:pt idx="1319">
                  <c:v>61.93609022556391</c:v>
                </c:pt>
                <c:pt idx="1320">
                  <c:v>62.03007518796993</c:v>
                </c:pt>
                <c:pt idx="1321">
                  <c:v>62.03007518796993</c:v>
                </c:pt>
                <c:pt idx="1322">
                  <c:v>62.12406015037594</c:v>
                </c:pt>
                <c:pt idx="1323">
                  <c:v>62.12406015037594</c:v>
                </c:pt>
                <c:pt idx="1324">
                  <c:v>62.21804511278195</c:v>
                </c:pt>
                <c:pt idx="1325">
                  <c:v>62.21804511278195</c:v>
                </c:pt>
                <c:pt idx="1326">
                  <c:v>62.31203007518798</c:v>
                </c:pt>
                <c:pt idx="1327">
                  <c:v>62.31203007518798</c:v>
                </c:pt>
                <c:pt idx="1328">
                  <c:v>62.40601503759399</c:v>
                </c:pt>
                <c:pt idx="1329">
                  <c:v>62.40601503759399</c:v>
                </c:pt>
                <c:pt idx="1330">
                  <c:v>62.5</c:v>
                </c:pt>
                <c:pt idx="1331">
                  <c:v>62.5</c:v>
                </c:pt>
                <c:pt idx="1332">
                  <c:v>62.59398496240601</c:v>
                </c:pt>
                <c:pt idx="1333">
                  <c:v>62.59398496240601</c:v>
                </c:pt>
                <c:pt idx="1334">
                  <c:v>62.68796992481202</c:v>
                </c:pt>
                <c:pt idx="1335">
                  <c:v>62.68796992481202</c:v>
                </c:pt>
                <c:pt idx="1336">
                  <c:v>62.78195488721805</c:v>
                </c:pt>
                <c:pt idx="1337">
                  <c:v>62.78195488721805</c:v>
                </c:pt>
                <c:pt idx="1338">
                  <c:v>62.87593984962406</c:v>
                </c:pt>
                <c:pt idx="1339">
                  <c:v>62.87593984962406</c:v>
                </c:pt>
                <c:pt idx="1340">
                  <c:v>62.96992481203007</c:v>
                </c:pt>
                <c:pt idx="1341">
                  <c:v>62.96992481203007</c:v>
                </c:pt>
                <c:pt idx="1342">
                  <c:v>63.06390977443609</c:v>
                </c:pt>
                <c:pt idx="1343">
                  <c:v>63.06390977443609</c:v>
                </c:pt>
                <c:pt idx="1344">
                  <c:v>63.1578947368421</c:v>
                </c:pt>
                <c:pt idx="1345">
                  <c:v>63.1578947368421</c:v>
                </c:pt>
                <c:pt idx="1346">
                  <c:v>63.25187969924813</c:v>
                </c:pt>
                <c:pt idx="1347">
                  <c:v>63.25187969924813</c:v>
                </c:pt>
                <c:pt idx="1348">
                  <c:v>63.34586466165414</c:v>
                </c:pt>
                <c:pt idx="1349">
                  <c:v>63.34586466165414</c:v>
                </c:pt>
                <c:pt idx="1350">
                  <c:v>63.43984962406015</c:v>
                </c:pt>
                <c:pt idx="1351">
                  <c:v>63.43984962406015</c:v>
                </c:pt>
                <c:pt idx="1352">
                  <c:v>63.53383458646616</c:v>
                </c:pt>
                <c:pt idx="1353">
                  <c:v>63.53383458646616</c:v>
                </c:pt>
                <c:pt idx="1354">
                  <c:v>63.62781954887217</c:v>
                </c:pt>
                <c:pt idx="1355">
                  <c:v>63.62781954887217</c:v>
                </c:pt>
                <c:pt idx="1356">
                  <c:v>63.72180451127819</c:v>
                </c:pt>
                <c:pt idx="1357">
                  <c:v>63.72180451127819</c:v>
                </c:pt>
                <c:pt idx="1358">
                  <c:v>63.81578947368421</c:v>
                </c:pt>
                <c:pt idx="1359">
                  <c:v>63.81578947368421</c:v>
                </c:pt>
                <c:pt idx="1360">
                  <c:v>63.90977443609023</c:v>
                </c:pt>
                <c:pt idx="1361">
                  <c:v>63.90977443609023</c:v>
                </c:pt>
                <c:pt idx="1362">
                  <c:v>64.00375939849624</c:v>
                </c:pt>
                <c:pt idx="1363">
                  <c:v>64.00375939849624</c:v>
                </c:pt>
                <c:pt idx="1364">
                  <c:v>64.09774436090225</c:v>
                </c:pt>
                <c:pt idx="1365">
                  <c:v>64.09774436090225</c:v>
                </c:pt>
                <c:pt idx="1366">
                  <c:v>64.19172932330827</c:v>
                </c:pt>
                <c:pt idx="1367">
                  <c:v>64.19172932330827</c:v>
                </c:pt>
                <c:pt idx="1368">
                  <c:v>64.28571428571429</c:v>
                </c:pt>
                <c:pt idx="1369">
                  <c:v>64.28571428571429</c:v>
                </c:pt>
                <c:pt idx="1370">
                  <c:v>64.3796992481203</c:v>
                </c:pt>
                <c:pt idx="1371">
                  <c:v>64.3796992481203</c:v>
                </c:pt>
                <c:pt idx="1372">
                  <c:v>64.47368421052632</c:v>
                </c:pt>
                <c:pt idx="1373">
                  <c:v>64.47368421052632</c:v>
                </c:pt>
                <c:pt idx="1374">
                  <c:v>64.56766917293233</c:v>
                </c:pt>
                <c:pt idx="1375">
                  <c:v>64.56766917293233</c:v>
                </c:pt>
                <c:pt idx="1376">
                  <c:v>64.66165413533834</c:v>
                </c:pt>
                <c:pt idx="1377">
                  <c:v>64.66165413533834</c:v>
                </c:pt>
                <c:pt idx="1378">
                  <c:v>64.75563909774436</c:v>
                </c:pt>
                <c:pt idx="1379">
                  <c:v>64.75563909774436</c:v>
                </c:pt>
                <c:pt idx="1380">
                  <c:v>64.84962406015038</c:v>
                </c:pt>
                <c:pt idx="1381">
                  <c:v>64.84962406015038</c:v>
                </c:pt>
                <c:pt idx="1382">
                  <c:v>64.94360902255639</c:v>
                </c:pt>
                <c:pt idx="1383">
                  <c:v>64.94360902255639</c:v>
                </c:pt>
                <c:pt idx="1384">
                  <c:v>65.0375939849624</c:v>
                </c:pt>
                <c:pt idx="1385">
                  <c:v>65.0375939849624</c:v>
                </c:pt>
                <c:pt idx="1386">
                  <c:v>65.13157894736842</c:v>
                </c:pt>
                <c:pt idx="1387">
                  <c:v>65.13157894736842</c:v>
                </c:pt>
                <c:pt idx="1388">
                  <c:v>65.22556390977444</c:v>
                </c:pt>
                <c:pt idx="1389">
                  <c:v>65.22556390977444</c:v>
                </c:pt>
                <c:pt idx="1390">
                  <c:v>65.31954887218046</c:v>
                </c:pt>
                <c:pt idx="1391">
                  <c:v>65.31954887218046</c:v>
                </c:pt>
                <c:pt idx="1392">
                  <c:v>65.41353383458647</c:v>
                </c:pt>
                <c:pt idx="1393">
                  <c:v>65.41353383458647</c:v>
                </c:pt>
                <c:pt idx="1394">
                  <c:v>65.50751879699249</c:v>
                </c:pt>
                <c:pt idx="1395">
                  <c:v>65.50751879699249</c:v>
                </c:pt>
                <c:pt idx="1396">
                  <c:v>65.6015037593985</c:v>
                </c:pt>
                <c:pt idx="1397">
                  <c:v>65.6015037593985</c:v>
                </c:pt>
                <c:pt idx="1398">
                  <c:v>65.69548872180451</c:v>
                </c:pt>
                <c:pt idx="1399">
                  <c:v>65.69548872180451</c:v>
                </c:pt>
                <c:pt idx="1400">
                  <c:v>65.78947368421053</c:v>
                </c:pt>
                <c:pt idx="1401">
                  <c:v>65.78947368421053</c:v>
                </c:pt>
                <c:pt idx="1402">
                  <c:v>65.88345864661655</c:v>
                </c:pt>
                <c:pt idx="1403">
                  <c:v>65.88345864661655</c:v>
                </c:pt>
                <c:pt idx="1404">
                  <c:v>65.97744360902256</c:v>
                </c:pt>
                <c:pt idx="1405">
                  <c:v>65.97744360902256</c:v>
                </c:pt>
                <c:pt idx="1406">
                  <c:v>66.07142857142857</c:v>
                </c:pt>
                <c:pt idx="1407">
                  <c:v>66.07142857142857</c:v>
                </c:pt>
                <c:pt idx="1408">
                  <c:v>66.16541353383458</c:v>
                </c:pt>
                <c:pt idx="1409">
                  <c:v>66.16541353383458</c:v>
                </c:pt>
                <c:pt idx="1410">
                  <c:v>66.25939849624061</c:v>
                </c:pt>
                <c:pt idx="1411">
                  <c:v>66.25939849624061</c:v>
                </c:pt>
                <c:pt idx="1412">
                  <c:v>66.35338345864662</c:v>
                </c:pt>
                <c:pt idx="1413">
                  <c:v>66.35338345864662</c:v>
                </c:pt>
                <c:pt idx="1414">
                  <c:v>66.44736842105263</c:v>
                </c:pt>
                <c:pt idx="1415">
                  <c:v>66.44736842105263</c:v>
                </c:pt>
                <c:pt idx="1416">
                  <c:v>66.54135338345864</c:v>
                </c:pt>
                <c:pt idx="1417">
                  <c:v>66.54135338345864</c:v>
                </c:pt>
                <c:pt idx="1418">
                  <c:v>66.63533834586465</c:v>
                </c:pt>
                <c:pt idx="1419">
                  <c:v>66.63533834586465</c:v>
                </c:pt>
                <c:pt idx="1420">
                  <c:v>66.72932330827066</c:v>
                </c:pt>
                <c:pt idx="1421">
                  <c:v>66.72932330827066</c:v>
                </c:pt>
                <c:pt idx="1422">
                  <c:v>66.82330827067669</c:v>
                </c:pt>
                <c:pt idx="1423">
                  <c:v>66.82330827067669</c:v>
                </c:pt>
                <c:pt idx="1424">
                  <c:v>66.9172932330827</c:v>
                </c:pt>
                <c:pt idx="1425">
                  <c:v>66.9172932330827</c:v>
                </c:pt>
                <c:pt idx="1426">
                  <c:v>67.01127819548873</c:v>
                </c:pt>
                <c:pt idx="1427">
                  <c:v>67.01127819548873</c:v>
                </c:pt>
                <c:pt idx="1428">
                  <c:v>67.10526315789474</c:v>
                </c:pt>
                <c:pt idx="1429">
                  <c:v>67.10526315789474</c:v>
                </c:pt>
                <c:pt idx="1430">
                  <c:v>67.19924812030075</c:v>
                </c:pt>
                <c:pt idx="1431">
                  <c:v>67.19924812030075</c:v>
                </c:pt>
                <c:pt idx="1432">
                  <c:v>67.29323308270678</c:v>
                </c:pt>
                <c:pt idx="1433">
                  <c:v>67.29323308270678</c:v>
                </c:pt>
                <c:pt idx="1434">
                  <c:v>67.38721804511279</c:v>
                </c:pt>
                <c:pt idx="1435">
                  <c:v>67.38721804511279</c:v>
                </c:pt>
                <c:pt idx="1436">
                  <c:v>67.4812030075188</c:v>
                </c:pt>
                <c:pt idx="1437">
                  <c:v>67.4812030075188</c:v>
                </c:pt>
                <c:pt idx="1438">
                  <c:v>67.57518796992481</c:v>
                </c:pt>
                <c:pt idx="1439">
                  <c:v>67.57518796992481</c:v>
                </c:pt>
                <c:pt idx="1440">
                  <c:v>67.66917293233082</c:v>
                </c:pt>
                <c:pt idx="1441">
                  <c:v>67.66917293233082</c:v>
                </c:pt>
                <c:pt idx="1442">
                  <c:v>67.76315789473685</c:v>
                </c:pt>
                <c:pt idx="1443">
                  <c:v>67.76315789473685</c:v>
                </c:pt>
                <c:pt idx="1444">
                  <c:v>67.85714285714286</c:v>
                </c:pt>
                <c:pt idx="1445">
                  <c:v>67.85714285714286</c:v>
                </c:pt>
                <c:pt idx="1446">
                  <c:v>67.95112781954887</c:v>
                </c:pt>
                <c:pt idx="1447">
                  <c:v>67.95112781954887</c:v>
                </c:pt>
                <c:pt idx="1448">
                  <c:v>68.04511278195488</c:v>
                </c:pt>
                <c:pt idx="1449">
                  <c:v>68.04511278195488</c:v>
                </c:pt>
                <c:pt idx="1450">
                  <c:v>68.1390977443609</c:v>
                </c:pt>
                <c:pt idx="1451">
                  <c:v>68.1390977443609</c:v>
                </c:pt>
                <c:pt idx="1452">
                  <c:v>68.23308270676691</c:v>
                </c:pt>
                <c:pt idx="1453">
                  <c:v>68.23308270676691</c:v>
                </c:pt>
                <c:pt idx="1454">
                  <c:v>68.32706766917293</c:v>
                </c:pt>
                <c:pt idx="1455">
                  <c:v>68.32706766917293</c:v>
                </c:pt>
                <c:pt idx="1456">
                  <c:v>68.42105263157895</c:v>
                </c:pt>
                <c:pt idx="1457">
                  <c:v>68.42105263157895</c:v>
                </c:pt>
                <c:pt idx="1458">
                  <c:v>68.51503759398496</c:v>
                </c:pt>
                <c:pt idx="1459">
                  <c:v>68.51503759398496</c:v>
                </c:pt>
                <c:pt idx="1460">
                  <c:v>68.60902255639097</c:v>
                </c:pt>
                <c:pt idx="1461">
                  <c:v>68.60902255639097</c:v>
                </c:pt>
                <c:pt idx="1462">
                  <c:v>68.70300751879699</c:v>
                </c:pt>
                <c:pt idx="1463">
                  <c:v>68.70300751879699</c:v>
                </c:pt>
                <c:pt idx="1464">
                  <c:v>68.79699248120301</c:v>
                </c:pt>
                <c:pt idx="1465">
                  <c:v>68.79699248120301</c:v>
                </c:pt>
                <c:pt idx="1466">
                  <c:v>68.89097744360903</c:v>
                </c:pt>
                <c:pt idx="1467">
                  <c:v>68.89097744360903</c:v>
                </c:pt>
                <c:pt idx="1468">
                  <c:v>68.98496240601504</c:v>
                </c:pt>
                <c:pt idx="1469">
                  <c:v>68.98496240601504</c:v>
                </c:pt>
                <c:pt idx="1470">
                  <c:v>69.07894736842105</c:v>
                </c:pt>
                <c:pt idx="1471">
                  <c:v>69.07894736842105</c:v>
                </c:pt>
                <c:pt idx="1472">
                  <c:v>69.17293233082707</c:v>
                </c:pt>
                <c:pt idx="1473">
                  <c:v>69.17293233082707</c:v>
                </c:pt>
                <c:pt idx="1474">
                  <c:v>69.26691729323309</c:v>
                </c:pt>
                <c:pt idx="1475">
                  <c:v>69.26691729323309</c:v>
                </c:pt>
                <c:pt idx="1476">
                  <c:v>69.3609022556391</c:v>
                </c:pt>
                <c:pt idx="1477">
                  <c:v>69.3609022556391</c:v>
                </c:pt>
                <c:pt idx="1478">
                  <c:v>69.45488721804512</c:v>
                </c:pt>
                <c:pt idx="1479">
                  <c:v>69.45488721804512</c:v>
                </c:pt>
                <c:pt idx="1480">
                  <c:v>69.54887218045113</c:v>
                </c:pt>
                <c:pt idx="1481">
                  <c:v>69.54887218045113</c:v>
                </c:pt>
                <c:pt idx="1482">
                  <c:v>69.64285714285714</c:v>
                </c:pt>
                <c:pt idx="1483">
                  <c:v>69.64285714285714</c:v>
                </c:pt>
                <c:pt idx="1484">
                  <c:v>69.73684210526315</c:v>
                </c:pt>
                <c:pt idx="1485">
                  <c:v>69.73684210526315</c:v>
                </c:pt>
                <c:pt idx="1486">
                  <c:v>69.83082706766918</c:v>
                </c:pt>
                <c:pt idx="1487">
                  <c:v>69.83082706766918</c:v>
                </c:pt>
                <c:pt idx="1488">
                  <c:v>69.92481203007519</c:v>
                </c:pt>
                <c:pt idx="1489">
                  <c:v>69.92481203007519</c:v>
                </c:pt>
                <c:pt idx="1490">
                  <c:v>70.0187969924812</c:v>
                </c:pt>
                <c:pt idx="1491">
                  <c:v>70.0187969924812</c:v>
                </c:pt>
                <c:pt idx="1492">
                  <c:v>70.11278195488721</c:v>
                </c:pt>
                <c:pt idx="1493">
                  <c:v>70.11278195488721</c:v>
                </c:pt>
                <c:pt idx="1494">
                  <c:v>70.20676691729322</c:v>
                </c:pt>
                <c:pt idx="1495">
                  <c:v>70.20676691729322</c:v>
                </c:pt>
                <c:pt idx="1496">
                  <c:v>70.30075187969925</c:v>
                </c:pt>
                <c:pt idx="1497">
                  <c:v>70.30075187969925</c:v>
                </c:pt>
                <c:pt idx="1498">
                  <c:v>70.39473684210526</c:v>
                </c:pt>
                <c:pt idx="1499">
                  <c:v>70.39473684210526</c:v>
                </c:pt>
                <c:pt idx="1500">
                  <c:v>70.48872180451127</c:v>
                </c:pt>
                <c:pt idx="1501">
                  <c:v>70.48872180451127</c:v>
                </c:pt>
                <c:pt idx="1502">
                  <c:v>70.5827067669173</c:v>
                </c:pt>
                <c:pt idx="1503">
                  <c:v>70.5827067669173</c:v>
                </c:pt>
                <c:pt idx="1504">
                  <c:v>70.67669172932331</c:v>
                </c:pt>
                <c:pt idx="1505">
                  <c:v>70.67669172932331</c:v>
                </c:pt>
                <c:pt idx="1506">
                  <c:v>70.77067669172934</c:v>
                </c:pt>
                <c:pt idx="1507">
                  <c:v>70.77067669172934</c:v>
                </c:pt>
                <c:pt idx="1508">
                  <c:v>70.86466165413535</c:v>
                </c:pt>
                <c:pt idx="1509">
                  <c:v>70.86466165413535</c:v>
                </c:pt>
                <c:pt idx="1510">
                  <c:v>70.95864661654136</c:v>
                </c:pt>
                <c:pt idx="1511">
                  <c:v>70.95864661654136</c:v>
                </c:pt>
                <c:pt idx="1512">
                  <c:v>71.05263157894737</c:v>
                </c:pt>
                <c:pt idx="1513">
                  <c:v>71.05263157894737</c:v>
                </c:pt>
                <c:pt idx="1514">
                  <c:v>71.14661654135338</c:v>
                </c:pt>
                <c:pt idx="1515">
                  <c:v>71.14661654135338</c:v>
                </c:pt>
                <c:pt idx="1516">
                  <c:v>71.24060150375939</c:v>
                </c:pt>
                <c:pt idx="1517">
                  <c:v>71.24060150375939</c:v>
                </c:pt>
                <c:pt idx="1518">
                  <c:v>71.33458646616542</c:v>
                </c:pt>
                <c:pt idx="1519">
                  <c:v>71.33458646616542</c:v>
                </c:pt>
                <c:pt idx="1520">
                  <c:v>71.42857142857143</c:v>
                </c:pt>
                <c:pt idx="1521">
                  <c:v>71.42857142857143</c:v>
                </c:pt>
                <c:pt idx="1522">
                  <c:v>71.52255639097744</c:v>
                </c:pt>
                <c:pt idx="1523">
                  <c:v>71.52255639097744</c:v>
                </c:pt>
                <c:pt idx="1524">
                  <c:v>71.61654135338345</c:v>
                </c:pt>
                <c:pt idx="1525">
                  <c:v>71.61654135338345</c:v>
                </c:pt>
                <c:pt idx="1526">
                  <c:v>71.71052631578947</c:v>
                </c:pt>
                <c:pt idx="1527">
                  <c:v>71.71052631578947</c:v>
                </c:pt>
                <c:pt idx="1528">
                  <c:v>71.80451127819549</c:v>
                </c:pt>
                <c:pt idx="1529">
                  <c:v>71.80451127819549</c:v>
                </c:pt>
                <c:pt idx="1530">
                  <c:v>71.8984962406015</c:v>
                </c:pt>
                <c:pt idx="1531">
                  <c:v>71.8984962406015</c:v>
                </c:pt>
                <c:pt idx="1532">
                  <c:v>71.99248120300751</c:v>
                </c:pt>
                <c:pt idx="1533">
                  <c:v>71.99248120300751</c:v>
                </c:pt>
                <c:pt idx="1534">
                  <c:v>72.08646616541353</c:v>
                </c:pt>
                <c:pt idx="1535">
                  <c:v>72.08646616541353</c:v>
                </c:pt>
                <c:pt idx="1536">
                  <c:v>72.18045112781954</c:v>
                </c:pt>
                <c:pt idx="1537">
                  <c:v>72.18045112781954</c:v>
                </c:pt>
                <c:pt idx="1538">
                  <c:v>72.27443609022556</c:v>
                </c:pt>
                <c:pt idx="1539">
                  <c:v>72.27443609022556</c:v>
                </c:pt>
                <c:pt idx="1540">
                  <c:v>72.36842105263158</c:v>
                </c:pt>
                <c:pt idx="1541">
                  <c:v>72.36842105263158</c:v>
                </c:pt>
                <c:pt idx="1542">
                  <c:v>72.4624060150376</c:v>
                </c:pt>
                <c:pt idx="1543">
                  <c:v>72.4624060150376</c:v>
                </c:pt>
                <c:pt idx="1544">
                  <c:v>72.55639097744361</c:v>
                </c:pt>
                <c:pt idx="1545">
                  <c:v>72.55639097744361</c:v>
                </c:pt>
                <c:pt idx="1546">
                  <c:v>72.65037593984962</c:v>
                </c:pt>
                <c:pt idx="1547">
                  <c:v>72.65037593984962</c:v>
                </c:pt>
                <c:pt idx="1548">
                  <c:v>72.74436090225564</c:v>
                </c:pt>
                <c:pt idx="1549">
                  <c:v>72.74436090225564</c:v>
                </c:pt>
                <c:pt idx="1550">
                  <c:v>72.83834586466166</c:v>
                </c:pt>
                <c:pt idx="1551">
                  <c:v>72.83834586466166</c:v>
                </c:pt>
                <c:pt idx="1552">
                  <c:v>72.93233082706767</c:v>
                </c:pt>
                <c:pt idx="1553">
                  <c:v>72.93233082706767</c:v>
                </c:pt>
                <c:pt idx="1554">
                  <c:v>73.02631578947368</c:v>
                </c:pt>
                <c:pt idx="1555">
                  <c:v>73.02631578947368</c:v>
                </c:pt>
                <c:pt idx="1556">
                  <c:v>73.1203007518797</c:v>
                </c:pt>
                <c:pt idx="1557">
                  <c:v>73.1203007518797</c:v>
                </c:pt>
                <c:pt idx="1558">
                  <c:v>73.21428571428571</c:v>
                </c:pt>
                <c:pt idx="1559">
                  <c:v>73.21428571428571</c:v>
                </c:pt>
                <c:pt idx="1560">
                  <c:v>73.30827067669173</c:v>
                </c:pt>
                <c:pt idx="1561">
                  <c:v>73.30827067669173</c:v>
                </c:pt>
                <c:pt idx="1562">
                  <c:v>73.40225563909775</c:v>
                </c:pt>
                <c:pt idx="1563">
                  <c:v>73.40225563909775</c:v>
                </c:pt>
                <c:pt idx="1564">
                  <c:v>73.49624060150376</c:v>
                </c:pt>
                <c:pt idx="1565">
                  <c:v>73.49624060150376</c:v>
                </c:pt>
                <c:pt idx="1566">
                  <c:v>73.59022556390977</c:v>
                </c:pt>
                <c:pt idx="1567">
                  <c:v>73.59022556390977</c:v>
                </c:pt>
                <c:pt idx="1568">
                  <c:v>73.68421052631578</c:v>
                </c:pt>
                <c:pt idx="1569">
                  <c:v>73.68421052631578</c:v>
                </c:pt>
                <c:pt idx="1570">
                  <c:v>73.77819548872181</c:v>
                </c:pt>
                <c:pt idx="1571">
                  <c:v>73.77819548872181</c:v>
                </c:pt>
                <c:pt idx="1572">
                  <c:v>73.87218045112782</c:v>
                </c:pt>
                <c:pt idx="1573">
                  <c:v>73.87218045112782</c:v>
                </c:pt>
                <c:pt idx="1574">
                  <c:v>73.96616541353383</c:v>
                </c:pt>
                <c:pt idx="1575">
                  <c:v>73.96616541353383</c:v>
                </c:pt>
                <c:pt idx="1576">
                  <c:v>74.06015037593986</c:v>
                </c:pt>
                <c:pt idx="1577">
                  <c:v>74.06015037593986</c:v>
                </c:pt>
                <c:pt idx="1578">
                  <c:v>74.15413533834587</c:v>
                </c:pt>
                <c:pt idx="1579">
                  <c:v>74.15413533834587</c:v>
                </c:pt>
                <c:pt idx="1580">
                  <c:v>74.24812030075188</c:v>
                </c:pt>
                <c:pt idx="1581">
                  <c:v>74.24812030075188</c:v>
                </c:pt>
                <c:pt idx="1582">
                  <c:v>74.3421052631579</c:v>
                </c:pt>
                <c:pt idx="1583">
                  <c:v>74.3421052631579</c:v>
                </c:pt>
                <c:pt idx="1584">
                  <c:v>74.43609022556392</c:v>
                </c:pt>
                <c:pt idx="1585">
                  <c:v>74.43609022556392</c:v>
                </c:pt>
                <c:pt idx="1586">
                  <c:v>74.53007518796993</c:v>
                </c:pt>
                <c:pt idx="1587">
                  <c:v>74.53007518796993</c:v>
                </c:pt>
                <c:pt idx="1588">
                  <c:v>74.62406015037594</c:v>
                </c:pt>
                <c:pt idx="1589">
                  <c:v>74.62406015037594</c:v>
                </c:pt>
                <c:pt idx="1590">
                  <c:v>74.71804511278195</c:v>
                </c:pt>
                <c:pt idx="1591">
                  <c:v>74.71804511278195</c:v>
                </c:pt>
                <c:pt idx="1592">
                  <c:v>74.81203007518798</c:v>
                </c:pt>
                <c:pt idx="1593">
                  <c:v>74.81203007518798</c:v>
                </c:pt>
                <c:pt idx="1594">
                  <c:v>74.90601503759399</c:v>
                </c:pt>
                <c:pt idx="1595">
                  <c:v>74.90601503759399</c:v>
                </c:pt>
                <c:pt idx="1596">
                  <c:v>75</c:v>
                </c:pt>
                <c:pt idx="1597">
                  <c:v>75</c:v>
                </c:pt>
                <c:pt idx="1598">
                  <c:v>75.09398496240601</c:v>
                </c:pt>
                <c:pt idx="1599">
                  <c:v>75.09398496240601</c:v>
                </c:pt>
                <c:pt idx="1600">
                  <c:v>75.18796992481202</c:v>
                </c:pt>
                <c:pt idx="1601">
                  <c:v>75.18796992481202</c:v>
                </c:pt>
                <c:pt idx="1602">
                  <c:v>75.28195488721805</c:v>
                </c:pt>
                <c:pt idx="1603">
                  <c:v>75.28195488721805</c:v>
                </c:pt>
                <c:pt idx="1604">
                  <c:v>75.37593984962406</c:v>
                </c:pt>
                <c:pt idx="1605">
                  <c:v>75.37593984962406</c:v>
                </c:pt>
                <c:pt idx="1606">
                  <c:v>75.46992481203007</c:v>
                </c:pt>
                <c:pt idx="1607">
                  <c:v>75.46992481203007</c:v>
                </c:pt>
                <c:pt idx="1608">
                  <c:v>75.56390977443608</c:v>
                </c:pt>
                <c:pt idx="1609">
                  <c:v>75.56390977443608</c:v>
                </c:pt>
                <c:pt idx="1610">
                  <c:v>75.6578947368421</c:v>
                </c:pt>
                <c:pt idx="1611">
                  <c:v>75.6578947368421</c:v>
                </c:pt>
                <c:pt idx="1612">
                  <c:v>75.75187969924812</c:v>
                </c:pt>
                <c:pt idx="1613">
                  <c:v>75.75187969924812</c:v>
                </c:pt>
                <c:pt idx="1614">
                  <c:v>75.84586466165413</c:v>
                </c:pt>
                <c:pt idx="1615">
                  <c:v>75.84586466165413</c:v>
                </c:pt>
                <c:pt idx="1616">
                  <c:v>75.93984962406014</c:v>
                </c:pt>
                <c:pt idx="1617">
                  <c:v>75.93984962406014</c:v>
                </c:pt>
                <c:pt idx="1618">
                  <c:v>76.03383458646617</c:v>
                </c:pt>
                <c:pt idx="1619">
                  <c:v>76.03383458646617</c:v>
                </c:pt>
                <c:pt idx="1620">
                  <c:v>76.12781954887218</c:v>
                </c:pt>
                <c:pt idx="1621">
                  <c:v>76.12781954887218</c:v>
                </c:pt>
                <c:pt idx="1622">
                  <c:v>76.22180451127819</c:v>
                </c:pt>
                <c:pt idx="1623">
                  <c:v>76.22180451127819</c:v>
                </c:pt>
                <c:pt idx="1624">
                  <c:v>76.31578947368422</c:v>
                </c:pt>
                <c:pt idx="1625">
                  <c:v>76.31578947368422</c:v>
                </c:pt>
                <c:pt idx="1626">
                  <c:v>76.40977443609023</c:v>
                </c:pt>
                <c:pt idx="1627">
                  <c:v>76.40977443609023</c:v>
                </c:pt>
                <c:pt idx="1628">
                  <c:v>76.50375939849624</c:v>
                </c:pt>
                <c:pt idx="1629">
                  <c:v>76.50375939849624</c:v>
                </c:pt>
                <c:pt idx="1630">
                  <c:v>76.59774436090225</c:v>
                </c:pt>
                <c:pt idx="1631">
                  <c:v>76.59774436090225</c:v>
                </c:pt>
                <c:pt idx="1632">
                  <c:v>76.69172932330827</c:v>
                </c:pt>
                <c:pt idx="1633">
                  <c:v>76.69172932330827</c:v>
                </c:pt>
                <c:pt idx="1634">
                  <c:v>76.78571428571429</c:v>
                </c:pt>
                <c:pt idx="1635">
                  <c:v>76.78571428571429</c:v>
                </c:pt>
                <c:pt idx="1636">
                  <c:v>76.8796992481203</c:v>
                </c:pt>
                <c:pt idx="1637">
                  <c:v>76.8796992481203</c:v>
                </c:pt>
                <c:pt idx="1638">
                  <c:v>76.97368421052632</c:v>
                </c:pt>
                <c:pt idx="1639">
                  <c:v>76.97368421052632</c:v>
                </c:pt>
                <c:pt idx="1640">
                  <c:v>77.06766917293233</c:v>
                </c:pt>
                <c:pt idx="1641">
                  <c:v>77.06766917293233</c:v>
                </c:pt>
                <c:pt idx="1642">
                  <c:v>77.16165413533834</c:v>
                </c:pt>
                <c:pt idx="1643">
                  <c:v>77.16165413533834</c:v>
                </c:pt>
                <c:pt idx="1644">
                  <c:v>77.25563909774436</c:v>
                </c:pt>
                <c:pt idx="1645">
                  <c:v>77.25563909774436</c:v>
                </c:pt>
                <c:pt idx="1646">
                  <c:v>77.34962406015038</c:v>
                </c:pt>
                <c:pt idx="1647">
                  <c:v>77.34962406015038</c:v>
                </c:pt>
                <c:pt idx="1648">
                  <c:v>77.44360902255639</c:v>
                </c:pt>
                <c:pt idx="1649">
                  <c:v>77.44360902255639</c:v>
                </c:pt>
                <c:pt idx="1650">
                  <c:v>77.5375939849624</c:v>
                </c:pt>
                <c:pt idx="1651">
                  <c:v>77.5375939849624</c:v>
                </c:pt>
                <c:pt idx="1652">
                  <c:v>77.63157894736842</c:v>
                </c:pt>
                <c:pt idx="1653">
                  <c:v>77.63157894736842</c:v>
                </c:pt>
                <c:pt idx="1654">
                  <c:v>77.72556390977444</c:v>
                </c:pt>
                <c:pt idx="1655">
                  <c:v>77.72556390977444</c:v>
                </c:pt>
                <c:pt idx="1656">
                  <c:v>77.81954887218046</c:v>
                </c:pt>
                <c:pt idx="1657">
                  <c:v>77.81954887218046</c:v>
                </c:pt>
                <c:pt idx="1658">
                  <c:v>77.91353383458647</c:v>
                </c:pt>
                <c:pt idx="1659">
                  <c:v>77.91353383458647</c:v>
                </c:pt>
                <c:pt idx="1660">
                  <c:v>78.00751879699249</c:v>
                </c:pt>
                <c:pt idx="1661">
                  <c:v>78.00751879699249</c:v>
                </c:pt>
                <c:pt idx="1662">
                  <c:v>78.1015037593985</c:v>
                </c:pt>
                <c:pt idx="1663">
                  <c:v>78.1015037593985</c:v>
                </c:pt>
                <c:pt idx="1664">
                  <c:v>78.19548872180451</c:v>
                </c:pt>
                <c:pt idx="1665">
                  <c:v>78.19548872180451</c:v>
                </c:pt>
                <c:pt idx="1666">
                  <c:v>78.28947368421053</c:v>
                </c:pt>
                <c:pt idx="1667">
                  <c:v>78.28947368421053</c:v>
                </c:pt>
                <c:pt idx="1668">
                  <c:v>78.38345864661655</c:v>
                </c:pt>
                <c:pt idx="1669">
                  <c:v>78.38345864661655</c:v>
                </c:pt>
                <c:pt idx="1670">
                  <c:v>78.47744360902256</c:v>
                </c:pt>
                <c:pt idx="1671">
                  <c:v>78.47744360902256</c:v>
                </c:pt>
                <c:pt idx="1672">
                  <c:v>78.57142857142857</c:v>
                </c:pt>
                <c:pt idx="1673">
                  <c:v>78.57142857142857</c:v>
                </c:pt>
                <c:pt idx="1674">
                  <c:v>78.66541353383458</c:v>
                </c:pt>
                <c:pt idx="1675">
                  <c:v>78.66541353383458</c:v>
                </c:pt>
                <c:pt idx="1676">
                  <c:v>78.75939849624061</c:v>
                </c:pt>
                <c:pt idx="1677">
                  <c:v>78.75939849624061</c:v>
                </c:pt>
                <c:pt idx="1678">
                  <c:v>78.85338345864662</c:v>
                </c:pt>
                <c:pt idx="1679">
                  <c:v>78.85338345864662</c:v>
                </c:pt>
                <c:pt idx="1680">
                  <c:v>78.94736842105263</c:v>
                </c:pt>
                <c:pt idx="1681">
                  <c:v>78.94736842105263</c:v>
                </c:pt>
                <c:pt idx="1682">
                  <c:v>79.04135338345864</c:v>
                </c:pt>
                <c:pt idx="1683">
                  <c:v>79.04135338345864</c:v>
                </c:pt>
                <c:pt idx="1684">
                  <c:v>79.13533834586465</c:v>
                </c:pt>
                <c:pt idx="1685">
                  <c:v>79.13533834586465</c:v>
                </c:pt>
                <c:pt idx="1686">
                  <c:v>79.22932330827066</c:v>
                </c:pt>
                <c:pt idx="1687">
                  <c:v>79.22932330827066</c:v>
                </c:pt>
                <c:pt idx="1688">
                  <c:v>79.32330827067669</c:v>
                </c:pt>
                <c:pt idx="1689">
                  <c:v>79.32330827067669</c:v>
                </c:pt>
                <c:pt idx="1690">
                  <c:v>79.4172932330827</c:v>
                </c:pt>
                <c:pt idx="1691">
                  <c:v>79.4172932330827</c:v>
                </c:pt>
                <c:pt idx="1692">
                  <c:v>79.51127819548873</c:v>
                </c:pt>
                <c:pt idx="1693">
                  <c:v>79.51127819548873</c:v>
                </c:pt>
                <c:pt idx="1694">
                  <c:v>79.60526315789474</c:v>
                </c:pt>
                <c:pt idx="1695">
                  <c:v>79.60526315789474</c:v>
                </c:pt>
                <c:pt idx="1696">
                  <c:v>79.69924812030075</c:v>
                </c:pt>
                <c:pt idx="1697">
                  <c:v>79.69924812030075</c:v>
                </c:pt>
                <c:pt idx="1698">
                  <c:v>79.79323308270678</c:v>
                </c:pt>
                <c:pt idx="1699">
                  <c:v>79.79323308270678</c:v>
                </c:pt>
                <c:pt idx="1700">
                  <c:v>79.88721804511279</c:v>
                </c:pt>
                <c:pt idx="1701">
                  <c:v>79.88721804511279</c:v>
                </c:pt>
                <c:pt idx="1702">
                  <c:v>79.9812030075188</c:v>
                </c:pt>
                <c:pt idx="1703">
                  <c:v>79.9812030075188</c:v>
                </c:pt>
                <c:pt idx="1704">
                  <c:v>80.07518796992481</c:v>
                </c:pt>
                <c:pt idx="1705">
                  <c:v>80.07518796992481</c:v>
                </c:pt>
                <c:pt idx="1706">
                  <c:v>80.16917293233082</c:v>
                </c:pt>
                <c:pt idx="1707">
                  <c:v>80.16917293233082</c:v>
                </c:pt>
                <c:pt idx="1708">
                  <c:v>80.26315789473685</c:v>
                </c:pt>
                <c:pt idx="1709">
                  <c:v>80.26315789473685</c:v>
                </c:pt>
                <c:pt idx="1710">
                  <c:v>80.35714285714286</c:v>
                </c:pt>
                <c:pt idx="1711">
                  <c:v>80.35714285714286</c:v>
                </c:pt>
                <c:pt idx="1712">
                  <c:v>80.45112781954887</c:v>
                </c:pt>
                <c:pt idx="1713">
                  <c:v>80.45112781954887</c:v>
                </c:pt>
                <c:pt idx="1714">
                  <c:v>80.54511278195488</c:v>
                </c:pt>
                <c:pt idx="1715">
                  <c:v>80.54511278195488</c:v>
                </c:pt>
                <c:pt idx="1716">
                  <c:v>80.6390977443609</c:v>
                </c:pt>
                <c:pt idx="1717">
                  <c:v>80.6390977443609</c:v>
                </c:pt>
                <c:pt idx="1718">
                  <c:v>80.73308270676691</c:v>
                </c:pt>
                <c:pt idx="1719">
                  <c:v>80.73308270676691</c:v>
                </c:pt>
                <c:pt idx="1720">
                  <c:v>80.82706766917293</c:v>
                </c:pt>
                <c:pt idx="1721">
                  <c:v>80.82706766917293</c:v>
                </c:pt>
                <c:pt idx="1722">
                  <c:v>80.92105263157895</c:v>
                </c:pt>
                <c:pt idx="1723">
                  <c:v>80.92105263157895</c:v>
                </c:pt>
                <c:pt idx="1724">
                  <c:v>81.01503759398496</c:v>
                </c:pt>
                <c:pt idx="1725">
                  <c:v>81.01503759398496</c:v>
                </c:pt>
                <c:pt idx="1726">
                  <c:v>81.10902255639097</c:v>
                </c:pt>
                <c:pt idx="1727">
                  <c:v>81.10902255639097</c:v>
                </c:pt>
                <c:pt idx="1728">
                  <c:v>81.20300751879699</c:v>
                </c:pt>
                <c:pt idx="1729">
                  <c:v>81.20300751879699</c:v>
                </c:pt>
                <c:pt idx="1730">
                  <c:v>81.29699248120301</c:v>
                </c:pt>
                <c:pt idx="1731">
                  <c:v>81.29699248120301</c:v>
                </c:pt>
                <c:pt idx="1732">
                  <c:v>81.39097744360903</c:v>
                </c:pt>
                <c:pt idx="1733">
                  <c:v>81.39097744360903</c:v>
                </c:pt>
                <c:pt idx="1734">
                  <c:v>81.48496240601504</c:v>
                </c:pt>
                <c:pt idx="1735">
                  <c:v>81.48496240601504</c:v>
                </c:pt>
                <c:pt idx="1736">
                  <c:v>81.57894736842105</c:v>
                </c:pt>
                <c:pt idx="1737">
                  <c:v>81.57894736842105</c:v>
                </c:pt>
                <c:pt idx="1738">
                  <c:v>81.67293233082707</c:v>
                </c:pt>
                <c:pt idx="1739">
                  <c:v>81.67293233082707</c:v>
                </c:pt>
                <c:pt idx="1740">
                  <c:v>81.76691729323309</c:v>
                </c:pt>
                <c:pt idx="1741">
                  <c:v>81.76691729323309</c:v>
                </c:pt>
                <c:pt idx="1742">
                  <c:v>81.8609022556391</c:v>
                </c:pt>
                <c:pt idx="1743">
                  <c:v>81.8609022556391</c:v>
                </c:pt>
                <c:pt idx="1744">
                  <c:v>81.95488721804512</c:v>
                </c:pt>
                <c:pt idx="1745">
                  <c:v>81.95488721804512</c:v>
                </c:pt>
                <c:pt idx="1746">
                  <c:v>82.04887218045113</c:v>
                </c:pt>
                <c:pt idx="1747">
                  <c:v>82.04887218045113</c:v>
                </c:pt>
                <c:pt idx="1748">
                  <c:v>82.14285714285714</c:v>
                </c:pt>
                <c:pt idx="1749">
                  <c:v>82.14285714285714</c:v>
                </c:pt>
                <c:pt idx="1750">
                  <c:v>82.23684210526315</c:v>
                </c:pt>
                <c:pt idx="1751">
                  <c:v>82.23684210526315</c:v>
                </c:pt>
                <c:pt idx="1752">
                  <c:v>82.33082706766918</c:v>
                </c:pt>
                <c:pt idx="1753">
                  <c:v>82.33082706766918</c:v>
                </c:pt>
                <c:pt idx="1754">
                  <c:v>82.42481203007519</c:v>
                </c:pt>
                <c:pt idx="1755">
                  <c:v>82.42481203007519</c:v>
                </c:pt>
                <c:pt idx="1756">
                  <c:v>82.5187969924812</c:v>
                </c:pt>
                <c:pt idx="1757">
                  <c:v>82.5187969924812</c:v>
                </c:pt>
                <c:pt idx="1758">
                  <c:v>82.61278195488721</c:v>
                </c:pt>
                <c:pt idx="1759">
                  <c:v>82.61278195488721</c:v>
                </c:pt>
                <c:pt idx="1760">
                  <c:v>82.70676691729322</c:v>
                </c:pt>
                <c:pt idx="1761">
                  <c:v>82.70676691729322</c:v>
                </c:pt>
                <c:pt idx="1762">
                  <c:v>82.80075187969925</c:v>
                </c:pt>
                <c:pt idx="1763">
                  <c:v>82.80075187969925</c:v>
                </c:pt>
                <c:pt idx="1764">
                  <c:v>82.89473684210526</c:v>
                </c:pt>
                <c:pt idx="1765">
                  <c:v>82.89473684210526</c:v>
                </c:pt>
                <c:pt idx="1766">
                  <c:v>82.98872180451127</c:v>
                </c:pt>
                <c:pt idx="1767">
                  <c:v>82.98872180451127</c:v>
                </c:pt>
                <c:pt idx="1768">
                  <c:v>83.0827067669173</c:v>
                </c:pt>
                <c:pt idx="1769">
                  <c:v>83.0827067669173</c:v>
                </c:pt>
                <c:pt idx="1770">
                  <c:v>83.17669172932331</c:v>
                </c:pt>
                <c:pt idx="1771">
                  <c:v>83.17669172932331</c:v>
                </c:pt>
                <c:pt idx="1772">
                  <c:v>83.27067669172934</c:v>
                </c:pt>
                <c:pt idx="1773">
                  <c:v>83.27067669172934</c:v>
                </c:pt>
                <c:pt idx="1774">
                  <c:v>83.36466165413535</c:v>
                </c:pt>
                <c:pt idx="1775">
                  <c:v>83.36466165413535</c:v>
                </c:pt>
                <c:pt idx="1776">
                  <c:v>83.45864661654136</c:v>
                </c:pt>
                <c:pt idx="1777">
                  <c:v>83.45864661654136</c:v>
                </c:pt>
                <c:pt idx="1778">
                  <c:v>83.55263157894737</c:v>
                </c:pt>
                <c:pt idx="1779">
                  <c:v>83.55263157894737</c:v>
                </c:pt>
                <c:pt idx="1780">
                  <c:v>83.64661654135338</c:v>
                </c:pt>
                <c:pt idx="1781">
                  <c:v>83.64661654135338</c:v>
                </c:pt>
                <c:pt idx="1782">
                  <c:v>83.74060150375939</c:v>
                </c:pt>
                <c:pt idx="1783">
                  <c:v>83.74060150375939</c:v>
                </c:pt>
                <c:pt idx="1784">
                  <c:v>83.83458646616542</c:v>
                </c:pt>
                <c:pt idx="1785">
                  <c:v>83.83458646616542</c:v>
                </c:pt>
                <c:pt idx="1786">
                  <c:v>83.92857142857143</c:v>
                </c:pt>
                <c:pt idx="1787">
                  <c:v>83.92857142857143</c:v>
                </c:pt>
                <c:pt idx="1788">
                  <c:v>84.02255639097744</c:v>
                </c:pt>
                <c:pt idx="1789">
                  <c:v>84.02255639097744</c:v>
                </c:pt>
                <c:pt idx="1790">
                  <c:v>84.11654135338345</c:v>
                </c:pt>
                <c:pt idx="1791">
                  <c:v>84.11654135338345</c:v>
                </c:pt>
                <c:pt idx="1792">
                  <c:v>84.21052631578947</c:v>
                </c:pt>
                <c:pt idx="1793">
                  <c:v>84.21052631578947</c:v>
                </c:pt>
                <c:pt idx="1794">
                  <c:v>84.30451127819549</c:v>
                </c:pt>
                <c:pt idx="1795">
                  <c:v>84.30451127819549</c:v>
                </c:pt>
                <c:pt idx="1796">
                  <c:v>84.3984962406015</c:v>
                </c:pt>
                <c:pt idx="1797">
                  <c:v>84.3984962406015</c:v>
                </c:pt>
                <c:pt idx="1798">
                  <c:v>84.49248120300751</c:v>
                </c:pt>
                <c:pt idx="1799">
                  <c:v>84.49248120300751</c:v>
                </c:pt>
                <c:pt idx="1800">
                  <c:v>84.58646616541353</c:v>
                </c:pt>
                <c:pt idx="1801">
                  <c:v>84.58646616541353</c:v>
                </c:pt>
                <c:pt idx="1802">
                  <c:v>84.68045112781954</c:v>
                </c:pt>
                <c:pt idx="1803">
                  <c:v>84.68045112781954</c:v>
                </c:pt>
                <c:pt idx="1804">
                  <c:v>84.77443609022556</c:v>
                </c:pt>
                <c:pt idx="1805">
                  <c:v>84.77443609022556</c:v>
                </c:pt>
                <c:pt idx="1806">
                  <c:v>84.86842105263158</c:v>
                </c:pt>
                <c:pt idx="1807">
                  <c:v>84.86842105263158</c:v>
                </c:pt>
                <c:pt idx="1808">
                  <c:v>84.9624060150376</c:v>
                </c:pt>
                <c:pt idx="1809">
                  <c:v>84.9624060150376</c:v>
                </c:pt>
                <c:pt idx="1810">
                  <c:v>85.05639097744361</c:v>
                </c:pt>
                <c:pt idx="1811">
                  <c:v>85.05639097744361</c:v>
                </c:pt>
                <c:pt idx="1812">
                  <c:v>85.15037593984962</c:v>
                </c:pt>
                <c:pt idx="1813">
                  <c:v>85.15037593984962</c:v>
                </c:pt>
                <c:pt idx="1814">
                  <c:v>85.24436090225564</c:v>
                </c:pt>
                <c:pt idx="1815">
                  <c:v>85.24436090225564</c:v>
                </c:pt>
                <c:pt idx="1816">
                  <c:v>85.43233082706767</c:v>
                </c:pt>
                <c:pt idx="1817">
                  <c:v>85.43233082706767</c:v>
                </c:pt>
                <c:pt idx="1818">
                  <c:v>85.52631578947368</c:v>
                </c:pt>
                <c:pt idx="1819">
                  <c:v>85.52631578947368</c:v>
                </c:pt>
                <c:pt idx="1820">
                  <c:v>85.6203007518797</c:v>
                </c:pt>
                <c:pt idx="1821">
                  <c:v>85.6203007518797</c:v>
                </c:pt>
                <c:pt idx="1822">
                  <c:v>85.71428571428571</c:v>
                </c:pt>
                <c:pt idx="1823">
                  <c:v>85.71428571428571</c:v>
                </c:pt>
                <c:pt idx="1824">
                  <c:v>85.80827067669173</c:v>
                </c:pt>
                <c:pt idx="1825">
                  <c:v>85.80827067669173</c:v>
                </c:pt>
                <c:pt idx="1826">
                  <c:v>85.90225563909775</c:v>
                </c:pt>
                <c:pt idx="1827">
                  <c:v>85.90225563909775</c:v>
                </c:pt>
                <c:pt idx="1828">
                  <c:v>85.99624060150376</c:v>
                </c:pt>
                <c:pt idx="1829">
                  <c:v>85.99624060150376</c:v>
                </c:pt>
                <c:pt idx="1830">
                  <c:v>86.09022556390977</c:v>
                </c:pt>
                <c:pt idx="1831">
                  <c:v>86.09022556390977</c:v>
                </c:pt>
                <c:pt idx="1832">
                  <c:v>86.18421052631578</c:v>
                </c:pt>
                <c:pt idx="1833">
                  <c:v>86.18421052631578</c:v>
                </c:pt>
                <c:pt idx="1834">
                  <c:v>86.27819548872181</c:v>
                </c:pt>
                <c:pt idx="1835">
                  <c:v>86.27819548872181</c:v>
                </c:pt>
                <c:pt idx="1836">
                  <c:v>86.37218045112782</c:v>
                </c:pt>
                <c:pt idx="1837">
                  <c:v>86.37218045112782</c:v>
                </c:pt>
                <c:pt idx="1838">
                  <c:v>86.46616541353383</c:v>
                </c:pt>
                <c:pt idx="1839">
                  <c:v>86.46616541353383</c:v>
                </c:pt>
                <c:pt idx="1840">
                  <c:v>86.56015037593986</c:v>
                </c:pt>
                <c:pt idx="1841">
                  <c:v>86.56015037593986</c:v>
                </c:pt>
                <c:pt idx="1842">
                  <c:v>86.65413533834587</c:v>
                </c:pt>
                <c:pt idx="1843">
                  <c:v>86.65413533834587</c:v>
                </c:pt>
                <c:pt idx="1844">
                  <c:v>86.74812030075188</c:v>
                </c:pt>
                <c:pt idx="1845">
                  <c:v>86.74812030075188</c:v>
                </c:pt>
                <c:pt idx="1846">
                  <c:v>86.8421052631579</c:v>
                </c:pt>
                <c:pt idx="1847">
                  <c:v>86.8421052631579</c:v>
                </c:pt>
                <c:pt idx="1848">
                  <c:v>86.93609022556392</c:v>
                </c:pt>
                <c:pt idx="1849">
                  <c:v>86.93609022556392</c:v>
                </c:pt>
                <c:pt idx="1850">
                  <c:v>87.03007518796993</c:v>
                </c:pt>
                <c:pt idx="1851">
                  <c:v>87.03007518796993</c:v>
                </c:pt>
                <c:pt idx="1852">
                  <c:v>87.12406015037594</c:v>
                </c:pt>
                <c:pt idx="1853">
                  <c:v>87.12406015037594</c:v>
                </c:pt>
                <c:pt idx="1854">
                  <c:v>87.31203007518798</c:v>
                </c:pt>
                <c:pt idx="1855">
                  <c:v>87.31203007518798</c:v>
                </c:pt>
                <c:pt idx="1856">
                  <c:v>87.40601503759399</c:v>
                </c:pt>
                <c:pt idx="1857">
                  <c:v>87.40601503759399</c:v>
                </c:pt>
                <c:pt idx="1858">
                  <c:v>87.5</c:v>
                </c:pt>
                <c:pt idx="1859">
                  <c:v>87.5</c:v>
                </c:pt>
                <c:pt idx="1860">
                  <c:v>87.59398496240601</c:v>
                </c:pt>
                <c:pt idx="1861">
                  <c:v>87.59398496240601</c:v>
                </c:pt>
                <c:pt idx="1862">
                  <c:v>87.68796992481202</c:v>
                </c:pt>
                <c:pt idx="1863">
                  <c:v>87.68796992481202</c:v>
                </c:pt>
                <c:pt idx="1864">
                  <c:v>87.78195488721805</c:v>
                </c:pt>
                <c:pt idx="1865">
                  <c:v>87.78195488721805</c:v>
                </c:pt>
                <c:pt idx="1866">
                  <c:v>87.87593984962406</c:v>
                </c:pt>
                <c:pt idx="1867">
                  <c:v>87.87593984962406</c:v>
                </c:pt>
                <c:pt idx="1868">
                  <c:v>87.96992481203007</c:v>
                </c:pt>
                <c:pt idx="1869">
                  <c:v>87.96992481203007</c:v>
                </c:pt>
                <c:pt idx="1870">
                  <c:v>88.06390977443608</c:v>
                </c:pt>
                <c:pt idx="1871">
                  <c:v>88.06390977443608</c:v>
                </c:pt>
                <c:pt idx="1872">
                  <c:v>88.1578947368421</c:v>
                </c:pt>
                <c:pt idx="1873">
                  <c:v>88.1578947368421</c:v>
                </c:pt>
                <c:pt idx="1874">
                  <c:v>88.25187969924812</c:v>
                </c:pt>
                <c:pt idx="1875">
                  <c:v>88.25187969924812</c:v>
                </c:pt>
                <c:pt idx="1876">
                  <c:v>88.34586466165413</c:v>
                </c:pt>
                <c:pt idx="1877">
                  <c:v>88.34586466165413</c:v>
                </c:pt>
                <c:pt idx="1878">
                  <c:v>88.43984962406014</c:v>
                </c:pt>
                <c:pt idx="1879">
                  <c:v>88.43984962406014</c:v>
                </c:pt>
                <c:pt idx="1880">
                  <c:v>88.53383458646617</c:v>
                </c:pt>
                <c:pt idx="1881">
                  <c:v>88.53383458646617</c:v>
                </c:pt>
                <c:pt idx="1882">
                  <c:v>88.62781954887218</c:v>
                </c:pt>
                <c:pt idx="1883">
                  <c:v>88.62781954887218</c:v>
                </c:pt>
                <c:pt idx="1884">
                  <c:v>88.72180451127819</c:v>
                </c:pt>
                <c:pt idx="1885">
                  <c:v>88.72180451127819</c:v>
                </c:pt>
                <c:pt idx="1886">
                  <c:v>88.81578947368422</c:v>
                </c:pt>
                <c:pt idx="1887">
                  <c:v>88.81578947368422</c:v>
                </c:pt>
                <c:pt idx="1888">
                  <c:v>88.90977443609023</c:v>
                </c:pt>
                <c:pt idx="1889">
                  <c:v>88.90977443609023</c:v>
                </c:pt>
                <c:pt idx="1890">
                  <c:v>89.00375939849624</c:v>
                </c:pt>
                <c:pt idx="1891">
                  <c:v>89.00375939849624</c:v>
                </c:pt>
                <c:pt idx="1892">
                  <c:v>89.09774436090225</c:v>
                </c:pt>
                <c:pt idx="1893">
                  <c:v>89.09774436090225</c:v>
                </c:pt>
                <c:pt idx="1894">
                  <c:v>89.19172932330827</c:v>
                </c:pt>
                <c:pt idx="1895">
                  <c:v>89.19172932330827</c:v>
                </c:pt>
                <c:pt idx="1896">
                  <c:v>89.28571428571429</c:v>
                </c:pt>
                <c:pt idx="1897">
                  <c:v>89.28571428571429</c:v>
                </c:pt>
                <c:pt idx="1898">
                  <c:v>89.3796992481203</c:v>
                </c:pt>
                <c:pt idx="1899">
                  <c:v>89.3796992481203</c:v>
                </c:pt>
                <c:pt idx="1900">
                  <c:v>89.47368421052632</c:v>
                </c:pt>
                <c:pt idx="1901">
                  <c:v>89.47368421052632</c:v>
                </c:pt>
                <c:pt idx="1902">
                  <c:v>89.56766917293233</c:v>
                </c:pt>
                <c:pt idx="1903">
                  <c:v>89.56766917293233</c:v>
                </c:pt>
                <c:pt idx="1904">
                  <c:v>89.66165413533834</c:v>
                </c:pt>
                <c:pt idx="1905">
                  <c:v>89.66165413533834</c:v>
                </c:pt>
                <c:pt idx="1906">
                  <c:v>89.75563909774436</c:v>
                </c:pt>
                <c:pt idx="1907">
                  <c:v>89.75563909774436</c:v>
                </c:pt>
                <c:pt idx="1908">
                  <c:v>89.84962406015038</c:v>
                </c:pt>
                <c:pt idx="1909">
                  <c:v>89.84962406015038</c:v>
                </c:pt>
                <c:pt idx="1910">
                  <c:v>89.94360902255639</c:v>
                </c:pt>
                <c:pt idx="1911">
                  <c:v>89.94360902255639</c:v>
                </c:pt>
                <c:pt idx="1912">
                  <c:v>90.0375939849624</c:v>
                </c:pt>
                <c:pt idx="1913">
                  <c:v>90.0375939849624</c:v>
                </c:pt>
                <c:pt idx="1914">
                  <c:v>90.13157894736842</c:v>
                </c:pt>
                <c:pt idx="1915">
                  <c:v>90.13157894736842</c:v>
                </c:pt>
                <c:pt idx="1916">
                  <c:v>90.22556390977444</c:v>
                </c:pt>
                <c:pt idx="1917">
                  <c:v>90.22556390977444</c:v>
                </c:pt>
                <c:pt idx="1918">
                  <c:v>90.31954887218046</c:v>
                </c:pt>
                <c:pt idx="1919">
                  <c:v>90.31954887218046</c:v>
                </c:pt>
                <c:pt idx="1920">
                  <c:v>90.41353383458647</c:v>
                </c:pt>
                <c:pt idx="1921">
                  <c:v>90.41353383458647</c:v>
                </c:pt>
                <c:pt idx="1922">
                  <c:v>90.50751879699249</c:v>
                </c:pt>
                <c:pt idx="1923">
                  <c:v>90.50751879699249</c:v>
                </c:pt>
                <c:pt idx="1924">
                  <c:v>90.6015037593985</c:v>
                </c:pt>
                <c:pt idx="1925">
                  <c:v>90.6015037593985</c:v>
                </c:pt>
                <c:pt idx="1926">
                  <c:v>90.69548872180451</c:v>
                </c:pt>
                <c:pt idx="1927">
                  <c:v>90.69548872180451</c:v>
                </c:pt>
                <c:pt idx="1928">
                  <c:v>90.78947368421053</c:v>
                </c:pt>
                <c:pt idx="1929">
                  <c:v>90.78947368421053</c:v>
                </c:pt>
                <c:pt idx="1930">
                  <c:v>90.88345864661655</c:v>
                </c:pt>
                <c:pt idx="1931">
                  <c:v>90.88345864661655</c:v>
                </c:pt>
                <c:pt idx="1932">
                  <c:v>90.97744360902256</c:v>
                </c:pt>
                <c:pt idx="1933">
                  <c:v>90.97744360902256</c:v>
                </c:pt>
                <c:pt idx="1934">
                  <c:v>91.07142857142857</c:v>
                </c:pt>
                <c:pt idx="1935">
                  <c:v>91.07142857142857</c:v>
                </c:pt>
                <c:pt idx="1936">
                  <c:v>91.16541353383458</c:v>
                </c:pt>
                <c:pt idx="1937">
                  <c:v>91.16541353383458</c:v>
                </c:pt>
                <c:pt idx="1938">
                  <c:v>91.25939849624061</c:v>
                </c:pt>
                <c:pt idx="1939">
                  <c:v>91.25939849624061</c:v>
                </c:pt>
                <c:pt idx="1940">
                  <c:v>91.35338345864662</c:v>
                </c:pt>
                <c:pt idx="1941">
                  <c:v>91.35338345864662</c:v>
                </c:pt>
                <c:pt idx="1942">
                  <c:v>91.44736842105263</c:v>
                </c:pt>
                <c:pt idx="1943">
                  <c:v>91.44736842105263</c:v>
                </c:pt>
                <c:pt idx="1944">
                  <c:v>91.54135338345864</c:v>
                </c:pt>
                <c:pt idx="1945">
                  <c:v>91.54135338345864</c:v>
                </c:pt>
                <c:pt idx="1946">
                  <c:v>91.63533834586465</c:v>
                </c:pt>
                <c:pt idx="1947">
                  <c:v>91.63533834586465</c:v>
                </c:pt>
                <c:pt idx="1948">
                  <c:v>91.72932330827066</c:v>
                </c:pt>
                <c:pt idx="1949">
                  <c:v>91.72932330827066</c:v>
                </c:pt>
                <c:pt idx="1950">
                  <c:v>91.82330827067669</c:v>
                </c:pt>
                <c:pt idx="1951">
                  <c:v>91.82330827067669</c:v>
                </c:pt>
                <c:pt idx="1952">
                  <c:v>91.9172932330827</c:v>
                </c:pt>
                <c:pt idx="1953">
                  <c:v>91.9172932330827</c:v>
                </c:pt>
                <c:pt idx="1954">
                  <c:v>92.01127819548873</c:v>
                </c:pt>
                <c:pt idx="1955">
                  <c:v>92.01127819548873</c:v>
                </c:pt>
                <c:pt idx="1956">
                  <c:v>92.10526315789474</c:v>
                </c:pt>
                <c:pt idx="1957">
                  <c:v>92.10526315789474</c:v>
                </c:pt>
                <c:pt idx="1958">
                  <c:v>92.19924812030075</c:v>
                </c:pt>
                <c:pt idx="1959">
                  <c:v>92.19924812030075</c:v>
                </c:pt>
                <c:pt idx="1960">
                  <c:v>92.29323308270678</c:v>
                </c:pt>
                <c:pt idx="1961">
                  <c:v>92.29323308270678</c:v>
                </c:pt>
                <c:pt idx="1962">
                  <c:v>92.38721804511279</c:v>
                </c:pt>
                <c:pt idx="1963">
                  <c:v>92.38721804511279</c:v>
                </c:pt>
                <c:pt idx="1964">
                  <c:v>92.4812030075188</c:v>
                </c:pt>
                <c:pt idx="1965">
                  <c:v>92.4812030075188</c:v>
                </c:pt>
                <c:pt idx="1966">
                  <c:v>92.57518796992481</c:v>
                </c:pt>
                <c:pt idx="1967">
                  <c:v>92.57518796992481</c:v>
                </c:pt>
                <c:pt idx="1968">
                  <c:v>92.66917293233082</c:v>
                </c:pt>
                <c:pt idx="1969">
                  <c:v>92.66917293233082</c:v>
                </c:pt>
                <c:pt idx="1970">
                  <c:v>92.76315789473685</c:v>
                </c:pt>
                <c:pt idx="1971">
                  <c:v>92.76315789473685</c:v>
                </c:pt>
                <c:pt idx="1972">
                  <c:v>92.85714285714286</c:v>
                </c:pt>
                <c:pt idx="1973">
                  <c:v>92.85714285714286</c:v>
                </c:pt>
                <c:pt idx="1974">
                  <c:v>92.95112781954887</c:v>
                </c:pt>
                <c:pt idx="1975">
                  <c:v>92.95112781954887</c:v>
                </c:pt>
                <c:pt idx="1976">
                  <c:v>93.04511278195488</c:v>
                </c:pt>
                <c:pt idx="1977">
                  <c:v>93.04511278195488</c:v>
                </c:pt>
                <c:pt idx="1978">
                  <c:v>93.1390977443609</c:v>
                </c:pt>
                <c:pt idx="1979">
                  <c:v>93.1390977443609</c:v>
                </c:pt>
                <c:pt idx="1980">
                  <c:v>93.23308270676691</c:v>
                </c:pt>
                <c:pt idx="1981">
                  <c:v>93.23308270676691</c:v>
                </c:pt>
                <c:pt idx="1982">
                  <c:v>93.32706766917293</c:v>
                </c:pt>
                <c:pt idx="1983">
                  <c:v>93.32706766917293</c:v>
                </c:pt>
                <c:pt idx="1984">
                  <c:v>93.42105263157895</c:v>
                </c:pt>
                <c:pt idx="1985">
                  <c:v>93.42105263157895</c:v>
                </c:pt>
                <c:pt idx="1986">
                  <c:v>93.51503759398496</c:v>
                </c:pt>
                <c:pt idx="1987">
                  <c:v>93.51503759398496</c:v>
                </c:pt>
                <c:pt idx="1988">
                  <c:v>93.60902255639097</c:v>
                </c:pt>
                <c:pt idx="1989">
                  <c:v>93.60902255639097</c:v>
                </c:pt>
                <c:pt idx="1990">
                  <c:v>93.70300751879699</c:v>
                </c:pt>
                <c:pt idx="1991">
                  <c:v>93.70300751879699</c:v>
                </c:pt>
                <c:pt idx="1992">
                  <c:v>93.79699248120301</c:v>
                </c:pt>
                <c:pt idx="1993">
                  <c:v>93.79699248120301</c:v>
                </c:pt>
                <c:pt idx="1994">
                  <c:v>93.89097744360903</c:v>
                </c:pt>
                <c:pt idx="1995">
                  <c:v>93.89097744360903</c:v>
                </c:pt>
                <c:pt idx="1996">
                  <c:v>93.98496240601504</c:v>
                </c:pt>
                <c:pt idx="1997">
                  <c:v>93.98496240601504</c:v>
                </c:pt>
                <c:pt idx="1998">
                  <c:v>94.07894736842105</c:v>
                </c:pt>
                <c:pt idx="1999">
                  <c:v>94.07894736842105</c:v>
                </c:pt>
                <c:pt idx="2000">
                  <c:v>94.17293233082707</c:v>
                </c:pt>
                <c:pt idx="2001">
                  <c:v>94.17293233082707</c:v>
                </c:pt>
                <c:pt idx="2002">
                  <c:v>94.26691729323309</c:v>
                </c:pt>
                <c:pt idx="2003">
                  <c:v>94.26691729323309</c:v>
                </c:pt>
                <c:pt idx="2004">
                  <c:v>94.3609022556391</c:v>
                </c:pt>
                <c:pt idx="2005">
                  <c:v>94.3609022556391</c:v>
                </c:pt>
                <c:pt idx="2006">
                  <c:v>94.45488721804512</c:v>
                </c:pt>
                <c:pt idx="2007">
                  <c:v>94.45488721804512</c:v>
                </c:pt>
                <c:pt idx="2008">
                  <c:v>94.54887218045113</c:v>
                </c:pt>
                <c:pt idx="2009">
                  <c:v>94.54887218045113</c:v>
                </c:pt>
                <c:pt idx="2010">
                  <c:v>94.64285714285714</c:v>
                </c:pt>
                <c:pt idx="2011">
                  <c:v>94.64285714285714</c:v>
                </c:pt>
                <c:pt idx="2012">
                  <c:v>94.73684210526315</c:v>
                </c:pt>
                <c:pt idx="2013">
                  <c:v>94.73684210526315</c:v>
                </c:pt>
                <c:pt idx="2014">
                  <c:v>94.83082706766918</c:v>
                </c:pt>
                <c:pt idx="2015">
                  <c:v>94.83082706766918</c:v>
                </c:pt>
                <c:pt idx="2016">
                  <c:v>94.92481203007519</c:v>
                </c:pt>
                <c:pt idx="2017">
                  <c:v>94.92481203007519</c:v>
                </c:pt>
                <c:pt idx="2018">
                  <c:v>95.0187969924812</c:v>
                </c:pt>
                <c:pt idx="2019">
                  <c:v>95.0187969924812</c:v>
                </c:pt>
                <c:pt idx="2020">
                  <c:v>95.11278195488721</c:v>
                </c:pt>
                <c:pt idx="2021">
                  <c:v>95.11278195488721</c:v>
                </c:pt>
                <c:pt idx="2022">
                  <c:v>95.20676691729322</c:v>
                </c:pt>
                <c:pt idx="2023">
                  <c:v>95.20676691729322</c:v>
                </c:pt>
                <c:pt idx="2024">
                  <c:v>95.30075187969925</c:v>
                </c:pt>
                <c:pt idx="2025">
                  <c:v>95.30075187969925</c:v>
                </c:pt>
                <c:pt idx="2026">
                  <c:v>95.39473684210526</c:v>
                </c:pt>
                <c:pt idx="2027">
                  <c:v>95.39473684210526</c:v>
                </c:pt>
                <c:pt idx="2028">
                  <c:v>95.48872180451127</c:v>
                </c:pt>
                <c:pt idx="2029">
                  <c:v>95.48872180451127</c:v>
                </c:pt>
                <c:pt idx="2030">
                  <c:v>95.5827067669173</c:v>
                </c:pt>
                <c:pt idx="2031">
                  <c:v>95.5827067669173</c:v>
                </c:pt>
                <c:pt idx="2032">
                  <c:v>95.67669172932331</c:v>
                </c:pt>
                <c:pt idx="2033">
                  <c:v>95.67669172932331</c:v>
                </c:pt>
                <c:pt idx="2034">
                  <c:v>95.77067669172934</c:v>
                </c:pt>
                <c:pt idx="2035">
                  <c:v>95.77067669172934</c:v>
                </c:pt>
                <c:pt idx="2036">
                  <c:v>95.86466165413535</c:v>
                </c:pt>
                <c:pt idx="2037">
                  <c:v>95.86466165413535</c:v>
                </c:pt>
                <c:pt idx="2038">
                  <c:v>95.95864661654136</c:v>
                </c:pt>
                <c:pt idx="2039">
                  <c:v>95.95864661654136</c:v>
                </c:pt>
                <c:pt idx="2040">
                  <c:v>96.05263157894737</c:v>
                </c:pt>
                <c:pt idx="2041">
                  <c:v>96.05263157894737</c:v>
                </c:pt>
                <c:pt idx="2042">
                  <c:v>96.14661654135338</c:v>
                </c:pt>
                <c:pt idx="2043">
                  <c:v>96.14661654135338</c:v>
                </c:pt>
                <c:pt idx="2044">
                  <c:v>96.24060150375939</c:v>
                </c:pt>
                <c:pt idx="2045">
                  <c:v>96.24060150375939</c:v>
                </c:pt>
                <c:pt idx="2046">
                  <c:v>96.33458646616542</c:v>
                </c:pt>
                <c:pt idx="2047">
                  <c:v>96.33458646616542</c:v>
                </c:pt>
                <c:pt idx="2048">
                  <c:v>96.42857142857143</c:v>
                </c:pt>
                <c:pt idx="2049">
                  <c:v>96.42857142857143</c:v>
                </c:pt>
                <c:pt idx="2050">
                  <c:v>96.52255639097744</c:v>
                </c:pt>
                <c:pt idx="2051">
                  <c:v>96.52255639097744</c:v>
                </c:pt>
                <c:pt idx="2052">
                  <c:v>96.61654135338345</c:v>
                </c:pt>
                <c:pt idx="2053">
                  <c:v>96.61654135338345</c:v>
                </c:pt>
                <c:pt idx="2054">
                  <c:v>96.71052631578947</c:v>
                </c:pt>
                <c:pt idx="2055">
                  <c:v>96.71052631578947</c:v>
                </c:pt>
                <c:pt idx="2056">
                  <c:v>96.80451127819549</c:v>
                </c:pt>
                <c:pt idx="2057">
                  <c:v>96.80451127819549</c:v>
                </c:pt>
                <c:pt idx="2058">
                  <c:v>96.8984962406015</c:v>
                </c:pt>
                <c:pt idx="2059">
                  <c:v>96.8984962406015</c:v>
                </c:pt>
                <c:pt idx="2060">
                  <c:v>96.99248120300751</c:v>
                </c:pt>
                <c:pt idx="2061">
                  <c:v>96.99248120300751</c:v>
                </c:pt>
                <c:pt idx="2062">
                  <c:v>97.08646616541353</c:v>
                </c:pt>
                <c:pt idx="2063">
                  <c:v>97.08646616541353</c:v>
                </c:pt>
                <c:pt idx="2064">
                  <c:v>97.18045112781954</c:v>
                </c:pt>
                <c:pt idx="2065">
                  <c:v>97.18045112781954</c:v>
                </c:pt>
                <c:pt idx="2066">
                  <c:v>97.27443609022556</c:v>
                </c:pt>
                <c:pt idx="2067">
                  <c:v>97.27443609022556</c:v>
                </c:pt>
                <c:pt idx="2068">
                  <c:v>97.36842105263158</c:v>
                </c:pt>
                <c:pt idx="2069">
                  <c:v>97.36842105263158</c:v>
                </c:pt>
                <c:pt idx="2070">
                  <c:v>97.4624060150376</c:v>
                </c:pt>
                <c:pt idx="2071">
                  <c:v>97.4624060150376</c:v>
                </c:pt>
                <c:pt idx="2072">
                  <c:v>97.55639097744361</c:v>
                </c:pt>
                <c:pt idx="2073">
                  <c:v>97.55639097744361</c:v>
                </c:pt>
                <c:pt idx="2074">
                  <c:v>97.65037593984962</c:v>
                </c:pt>
                <c:pt idx="2075">
                  <c:v>97.65037593984962</c:v>
                </c:pt>
                <c:pt idx="2076">
                  <c:v>97.74436090225564</c:v>
                </c:pt>
                <c:pt idx="2077">
                  <c:v>97.74436090225564</c:v>
                </c:pt>
                <c:pt idx="2078">
                  <c:v>97.83834586466166</c:v>
                </c:pt>
                <c:pt idx="2079">
                  <c:v>97.83834586466166</c:v>
                </c:pt>
                <c:pt idx="2080">
                  <c:v>97.93233082706767</c:v>
                </c:pt>
                <c:pt idx="2081">
                  <c:v>97.93233082706767</c:v>
                </c:pt>
                <c:pt idx="2082">
                  <c:v>98.02631578947368</c:v>
                </c:pt>
                <c:pt idx="2083">
                  <c:v>98.02631578947368</c:v>
                </c:pt>
                <c:pt idx="2084">
                  <c:v>98.1203007518797</c:v>
                </c:pt>
                <c:pt idx="2085">
                  <c:v>98.1203007518797</c:v>
                </c:pt>
                <c:pt idx="2086">
                  <c:v>98.21428571428571</c:v>
                </c:pt>
                <c:pt idx="2087">
                  <c:v>98.21428571428571</c:v>
                </c:pt>
                <c:pt idx="2088">
                  <c:v>98.30827067669173</c:v>
                </c:pt>
                <c:pt idx="2089">
                  <c:v>98.30827067669173</c:v>
                </c:pt>
                <c:pt idx="2090">
                  <c:v>98.40225563909775</c:v>
                </c:pt>
                <c:pt idx="2091">
                  <c:v>98.40225563909775</c:v>
                </c:pt>
                <c:pt idx="2092">
                  <c:v>98.49624060150376</c:v>
                </c:pt>
                <c:pt idx="2093">
                  <c:v>98.49624060150376</c:v>
                </c:pt>
                <c:pt idx="2094">
                  <c:v>98.59022556390977</c:v>
                </c:pt>
                <c:pt idx="2095">
                  <c:v>98.59022556390977</c:v>
                </c:pt>
                <c:pt idx="2096">
                  <c:v>98.68421052631578</c:v>
                </c:pt>
                <c:pt idx="2097">
                  <c:v>98.68421052631578</c:v>
                </c:pt>
                <c:pt idx="2098">
                  <c:v>98.77819548872181</c:v>
                </c:pt>
                <c:pt idx="2099">
                  <c:v>98.77819548872181</c:v>
                </c:pt>
                <c:pt idx="2100">
                  <c:v>98.87218045112782</c:v>
                </c:pt>
                <c:pt idx="2101">
                  <c:v>98.87218045112782</c:v>
                </c:pt>
                <c:pt idx="2102">
                  <c:v>98.96616541353383</c:v>
                </c:pt>
                <c:pt idx="2103">
                  <c:v>98.96616541353383</c:v>
                </c:pt>
                <c:pt idx="2104">
                  <c:v>99.06015037593986</c:v>
                </c:pt>
                <c:pt idx="2105">
                  <c:v>99.06015037593986</c:v>
                </c:pt>
                <c:pt idx="2106">
                  <c:v>99.15413533834587</c:v>
                </c:pt>
                <c:pt idx="2107">
                  <c:v>99.15413533834587</c:v>
                </c:pt>
                <c:pt idx="2108">
                  <c:v>99.24812030075188</c:v>
                </c:pt>
                <c:pt idx="2109">
                  <c:v>99.24812030075188</c:v>
                </c:pt>
                <c:pt idx="2110">
                  <c:v>99.3421052631579</c:v>
                </c:pt>
                <c:pt idx="2111">
                  <c:v>99.3421052631579</c:v>
                </c:pt>
                <c:pt idx="2112">
                  <c:v>99.43609022556392</c:v>
                </c:pt>
                <c:pt idx="2113">
                  <c:v>99.43609022556392</c:v>
                </c:pt>
                <c:pt idx="2114">
                  <c:v>99.53007518796993</c:v>
                </c:pt>
                <c:pt idx="2115">
                  <c:v>99.53007518796993</c:v>
                </c:pt>
                <c:pt idx="2116">
                  <c:v>99.62406015037594</c:v>
                </c:pt>
                <c:pt idx="2117">
                  <c:v>99.62406015037594</c:v>
                </c:pt>
                <c:pt idx="2118">
                  <c:v>99.71804511278195</c:v>
                </c:pt>
                <c:pt idx="2119">
                  <c:v>99.71804511278195</c:v>
                </c:pt>
                <c:pt idx="2120">
                  <c:v>99.81203007518798</c:v>
                </c:pt>
                <c:pt idx="2121">
                  <c:v>99.81203007518798</c:v>
                </c:pt>
                <c:pt idx="2122">
                  <c:v>99.90601503759399</c:v>
                </c:pt>
                <c:pt idx="2123">
                  <c:v>99.90601503759399</c:v>
                </c:pt>
                <c:pt idx="2124">
                  <c:v>100</c:v>
                </c:pt>
                <c:pt idx="2125">
                  <c:v>100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Empirical CDF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es val="min"/>
        <c:majorUnit val="25"/>
      </c:valAx>
      <c:valAx>
        <c:axId val="48650112"/>
        <c:scaling>
          <c:orientation val="minMax"/>
          <c:max val="2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Latency (s/image)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crosses val="mi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7620">
          <a:solidFill>
            <a:srgbClr val="77777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43815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ba4846c1064edd"/>
          </a:graphicData>
        </a:graphic>
      </p:graphicFrame>
      <p:graphicFrame>
        <p:nvGraphicFramePr>
          <p:cNvPr id="5" name="Chart"/>
          <p:cNvGraphicFramePr/>
          <p:nvPr/>
        </p:nvGraphicFramePr>
        <p:xfrm>
          <a:off xmlns:a="http://schemas.openxmlformats.org/drawingml/2006/main" x="4381500" y="0"/>
          <a:ext xmlns:a="http://schemas.openxmlformats.org/drawingml/2006/main" cx="43815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c92dc0a3104df5"/>
          </a:graphicData>
        </a:graphic>
      </p:graphicFrame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763000" y="0"/>
          <a:ext xmlns:a="http://schemas.openxmlformats.org/drawingml/2006/main" cx="438150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28bec49b2941cc"/>
          </a:graphicData>
        </a:graphic>
      </p:graphicFrame>
    </p:spTree>
    <p:extLst>
      <p:ext uri="{BB962C8B-B14F-4D97-AF65-F5344CB8AC3E}">
        <p14:creationId xmlns:p14="http://schemas.microsoft.com/office/powerpoint/2010/main" val="1810874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2026-09-23T20:40:55.4190000Z</dcterms:created>
  <dcterms:modified xsi:type="dcterms:W3CDTF">2026-09-23T20:40:55.4190000Z</dcterms:modified>
</coreProperties>
</file>