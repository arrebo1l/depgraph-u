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f09b11a1ff42de" /><Relationship Type="http://schemas.openxmlformats.org/officeDocument/2006/relationships/extended-properties" Target="/docProps/app.xml" Id="R916824efdb5e4f4e" /><Relationship Type="http://schemas.openxmlformats.org/officeDocument/2006/relationships/officeDocument" Target="/ppt/presentation.xml" Id="R4e9eab46f46e4f34" /></Relationships>
</file>

<file path=ppt/presentation.xml><?xml version="1.0" encoding="utf-8"?>
<p:presentation xmlns:p="http://schemas.openxmlformats.org/presentationml/2006/main">
  <p:sldMasterIdLst>
    <p:sldMasterId xmlns:r="http://schemas.openxmlformats.org/officeDocument/2006/relationships" id="2147483648" r:id="R78e628f9fbe84498"/>
  </p:sldMasterIdLst>
  <p:notesMasterIdLst>
    <p:notesMasterId xmlns:r="http://schemas.openxmlformats.org/officeDocument/2006/relationships" r:id="Rf0b4693f1d8a4c13"/>
  </p:notesMasterIdLst>
  <p:sldIdLst>
    <p:sldId xmlns:r="http://schemas.openxmlformats.org/officeDocument/2006/relationships" id="256" r:id="R21dd954d5c4d4687"/>
  </p:sldIdLst>
  <p:sldSz cx="11315700" cy="84867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d7e2f9bf2344a7" /><Relationship Type="http://schemas.openxmlformats.org/officeDocument/2006/relationships/slideMaster" Target="/ppt/slideMasters/slideMaster1.xml" Id="R78e628f9fbe84498" /><Relationship Type="http://schemas.openxmlformats.org/officeDocument/2006/relationships/notesMaster" Target="/ppt/notesMasters/notesMaster1.xml" Id="Rf0b4693f1d8a4c13" /><Relationship Type="http://schemas.openxmlformats.org/officeDocument/2006/relationships/presProps" Target="/ppt/presProps.xml" Id="R51d687e72b484812" /><Relationship Type="http://schemas.openxmlformats.org/officeDocument/2006/relationships/tableStyles" Target="/ppt/tableStyles.xml" Id="Rf246d70b4c454f4c" /><Relationship Type="http://schemas.openxmlformats.org/officeDocument/2006/relationships/slide" Target="/ppt/slides/slide1.xml" Id="R21dd954d5c4d46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2a835d941146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20e3cd38fc4821" /><Relationship Type="http://schemas.openxmlformats.org/officeDocument/2006/relationships/notesMaster" Target="/ppt/notesMasters/notesMaster1.xml" Id="R822d28788e9640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Figma file Pud2iWmHuJDst5zTjP5zcs, frame 4407:3, exported 2026-09-23. Local source appendix_A1_figma_20260911/EVIDENCE.json. Recorded CADD hit indices are 6,7,8,9,12,13,14,16,17,18,19,22,23,24. They are log indices, not a full call census. The separate audited 35-timepoint configuration executes 34 model calls; no denominator is inferred for the old trace. AI2D 137 and 280 retain their original measured input lengths, EOS positions and skipped layers. Exact KV here uses the selected DLS policy. All shapes and labels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2630d611e542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726c95e0044878" /><Relationship Type="http://schemas.openxmlformats.org/officeDocument/2006/relationships/slideLayout" Target="/ppt/slideLayouts/slideLayout1.xml" Id="R592b66fc311e47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2b66fc311e47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917b4908d94ecb" /><Relationship Type="http://schemas.openxmlformats.org/officeDocument/2006/relationships/notesSlide" Target="/ppt/notesSlides/notesSlide1.xml" Id="R69130687b19540d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4" name="">
            <a:extLst xmlns:a="http://schemas.openxmlformats.org/drawingml/2006/main">
              <a:ext uri="{FF2B5EF4-FFF2-40B4-BE49-F238E27FC236}">
                <a16:creationId xmlns:a16="http://schemas.microsoft.com/office/drawing/2014/main" id="{B7119AAC-347C-42D7-A800-F78F7DB70645}"/>
              </a:ext>
            </a:extLst>
          </p:cNvPr>
          <p:cNvSpPr>
            <a:spLocks xmlns:a="http://schemas.openxmlformats.org/drawingml/2006/main" noGrp="1"/>
          </p:cNvSpPr>
          <p:nvPr/>
        </p:nvSpPr>
        <p:spPr>
          <a:xfrm xmlns:a="http://schemas.openxmlformats.org/drawingml/2006/main">
            <a:off x="402336" y="2740914"/>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2" name="">
            <a:extLst xmlns:a="http://schemas.openxmlformats.org/drawingml/2006/main">
              <a:ext uri="{FF2B5EF4-FFF2-40B4-BE49-F238E27FC236}">
                <a16:creationId xmlns:a16="http://schemas.microsoft.com/office/drawing/2014/main" id="{149A3452-551F-4085-AE17-A0B6451C183D}"/>
              </a:ext>
            </a:extLst>
          </p:cNvPr>
          <p:cNvSpPr>
            <a:spLocks xmlns:a="http://schemas.openxmlformats.org/drawingml/2006/main" noGrp="1"/>
          </p:cNvSpPr>
          <p:nvPr/>
        </p:nvSpPr>
        <p:spPr>
          <a:xfrm xmlns:a="http://schemas.openxmlformats.org/drawingml/2006/main">
            <a:off x="942975" y="2684336"/>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3" name="">
            <a:extLst xmlns:a="http://schemas.openxmlformats.org/drawingml/2006/main">
              <a:ext uri="{FF2B5EF4-FFF2-40B4-BE49-F238E27FC236}">
                <a16:creationId xmlns:a16="http://schemas.microsoft.com/office/drawing/2014/main" id="{0887D541-2902-45B8-BA23-4EEEAF26B145}"/>
              </a:ext>
            </a:extLst>
          </p:cNvPr>
          <p:cNvSpPr>
            <a:spLocks xmlns:a="http://schemas.openxmlformats.org/drawingml/2006/main" noGrp="1"/>
          </p:cNvSpPr>
          <p:nvPr/>
        </p:nvSpPr>
        <p:spPr>
          <a:xfrm xmlns:a="http://schemas.openxmlformats.org/drawingml/2006/main">
            <a:off x="919905" y="268433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F45916-19FF-4E96-9914-4FABEEF0A78D}"/>
              </a:ext>
            </a:extLst>
          </p:cNvPr>
          <p:cNvSpPr>
            <a:spLocks xmlns:a="http://schemas.openxmlformats.org/drawingml/2006/main" noGrp="1"/>
          </p:cNvSpPr>
          <p:nvPr/>
        </p:nvSpPr>
        <p:spPr>
          <a:xfrm xmlns:a="http://schemas.openxmlformats.org/drawingml/2006/main">
            <a:off x="402336" y="2445449"/>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5" name="">
            <a:extLst xmlns:a="http://schemas.openxmlformats.org/drawingml/2006/main">
              <a:ext uri="{FF2B5EF4-FFF2-40B4-BE49-F238E27FC236}">
                <a16:creationId xmlns:a16="http://schemas.microsoft.com/office/drawing/2014/main" id="{B9DD033E-0B18-4FFD-B778-E85762B4DD5B}"/>
              </a:ext>
            </a:extLst>
          </p:cNvPr>
          <p:cNvSpPr>
            <a:spLocks xmlns:a="http://schemas.openxmlformats.org/drawingml/2006/main" noGrp="1"/>
          </p:cNvSpPr>
          <p:nvPr/>
        </p:nvSpPr>
        <p:spPr>
          <a:xfrm xmlns:a="http://schemas.openxmlformats.org/drawingml/2006/main">
            <a:off x="942975" y="2388870"/>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6" name="">
            <a:extLst xmlns:a="http://schemas.openxmlformats.org/drawingml/2006/main">
              <a:ext uri="{FF2B5EF4-FFF2-40B4-BE49-F238E27FC236}">
                <a16:creationId xmlns:a16="http://schemas.microsoft.com/office/drawing/2014/main" id="{7FE6C9EB-723B-40AA-8C63-93C0BFF1E0D5}"/>
              </a:ext>
            </a:extLst>
          </p:cNvPr>
          <p:cNvSpPr>
            <a:spLocks xmlns:a="http://schemas.openxmlformats.org/drawingml/2006/main" noGrp="1"/>
          </p:cNvSpPr>
          <p:nvPr/>
        </p:nvSpPr>
        <p:spPr>
          <a:xfrm xmlns:a="http://schemas.openxmlformats.org/drawingml/2006/main">
            <a:off x="919905" y="2388870"/>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FE24A6-BA2D-417D-A2FD-2D997EF3DBDD}"/>
              </a:ext>
            </a:extLst>
          </p:cNvPr>
          <p:cNvSpPr>
            <a:spLocks xmlns:a="http://schemas.openxmlformats.org/drawingml/2006/main" noGrp="1"/>
          </p:cNvSpPr>
          <p:nvPr/>
        </p:nvSpPr>
        <p:spPr>
          <a:xfrm xmlns:a="http://schemas.openxmlformats.org/drawingml/2006/main">
            <a:off x="402336" y="2149983"/>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8" name="">
            <a:extLst xmlns:a="http://schemas.openxmlformats.org/drawingml/2006/main">
              <a:ext uri="{FF2B5EF4-FFF2-40B4-BE49-F238E27FC236}">
                <a16:creationId xmlns:a16="http://schemas.microsoft.com/office/drawing/2014/main" id="{241122F9-03C4-4616-BA52-68D1E17167E0}"/>
              </a:ext>
            </a:extLst>
          </p:cNvPr>
          <p:cNvSpPr>
            <a:spLocks xmlns:a="http://schemas.openxmlformats.org/drawingml/2006/main" noGrp="1"/>
          </p:cNvSpPr>
          <p:nvPr/>
        </p:nvSpPr>
        <p:spPr>
          <a:xfrm xmlns:a="http://schemas.openxmlformats.org/drawingml/2006/main">
            <a:off x="942975" y="2093405"/>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9" name="">
            <a:extLst xmlns:a="http://schemas.openxmlformats.org/drawingml/2006/main">
              <a:ext uri="{FF2B5EF4-FFF2-40B4-BE49-F238E27FC236}">
                <a16:creationId xmlns:a16="http://schemas.microsoft.com/office/drawing/2014/main" id="{21D5218C-FEDD-485A-91B4-73885AFBF50E}"/>
              </a:ext>
            </a:extLst>
          </p:cNvPr>
          <p:cNvSpPr>
            <a:spLocks xmlns:a="http://schemas.openxmlformats.org/drawingml/2006/main" noGrp="1"/>
          </p:cNvSpPr>
          <p:nvPr/>
        </p:nvSpPr>
        <p:spPr>
          <a:xfrm xmlns:a="http://schemas.openxmlformats.org/drawingml/2006/main">
            <a:off x="919905" y="2093405"/>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3402FF-2C91-4548-8C73-1DAD80002589}"/>
              </a:ext>
            </a:extLst>
          </p:cNvPr>
          <p:cNvSpPr>
            <a:spLocks xmlns:a="http://schemas.openxmlformats.org/drawingml/2006/main" noGrp="1"/>
          </p:cNvSpPr>
          <p:nvPr/>
        </p:nvSpPr>
        <p:spPr>
          <a:xfrm xmlns:a="http://schemas.openxmlformats.org/drawingml/2006/main">
            <a:off x="402336" y="1854518"/>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11" name="">
            <a:extLst xmlns:a="http://schemas.openxmlformats.org/drawingml/2006/main">
              <a:ext uri="{FF2B5EF4-FFF2-40B4-BE49-F238E27FC236}">
                <a16:creationId xmlns:a16="http://schemas.microsoft.com/office/drawing/2014/main" id="{8C70749C-F8C9-4D88-9756-C91278EF4DF1}"/>
              </a:ext>
            </a:extLst>
          </p:cNvPr>
          <p:cNvSpPr>
            <a:spLocks xmlns:a="http://schemas.openxmlformats.org/drawingml/2006/main" noGrp="1"/>
          </p:cNvSpPr>
          <p:nvPr/>
        </p:nvSpPr>
        <p:spPr>
          <a:xfrm xmlns:a="http://schemas.openxmlformats.org/drawingml/2006/main">
            <a:off x="942975" y="1797939"/>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12" name="">
            <a:extLst xmlns:a="http://schemas.openxmlformats.org/drawingml/2006/main">
              <a:ext uri="{FF2B5EF4-FFF2-40B4-BE49-F238E27FC236}">
                <a16:creationId xmlns:a16="http://schemas.microsoft.com/office/drawing/2014/main" id="{CA9504F2-6676-4F3A-8D70-A949D01327F4}"/>
              </a:ext>
            </a:extLst>
          </p:cNvPr>
          <p:cNvSpPr>
            <a:spLocks xmlns:a="http://schemas.openxmlformats.org/drawingml/2006/main" noGrp="1"/>
          </p:cNvSpPr>
          <p:nvPr/>
        </p:nvSpPr>
        <p:spPr>
          <a:xfrm xmlns:a="http://schemas.openxmlformats.org/drawingml/2006/main">
            <a:off x="919905" y="179793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AA98C3D-2D54-4E4A-BBB9-B8B79013F55E}"/>
              </a:ext>
            </a:extLst>
          </p:cNvPr>
          <p:cNvSpPr>
            <a:spLocks xmlns:a="http://schemas.openxmlformats.org/drawingml/2006/main" noGrp="1"/>
          </p:cNvSpPr>
          <p:nvPr/>
        </p:nvSpPr>
        <p:spPr>
          <a:xfrm xmlns:a="http://schemas.openxmlformats.org/drawingml/2006/main">
            <a:off x="402336" y="1559052"/>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25146">
            <a:solidFill>
              <a:srgbClr val="8650A2"/>
            </a:solidFill>
          </a:ln>
        </p:spPr>
      </p:sp>
      <p:sp>
        <p:nvSpPr>
          <p:cNvPr id="14" name="">
            <a:extLst xmlns:a="http://schemas.openxmlformats.org/drawingml/2006/main">
              <a:ext uri="{FF2B5EF4-FFF2-40B4-BE49-F238E27FC236}">
                <a16:creationId xmlns:a16="http://schemas.microsoft.com/office/drawing/2014/main" id="{4C72753F-3E7A-4E0D-8C63-3E88EFF8C214}"/>
              </a:ext>
            </a:extLst>
          </p:cNvPr>
          <p:cNvSpPr>
            <a:spLocks xmlns:a="http://schemas.openxmlformats.org/drawingml/2006/main" noGrp="1"/>
          </p:cNvSpPr>
          <p:nvPr/>
        </p:nvSpPr>
        <p:spPr>
          <a:xfrm xmlns:a="http://schemas.openxmlformats.org/drawingml/2006/main">
            <a:off x="942975" y="1502474"/>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15" name="">
            <a:extLst xmlns:a="http://schemas.openxmlformats.org/drawingml/2006/main">
              <a:ext uri="{FF2B5EF4-FFF2-40B4-BE49-F238E27FC236}">
                <a16:creationId xmlns:a16="http://schemas.microsoft.com/office/drawing/2014/main" id="{41C65652-9FB1-45DF-92BD-EC732F3DED9B}"/>
              </a:ext>
            </a:extLst>
          </p:cNvPr>
          <p:cNvSpPr>
            <a:spLocks xmlns:a="http://schemas.openxmlformats.org/drawingml/2006/main" noGrp="1"/>
          </p:cNvSpPr>
          <p:nvPr/>
        </p:nvSpPr>
        <p:spPr>
          <a:xfrm xmlns:a="http://schemas.openxmlformats.org/drawingml/2006/main">
            <a:off x="919905" y="1502474"/>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1EBB655-8316-417B-BC22-FAAEBA0ED046}"/>
              </a:ext>
            </a:extLst>
          </p:cNvPr>
          <p:cNvSpPr>
            <a:spLocks xmlns:a="http://schemas.openxmlformats.org/drawingml/2006/main" noGrp="1"/>
          </p:cNvSpPr>
          <p:nvPr/>
        </p:nvSpPr>
        <p:spPr>
          <a:xfrm xmlns:a="http://schemas.openxmlformats.org/drawingml/2006/main">
            <a:off x="402336" y="1263587"/>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17" name="">
            <a:extLst xmlns:a="http://schemas.openxmlformats.org/drawingml/2006/main">
              <a:ext uri="{FF2B5EF4-FFF2-40B4-BE49-F238E27FC236}">
                <a16:creationId xmlns:a16="http://schemas.microsoft.com/office/drawing/2014/main" id="{B6B039BC-9399-4735-ADA4-839F1BC167F5}"/>
              </a:ext>
            </a:extLst>
          </p:cNvPr>
          <p:cNvSpPr>
            <a:spLocks xmlns:a="http://schemas.openxmlformats.org/drawingml/2006/main" noGrp="1"/>
          </p:cNvSpPr>
          <p:nvPr/>
        </p:nvSpPr>
        <p:spPr>
          <a:xfrm xmlns:a="http://schemas.openxmlformats.org/drawingml/2006/main">
            <a:off x="942975" y="2979801"/>
            <a:ext cx="95" cy="94297"/>
          </a:xfrm>
          <a:custGeom xmlns:a="http://schemas.openxmlformats.org/drawingml/2006/main">
            <a:pathLst>
              <a:path w="95" h="94297">
                <a:moveTo>
                  <a:pt x="0" y="94297"/>
                </a:moveTo>
                <a:lnTo>
                  <a:pt x="0" y="0"/>
                </a:lnTo>
              </a:path>
            </a:pathLst>
          </a:custGeom>
          <a:noFill xmlns:a="http://schemas.openxmlformats.org/drawingml/2006/main"/>
          <a:ln xmlns:a="http://schemas.openxmlformats.org/drawingml/2006/main" w="15088">
            <a:solidFill>
              <a:srgbClr val="22272C"/>
            </a:solidFill>
            <a:prstDash val="solid"/>
          </a:ln>
        </p:spPr>
      </p:sp>
      <p:sp>
        <p:nvSpPr>
          <p:cNvPr id="18" name="">
            <a:extLst xmlns:a="http://schemas.openxmlformats.org/drawingml/2006/main">
              <a:ext uri="{FF2B5EF4-FFF2-40B4-BE49-F238E27FC236}">
                <a16:creationId xmlns:a16="http://schemas.microsoft.com/office/drawing/2014/main" id="{04342479-C26A-4BA1-8291-F5F12DD7CD87}"/>
              </a:ext>
            </a:extLst>
          </p:cNvPr>
          <p:cNvSpPr>
            <a:spLocks xmlns:a="http://schemas.openxmlformats.org/drawingml/2006/main" noGrp="1"/>
          </p:cNvSpPr>
          <p:nvPr/>
        </p:nvSpPr>
        <p:spPr>
          <a:xfrm xmlns:a="http://schemas.openxmlformats.org/drawingml/2006/main">
            <a:off x="919905" y="2979801"/>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DADCA13-919D-44A8-B86F-EF2264D11658}"/>
              </a:ext>
            </a:extLst>
          </p:cNvPr>
          <p:cNvSpPr>
            <a:spLocks xmlns:a="http://schemas.openxmlformats.org/drawingml/2006/main" noGrp="1"/>
          </p:cNvSpPr>
          <p:nvPr/>
        </p:nvSpPr>
        <p:spPr>
          <a:xfrm xmlns:a="http://schemas.openxmlformats.org/drawingml/2006/main">
            <a:off x="402336" y="823532"/>
            <a:ext cx="1081278" cy="301752"/>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20" name="">
            <a:extLst xmlns:a="http://schemas.openxmlformats.org/drawingml/2006/main">
              <a:ext uri="{FF2B5EF4-FFF2-40B4-BE49-F238E27FC236}">
                <a16:creationId xmlns:a16="http://schemas.microsoft.com/office/drawing/2014/main" id="{B32CC877-6ED3-4AE1-B6C1-997B5E3F73FB}"/>
              </a:ext>
            </a:extLst>
          </p:cNvPr>
          <p:cNvSpPr>
            <a:spLocks xmlns:a="http://schemas.openxmlformats.org/drawingml/2006/main" noGrp="1"/>
          </p:cNvSpPr>
          <p:nvPr/>
        </p:nvSpPr>
        <p:spPr>
          <a:xfrm xmlns:a="http://schemas.openxmlformats.org/drawingml/2006/main">
            <a:off x="942975" y="1137857"/>
            <a:ext cx="95" cy="125730"/>
          </a:xfrm>
          <a:custGeom xmlns:a="http://schemas.openxmlformats.org/drawingml/2006/main">
            <a:pathLst>
              <a:path w="95" h="125730">
                <a:moveTo>
                  <a:pt x="0" y="125730"/>
                </a:moveTo>
                <a:lnTo>
                  <a:pt x="0" y="0"/>
                </a:lnTo>
              </a:path>
            </a:pathLst>
          </a:custGeom>
          <a:noFill xmlns:a="http://schemas.openxmlformats.org/drawingml/2006/main"/>
          <a:ln xmlns:a="http://schemas.openxmlformats.org/drawingml/2006/main" w="15088">
            <a:solidFill>
              <a:srgbClr val="22272C"/>
            </a:solidFill>
            <a:prstDash val="solid"/>
          </a:ln>
        </p:spPr>
      </p:sp>
      <p:sp>
        <p:nvSpPr>
          <p:cNvPr id="21" name="">
            <a:extLst xmlns:a="http://schemas.openxmlformats.org/drawingml/2006/main">
              <a:ext uri="{FF2B5EF4-FFF2-40B4-BE49-F238E27FC236}">
                <a16:creationId xmlns:a16="http://schemas.microsoft.com/office/drawing/2014/main" id="{E2004608-D558-4179-855D-726E3943D567}"/>
              </a:ext>
            </a:extLst>
          </p:cNvPr>
          <p:cNvSpPr>
            <a:spLocks xmlns:a="http://schemas.openxmlformats.org/drawingml/2006/main" noGrp="1"/>
          </p:cNvSpPr>
          <p:nvPr/>
        </p:nvSpPr>
        <p:spPr>
          <a:xfrm xmlns:a="http://schemas.openxmlformats.org/drawingml/2006/main">
            <a:off x="919905" y="1137857"/>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5E06015-DC03-4B70-8F41-71527967CC08}"/>
              </a:ext>
            </a:extLst>
          </p:cNvPr>
          <p:cNvSpPr>
            <a:spLocks xmlns:a="http://schemas.openxmlformats.org/drawingml/2006/main" noGrp="1"/>
          </p:cNvSpPr>
          <p:nvPr/>
        </p:nvSpPr>
        <p:spPr>
          <a:xfrm xmlns:a="http://schemas.openxmlformats.org/drawingml/2006/main">
            <a:off x="1986534" y="2740914"/>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8860">
            <a:solidFill>
              <a:srgbClr val="3B82BB"/>
            </a:solidFill>
          </a:ln>
        </p:spPr>
      </p:sp>
      <p:sp>
        <p:nvSpPr>
          <p:cNvPr id="23" name="">
            <a:extLst xmlns:a="http://schemas.openxmlformats.org/drawingml/2006/main">
              <a:ext uri="{FF2B5EF4-FFF2-40B4-BE49-F238E27FC236}">
                <a16:creationId xmlns:a16="http://schemas.microsoft.com/office/drawing/2014/main" id="{C89D8ED5-0E75-4BF8-808A-B8DFAB3AE773}"/>
              </a:ext>
            </a:extLst>
          </p:cNvPr>
          <p:cNvSpPr>
            <a:spLocks xmlns:a="http://schemas.openxmlformats.org/drawingml/2006/main" noGrp="1"/>
          </p:cNvSpPr>
          <p:nvPr/>
        </p:nvSpPr>
        <p:spPr>
          <a:xfrm xmlns:a="http://schemas.openxmlformats.org/drawingml/2006/main">
            <a:off x="2527173" y="2979801"/>
            <a:ext cx="95" cy="94297"/>
          </a:xfrm>
          <a:custGeom xmlns:a="http://schemas.openxmlformats.org/drawingml/2006/main">
            <a:pathLst>
              <a:path w="95" h="94297">
                <a:moveTo>
                  <a:pt x="0" y="94297"/>
                </a:moveTo>
                <a:lnTo>
                  <a:pt x="0" y="0"/>
                </a:lnTo>
              </a:path>
            </a:pathLst>
          </a:custGeom>
          <a:noFill xmlns:a="http://schemas.openxmlformats.org/drawingml/2006/main"/>
          <a:ln xmlns:a="http://schemas.openxmlformats.org/drawingml/2006/main" w="15088">
            <a:solidFill>
              <a:srgbClr val="22272C"/>
            </a:solidFill>
            <a:prstDash val="solid"/>
          </a:ln>
        </p:spPr>
      </p:sp>
      <p:sp>
        <p:nvSpPr>
          <p:cNvPr id="24" name="">
            <a:extLst xmlns:a="http://schemas.openxmlformats.org/drawingml/2006/main">
              <a:ext uri="{FF2B5EF4-FFF2-40B4-BE49-F238E27FC236}">
                <a16:creationId xmlns:a16="http://schemas.microsoft.com/office/drawing/2014/main" id="{CB856CAD-D766-44FE-9220-B8A5DB5FF5D8}"/>
              </a:ext>
            </a:extLst>
          </p:cNvPr>
          <p:cNvSpPr>
            <a:spLocks xmlns:a="http://schemas.openxmlformats.org/drawingml/2006/main" noGrp="1"/>
          </p:cNvSpPr>
          <p:nvPr/>
        </p:nvSpPr>
        <p:spPr>
          <a:xfrm xmlns:a="http://schemas.openxmlformats.org/drawingml/2006/main">
            <a:off x="2504103" y="2979801"/>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93DA820-0EBA-4ABD-86A6-25AC48068F14}"/>
              </a:ext>
            </a:extLst>
          </p:cNvPr>
          <p:cNvSpPr>
            <a:spLocks xmlns:a="http://schemas.openxmlformats.org/drawingml/2006/main" noGrp="1"/>
          </p:cNvSpPr>
          <p:nvPr/>
        </p:nvSpPr>
        <p:spPr>
          <a:xfrm xmlns:a="http://schemas.openxmlformats.org/drawingml/2006/main">
            <a:off x="1986534" y="2300859"/>
            <a:ext cx="1081278" cy="301752"/>
          </a:xfrm>
          <a:prstGeom xmlns:a="http://schemas.openxmlformats.org/drawingml/2006/main" prst="rect">
            <a:avLst/>
          </a:prstGeom>
          <a:solidFill xmlns:a="http://schemas.openxmlformats.org/drawingml/2006/main">
            <a:srgbClr val="C6DFB7"/>
          </a:solidFill>
          <a:ln xmlns:a="http://schemas.openxmlformats.org/drawingml/2006/main" w="0">
            <a:solidFill>
              <a:srgbClr val="C6DFB7"/>
            </a:solidFill>
          </a:ln>
        </p:spPr>
      </p:sp>
      <p:sp>
        <p:nvSpPr>
          <p:cNvPr id="26" name="">
            <a:extLst xmlns:a="http://schemas.openxmlformats.org/drawingml/2006/main">
              <a:ext uri="{FF2B5EF4-FFF2-40B4-BE49-F238E27FC236}">
                <a16:creationId xmlns:a16="http://schemas.microsoft.com/office/drawing/2014/main" id="{5AD03F29-7E42-4B8E-9A0D-7418603965E8}"/>
              </a:ext>
            </a:extLst>
          </p:cNvPr>
          <p:cNvSpPr>
            <a:spLocks xmlns:a="http://schemas.openxmlformats.org/drawingml/2006/main" noGrp="1"/>
          </p:cNvSpPr>
          <p:nvPr/>
        </p:nvSpPr>
        <p:spPr>
          <a:xfrm xmlns:a="http://schemas.openxmlformats.org/drawingml/2006/main">
            <a:off x="2527173" y="2608898"/>
            <a:ext cx="95" cy="132016"/>
          </a:xfrm>
          <a:custGeom xmlns:a="http://schemas.openxmlformats.org/drawingml/2006/main">
            <a:pathLst>
              <a:path w="95" h="132016">
                <a:moveTo>
                  <a:pt x="0" y="132016"/>
                </a:moveTo>
                <a:lnTo>
                  <a:pt x="0" y="0"/>
                </a:lnTo>
              </a:path>
            </a:pathLst>
          </a:custGeom>
          <a:noFill xmlns:a="http://schemas.openxmlformats.org/drawingml/2006/main"/>
          <a:ln xmlns:a="http://schemas.openxmlformats.org/drawingml/2006/main" w="15088">
            <a:solidFill>
              <a:srgbClr val="22272C"/>
            </a:solidFill>
            <a:prstDash val="solid"/>
          </a:ln>
        </p:spPr>
      </p:sp>
      <p:sp>
        <p:nvSpPr>
          <p:cNvPr id="27" name="">
            <a:extLst xmlns:a="http://schemas.openxmlformats.org/drawingml/2006/main">
              <a:ext uri="{FF2B5EF4-FFF2-40B4-BE49-F238E27FC236}">
                <a16:creationId xmlns:a16="http://schemas.microsoft.com/office/drawing/2014/main" id="{8D59B378-E2F8-4BEF-B5D5-BD3D4BE020DA}"/>
              </a:ext>
            </a:extLst>
          </p:cNvPr>
          <p:cNvSpPr>
            <a:spLocks xmlns:a="http://schemas.openxmlformats.org/drawingml/2006/main" noGrp="1"/>
          </p:cNvSpPr>
          <p:nvPr/>
        </p:nvSpPr>
        <p:spPr>
          <a:xfrm xmlns:a="http://schemas.openxmlformats.org/drawingml/2006/main">
            <a:off x="2504103" y="2608898"/>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1A37D28-5ABF-4667-B82F-88ACF0E00AE7}"/>
              </a:ext>
            </a:extLst>
          </p:cNvPr>
          <p:cNvSpPr>
            <a:spLocks xmlns:a="http://schemas.openxmlformats.org/drawingml/2006/main" noGrp="1"/>
          </p:cNvSpPr>
          <p:nvPr/>
        </p:nvSpPr>
        <p:spPr>
          <a:xfrm xmlns:a="http://schemas.openxmlformats.org/drawingml/2006/main">
            <a:off x="3570732" y="2740914"/>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8860">
            <a:solidFill>
              <a:srgbClr val="3B82BB"/>
            </a:solidFill>
          </a:ln>
        </p:spPr>
      </p:sp>
      <p:sp>
        <p:nvSpPr>
          <p:cNvPr id="29" name="">
            <a:extLst xmlns:a="http://schemas.openxmlformats.org/drawingml/2006/main">
              <a:ext uri="{FF2B5EF4-FFF2-40B4-BE49-F238E27FC236}">
                <a16:creationId xmlns:a16="http://schemas.microsoft.com/office/drawing/2014/main" id="{3FE41855-879B-42B3-AEFB-F6D72FFB4513}"/>
              </a:ext>
            </a:extLst>
          </p:cNvPr>
          <p:cNvSpPr>
            <a:spLocks xmlns:a="http://schemas.openxmlformats.org/drawingml/2006/main" noGrp="1"/>
          </p:cNvSpPr>
          <p:nvPr/>
        </p:nvSpPr>
        <p:spPr>
          <a:xfrm xmlns:a="http://schemas.openxmlformats.org/drawingml/2006/main">
            <a:off x="4111371" y="2979801"/>
            <a:ext cx="95" cy="94297"/>
          </a:xfrm>
          <a:custGeom xmlns:a="http://schemas.openxmlformats.org/drawingml/2006/main">
            <a:pathLst>
              <a:path w="95" h="94297">
                <a:moveTo>
                  <a:pt x="0" y="94297"/>
                </a:moveTo>
                <a:lnTo>
                  <a:pt x="0" y="0"/>
                </a:lnTo>
              </a:path>
            </a:pathLst>
          </a:custGeom>
          <a:noFill xmlns:a="http://schemas.openxmlformats.org/drawingml/2006/main"/>
          <a:ln xmlns:a="http://schemas.openxmlformats.org/drawingml/2006/main" w="15088">
            <a:solidFill>
              <a:srgbClr val="22272C"/>
            </a:solidFill>
            <a:prstDash val="solid"/>
          </a:ln>
        </p:spPr>
      </p:sp>
      <p:sp>
        <p:nvSpPr>
          <p:cNvPr id="30" name="">
            <a:extLst xmlns:a="http://schemas.openxmlformats.org/drawingml/2006/main">
              <a:ext uri="{FF2B5EF4-FFF2-40B4-BE49-F238E27FC236}">
                <a16:creationId xmlns:a16="http://schemas.microsoft.com/office/drawing/2014/main" id="{BE959E7A-A01D-4C56-92F5-0CED27C20D29}"/>
              </a:ext>
            </a:extLst>
          </p:cNvPr>
          <p:cNvSpPr>
            <a:spLocks xmlns:a="http://schemas.openxmlformats.org/drawingml/2006/main" noGrp="1"/>
          </p:cNvSpPr>
          <p:nvPr/>
        </p:nvSpPr>
        <p:spPr>
          <a:xfrm xmlns:a="http://schemas.openxmlformats.org/drawingml/2006/main">
            <a:off x="4088301" y="2979801"/>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A4D9627-98A1-4C8F-8E2B-CF6D35CF478F}"/>
              </a:ext>
            </a:extLst>
          </p:cNvPr>
          <p:cNvSpPr>
            <a:spLocks xmlns:a="http://schemas.openxmlformats.org/drawingml/2006/main" noGrp="1"/>
          </p:cNvSpPr>
          <p:nvPr/>
        </p:nvSpPr>
        <p:spPr>
          <a:xfrm xmlns:a="http://schemas.openxmlformats.org/drawingml/2006/main">
            <a:off x="3570732" y="2300859"/>
            <a:ext cx="1081278" cy="301752"/>
          </a:xfrm>
          <a:prstGeom xmlns:a="http://schemas.openxmlformats.org/drawingml/2006/main" prst="rect">
            <a:avLst/>
          </a:prstGeom>
          <a:solidFill xmlns:a="http://schemas.openxmlformats.org/drawingml/2006/main">
            <a:srgbClr val="C6DFB7"/>
          </a:solidFill>
          <a:ln xmlns:a="http://schemas.openxmlformats.org/drawingml/2006/main" w="0">
            <a:solidFill>
              <a:srgbClr val="C6DFB7"/>
            </a:solidFill>
          </a:ln>
        </p:spPr>
      </p:sp>
      <p:sp>
        <p:nvSpPr>
          <p:cNvPr id="32" name="">
            <a:extLst xmlns:a="http://schemas.openxmlformats.org/drawingml/2006/main">
              <a:ext uri="{FF2B5EF4-FFF2-40B4-BE49-F238E27FC236}">
                <a16:creationId xmlns:a16="http://schemas.microsoft.com/office/drawing/2014/main" id="{B72DE24C-D776-4FDC-B3D5-CEDE59FE33E6}"/>
              </a:ext>
            </a:extLst>
          </p:cNvPr>
          <p:cNvSpPr>
            <a:spLocks xmlns:a="http://schemas.openxmlformats.org/drawingml/2006/main" noGrp="1"/>
          </p:cNvSpPr>
          <p:nvPr/>
        </p:nvSpPr>
        <p:spPr>
          <a:xfrm xmlns:a="http://schemas.openxmlformats.org/drawingml/2006/main">
            <a:off x="4111371" y="2608898"/>
            <a:ext cx="95" cy="132016"/>
          </a:xfrm>
          <a:custGeom xmlns:a="http://schemas.openxmlformats.org/drawingml/2006/main">
            <a:pathLst>
              <a:path w="95" h="132016">
                <a:moveTo>
                  <a:pt x="0" y="132016"/>
                </a:moveTo>
                <a:lnTo>
                  <a:pt x="0" y="0"/>
                </a:lnTo>
              </a:path>
            </a:pathLst>
          </a:custGeom>
          <a:noFill xmlns:a="http://schemas.openxmlformats.org/drawingml/2006/main"/>
          <a:ln xmlns:a="http://schemas.openxmlformats.org/drawingml/2006/main" w="15088">
            <a:solidFill>
              <a:srgbClr val="22272C"/>
            </a:solidFill>
            <a:prstDash val="solid"/>
          </a:ln>
        </p:spPr>
      </p:sp>
      <p:sp>
        <p:nvSpPr>
          <p:cNvPr id="33" name="">
            <a:extLst xmlns:a="http://schemas.openxmlformats.org/drawingml/2006/main">
              <a:ext uri="{FF2B5EF4-FFF2-40B4-BE49-F238E27FC236}">
                <a16:creationId xmlns:a16="http://schemas.microsoft.com/office/drawing/2014/main" id="{E6FD739E-6F95-4F9D-A6C0-8936C3B599C6}"/>
              </a:ext>
            </a:extLst>
          </p:cNvPr>
          <p:cNvSpPr>
            <a:spLocks xmlns:a="http://schemas.openxmlformats.org/drawingml/2006/main" noGrp="1"/>
          </p:cNvSpPr>
          <p:nvPr/>
        </p:nvSpPr>
        <p:spPr>
          <a:xfrm xmlns:a="http://schemas.openxmlformats.org/drawingml/2006/main">
            <a:off x="4088301" y="2608898"/>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24E6DCB-6ECD-4C9F-B629-2E68E8F76254}"/>
              </a:ext>
            </a:extLst>
          </p:cNvPr>
          <p:cNvSpPr>
            <a:spLocks xmlns:a="http://schemas.openxmlformats.org/drawingml/2006/main" noGrp="1"/>
          </p:cNvSpPr>
          <p:nvPr/>
        </p:nvSpPr>
        <p:spPr>
          <a:xfrm xmlns:a="http://schemas.openxmlformats.org/drawingml/2006/main">
            <a:off x="5934456" y="2740914"/>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35" name="">
            <a:extLst xmlns:a="http://schemas.openxmlformats.org/drawingml/2006/main">
              <a:ext uri="{FF2B5EF4-FFF2-40B4-BE49-F238E27FC236}">
                <a16:creationId xmlns:a16="http://schemas.microsoft.com/office/drawing/2014/main" id="{534B2DF3-523F-4EFF-9E9A-242016151525}"/>
              </a:ext>
            </a:extLst>
          </p:cNvPr>
          <p:cNvSpPr>
            <a:spLocks xmlns:a="http://schemas.openxmlformats.org/drawingml/2006/main" noGrp="1"/>
          </p:cNvSpPr>
          <p:nvPr/>
        </p:nvSpPr>
        <p:spPr>
          <a:xfrm xmlns:a="http://schemas.openxmlformats.org/drawingml/2006/main">
            <a:off x="6475095" y="2684336"/>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36" name="">
            <a:extLst xmlns:a="http://schemas.openxmlformats.org/drawingml/2006/main">
              <a:ext uri="{FF2B5EF4-FFF2-40B4-BE49-F238E27FC236}">
                <a16:creationId xmlns:a16="http://schemas.microsoft.com/office/drawing/2014/main" id="{FA8A452C-72D2-40F9-AB71-D4BDD0E0FB98}"/>
              </a:ext>
            </a:extLst>
          </p:cNvPr>
          <p:cNvSpPr>
            <a:spLocks xmlns:a="http://schemas.openxmlformats.org/drawingml/2006/main" noGrp="1"/>
          </p:cNvSpPr>
          <p:nvPr/>
        </p:nvSpPr>
        <p:spPr>
          <a:xfrm xmlns:a="http://schemas.openxmlformats.org/drawingml/2006/main">
            <a:off x="6452025" y="268433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D49ADC5-3FE9-40AA-A304-33F1682D6DFB}"/>
              </a:ext>
            </a:extLst>
          </p:cNvPr>
          <p:cNvSpPr>
            <a:spLocks xmlns:a="http://schemas.openxmlformats.org/drawingml/2006/main" noGrp="1"/>
          </p:cNvSpPr>
          <p:nvPr/>
        </p:nvSpPr>
        <p:spPr>
          <a:xfrm xmlns:a="http://schemas.openxmlformats.org/drawingml/2006/main">
            <a:off x="5934456" y="2445449"/>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38" name="">
            <a:extLst xmlns:a="http://schemas.openxmlformats.org/drawingml/2006/main">
              <a:ext uri="{FF2B5EF4-FFF2-40B4-BE49-F238E27FC236}">
                <a16:creationId xmlns:a16="http://schemas.microsoft.com/office/drawing/2014/main" id="{8D446059-C386-4D16-A936-342303E18161}"/>
              </a:ext>
            </a:extLst>
          </p:cNvPr>
          <p:cNvSpPr>
            <a:spLocks xmlns:a="http://schemas.openxmlformats.org/drawingml/2006/main" noGrp="1"/>
          </p:cNvSpPr>
          <p:nvPr/>
        </p:nvSpPr>
        <p:spPr>
          <a:xfrm xmlns:a="http://schemas.openxmlformats.org/drawingml/2006/main">
            <a:off x="6475095" y="2388870"/>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39" name="">
            <a:extLst xmlns:a="http://schemas.openxmlformats.org/drawingml/2006/main">
              <a:ext uri="{FF2B5EF4-FFF2-40B4-BE49-F238E27FC236}">
                <a16:creationId xmlns:a16="http://schemas.microsoft.com/office/drawing/2014/main" id="{9A0CC6B8-AA57-4ED7-97B5-8BBEA1FC57FA}"/>
              </a:ext>
            </a:extLst>
          </p:cNvPr>
          <p:cNvSpPr>
            <a:spLocks xmlns:a="http://schemas.openxmlformats.org/drawingml/2006/main" noGrp="1"/>
          </p:cNvSpPr>
          <p:nvPr/>
        </p:nvSpPr>
        <p:spPr>
          <a:xfrm xmlns:a="http://schemas.openxmlformats.org/drawingml/2006/main">
            <a:off x="6452025" y="2388870"/>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26371D6-F3BB-4475-A6C6-1DB6AA9F3520}"/>
              </a:ext>
            </a:extLst>
          </p:cNvPr>
          <p:cNvSpPr>
            <a:spLocks xmlns:a="http://schemas.openxmlformats.org/drawingml/2006/main" noGrp="1"/>
          </p:cNvSpPr>
          <p:nvPr/>
        </p:nvSpPr>
        <p:spPr>
          <a:xfrm xmlns:a="http://schemas.openxmlformats.org/drawingml/2006/main">
            <a:off x="5934456" y="2149983"/>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41" name="">
            <a:extLst xmlns:a="http://schemas.openxmlformats.org/drawingml/2006/main">
              <a:ext uri="{FF2B5EF4-FFF2-40B4-BE49-F238E27FC236}">
                <a16:creationId xmlns:a16="http://schemas.microsoft.com/office/drawing/2014/main" id="{6DE43A66-66F1-4242-9CE6-E509F9ABA1BA}"/>
              </a:ext>
            </a:extLst>
          </p:cNvPr>
          <p:cNvSpPr>
            <a:spLocks xmlns:a="http://schemas.openxmlformats.org/drawingml/2006/main" noGrp="1"/>
          </p:cNvSpPr>
          <p:nvPr/>
        </p:nvSpPr>
        <p:spPr>
          <a:xfrm xmlns:a="http://schemas.openxmlformats.org/drawingml/2006/main">
            <a:off x="6475095" y="2093405"/>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42" name="">
            <a:extLst xmlns:a="http://schemas.openxmlformats.org/drawingml/2006/main">
              <a:ext uri="{FF2B5EF4-FFF2-40B4-BE49-F238E27FC236}">
                <a16:creationId xmlns:a16="http://schemas.microsoft.com/office/drawing/2014/main" id="{CEB7AF43-0C71-47F8-A4C6-B8F31EDE97FA}"/>
              </a:ext>
            </a:extLst>
          </p:cNvPr>
          <p:cNvSpPr>
            <a:spLocks xmlns:a="http://schemas.openxmlformats.org/drawingml/2006/main" noGrp="1"/>
          </p:cNvSpPr>
          <p:nvPr/>
        </p:nvSpPr>
        <p:spPr>
          <a:xfrm xmlns:a="http://schemas.openxmlformats.org/drawingml/2006/main">
            <a:off x="6452025" y="2093405"/>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46013A4-66AD-48E2-A86B-2EE20E8B31EC}"/>
              </a:ext>
            </a:extLst>
          </p:cNvPr>
          <p:cNvSpPr>
            <a:spLocks xmlns:a="http://schemas.openxmlformats.org/drawingml/2006/main" noGrp="1"/>
          </p:cNvSpPr>
          <p:nvPr/>
        </p:nvSpPr>
        <p:spPr>
          <a:xfrm xmlns:a="http://schemas.openxmlformats.org/drawingml/2006/main">
            <a:off x="5934456" y="1854518"/>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44" name="">
            <a:extLst xmlns:a="http://schemas.openxmlformats.org/drawingml/2006/main">
              <a:ext uri="{FF2B5EF4-FFF2-40B4-BE49-F238E27FC236}">
                <a16:creationId xmlns:a16="http://schemas.microsoft.com/office/drawing/2014/main" id="{9EB1E319-DB8D-4A5C-A31D-C1330C8DC3BD}"/>
              </a:ext>
            </a:extLst>
          </p:cNvPr>
          <p:cNvSpPr>
            <a:spLocks xmlns:a="http://schemas.openxmlformats.org/drawingml/2006/main" noGrp="1"/>
          </p:cNvSpPr>
          <p:nvPr/>
        </p:nvSpPr>
        <p:spPr>
          <a:xfrm xmlns:a="http://schemas.openxmlformats.org/drawingml/2006/main">
            <a:off x="6475095" y="1797939"/>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45" name="">
            <a:extLst xmlns:a="http://schemas.openxmlformats.org/drawingml/2006/main">
              <a:ext uri="{FF2B5EF4-FFF2-40B4-BE49-F238E27FC236}">
                <a16:creationId xmlns:a16="http://schemas.microsoft.com/office/drawing/2014/main" id="{578EC892-7A5B-4809-8D22-33608BFC0201}"/>
              </a:ext>
            </a:extLst>
          </p:cNvPr>
          <p:cNvSpPr>
            <a:spLocks xmlns:a="http://schemas.openxmlformats.org/drawingml/2006/main" noGrp="1"/>
          </p:cNvSpPr>
          <p:nvPr/>
        </p:nvSpPr>
        <p:spPr>
          <a:xfrm xmlns:a="http://schemas.openxmlformats.org/drawingml/2006/main">
            <a:off x="6452025" y="179793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DCB962B-07CD-4D2C-82AF-C741D5148EEB}"/>
              </a:ext>
            </a:extLst>
          </p:cNvPr>
          <p:cNvSpPr>
            <a:spLocks xmlns:a="http://schemas.openxmlformats.org/drawingml/2006/main" noGrp="1"/>
          </p:cNvSpPr>
          <p:nvPr/>
        </p:nvSpPr>
        <p:spPr>
          <a:xfrm xmlns:a="http://schemas.openxmlformats.org/drawingml/2006/main">
            <a:off x="5934456" y="1559052"/>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25146">
            <a:solidFill>
              <a:srgbClr val="8650A2"/>
            </a:solidFill>
          </a:ln>
        </p:spPr>
      </p:sp>
      <p:sp>
        <p:nvSpPr>
          <p:cNvPr id="47" name="">
            <a:extLst xmlns:a="http://schemas.openxmlformats.org/drawingml/2006/main">
              <a:ext uri="{FF2B5EF4-FFF2-40B4-BE49-F238E27FC236}">
                <a16:creationId xmlns:a16="http://schemas.microsoft.com/office/drawing/2014/main" id="{DA4059BE-A6DF-4497-91C9-141E2E031490}"/>
              </a:ext>
            </a:extLst>
          </p:cNvPr>
          <p:cNvSpPr>
            <a:spLocks xmlns:a="http://schemas.openxmlformats.org/drawingml/2006/main" noGrp="1"/>
          </p:cNvSpPr>
          <p:nvPr/>
        </p:nvSpPr>
        <p:spPr>
          <a:xfrm xmlns:a="http://schemas.openxmlformats.org/drawingml/2006/main">
            <a:off x="6475095" y="1502474"/>
            <a:ext cx="95" cy="56578"/>
          </a:xfrm>
          <a:custGeom xmlns:a="http://schemas.openxmlformats.org/drawingml/2006/main">
            <a:pathLst>
              <a:path w="95" h="56578">
                <a:moveTo>
                  <a:pt x="0" y="56578"/>
                </a:moveTo>
                <a:lnTo>
                  <a:pt x="0" y="0"/>
                </a:lnTo>
              </a:path>
            </a:pathLst>
          </a:custGeom>
          <a:noFill xmlns:a="http://schemas.openxmlformats.org/drawingml/2006/main"/>
          <a:ln xmlns:a="http://schemas.openxmlformats.org/drawingml/2006/main" w="15088">
            <a:solidFill>
              <a:srgbClr val="22272C"/>
            </a:solidFill>
            <a:prstDash val="solid"/>
          </a:ln>
        </p:spPr>
      </p:sp>
      <p:sp>
        <p:nvSpPr>
          <p:cNvPr id="48" name="">
            <a:extLst xmlns:a="http://schemas.openxmlformats.org/drawingml/2006/main">
              <a:ext uri="{FF2B5EF4-FFF2-40B4-BE49-F238E27FC236}">
                <a16:creationId xmlns:a16="http://schemas.microsoft.com/office/drawing/2014/main" id="{9B5CDA18-B1AA-44D1-BE54-3CCEA993039E}"/>
              </a:ext>
            </a:extLst>
          </p:cNvPr>
          <p:cNvSpPr>
            <a:spLocks xmlns:a="http://schemas.openxmlformats.org/drawingml/2006/main" noGrp="1"/>
          </p:cNvSpPr>
          <p:nvPr/>
        </p:nvSpPr>
        <p:spPr>
          <a:xfrm xmlns:a="http://schemas.openxmlformats.org/drawingml/2006/main">
            <a:off x="6452025" y="1502474"/>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44714A0-349A-486E-8470-DDD9ECB5ABEE}"/>
              </a:ext>
            </a:extLst>
          </p:cNvPr>
          <p:cNvSpPr>
            <a:spLocks xmlns:a="http://schemas.openxmlformats.org/drawingml/2006/main" noGrp="1"/>
          </p:cNvSpPr>
          <p:nvPr/>
        </p:nvSpPr>
        <p:spPr>
          <a:xfrm xmlns:a="http://schemas.openxmlformats.org/drawingml/2006/main">
            <a:off x="5934456" y="1263587"/>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3830">
            <a:solidFill>
              <a:srgbClr val="22272C"/>
            </a:solidFill>
          </a:ln>
        </p:spPr>
      </p:sp>
      <p:sp>
        <p:nvSpPr>
          <p:cNvPr id="50" name="">
            <a:extLst xmlns:a="http://schemas.openxmlformats.org/drawingml/2006/main">
              <a:ext uri="{FF2B5EF4-FFF2-40B4-BE49-F238E27FC236}">
                <a16:creationId xmlns:a16="http://schemas.microsoft.com/office/drawing/2014/main" id="{8C4DF7DE-646B-4275-B095-2A4BAD2A594D}"/>
              </a:ext>
            </a:extLst>
          </p:cNvPr>
          <p:cNvSpPr>
            <a:spLocks xmlns:a="http://schemas.openxmlformats.org/drawingml/2006/main" noGrp="1"/>
          </p:cNvSpPr>
          <p:nvPr/>
        </p:nvSpPr>
        <p:spPr>
          <a:xfrm xmlns:a="http://schemas.openxmlformats.org/drawingml/2006/main">
            <a:off x="6475095" y="2979801"/>
            <a:ext cx="95" cy="94297"/>
          </a:xfrm>
          <a:custGeom xmlns:a="http://schemas.openxmlformats.org/drawingml/2006/main">
            <a:pathLst>
              <a:path w="95" h="94297">
                <a:moveTo>
                  <a:pt x="0" y="94297"/>
                </a:moveTo>
                <a:lnTo>
                  <a:pt x="0" y="0"/>
                </a:lnTo>
              </a:path>
            </a:pathLst>
          </a:custGeom>
          <a:noFill xmlns:a="http://schemas.openxmlformats.org/drawingml/2006/main"/>
          <a:ln xmlns:a="http://schemas.openxmlformats.org/drawingml/2006/main" w="15088">
            <a:solidFill>
              <a:srgbClr val="22272C"/>
            </a:solidFill>
            <a:prstDash val="solid"/>
          </a:ln>
        </p:spPr>
      </p:sp>
      <p:sp>
        <p:nvSpPr>
          <p:cNvPr id="51" name="">
            <a:extLst xmlns:a="http://schemas.openxmlformats.org/drawingml/2006/main">
              <a:ext uri="{FF2B5EF4-FFF2-40B4-BE49-F238E27FC236}">
                <a16:creationId xmlns:a16="http://schemas.microsoft.com/office/drawing/2014/main" id="{11FBE4E9-91E1-4B29-A831-446A4B6F0D9E}"/>
              </a:ext>
            </a:extLst>
          </p:cNvPr>
          <p:cNvSpPr>
            <a:spLocks xmlns:a="http://schemas.openxmlformats.org/drawingml/2006/main" noGrp="1"/>
          </p:cNvSpPr>
          <p:nvPr/>
        </p:nvSpPr>
        <p:spPr>
          <a:xfrm xmlns:a="http://schemas.openxmlformats.org/drawingml/2006/main">
            <a:off x="6452025" y="2979801"/>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6211D25-5196-43D5-9593-DC34DCC5EABF}"/>
              </a:ext>
            </a:extLst>
          </p:cNvPr>
          <p:cNvSpPr>
            <a:spLocks xmlns:a="http://schemas.openxmlformats.org/drawingml/2006/main" noGrp="1"/>
          </p:cNvSpPr>
          <p:nvPr/>
        </p:nvSpPr>
        <p:spPr>
          <a:xfrm xmlns:a="http://schemas.openxmlformats.org/drawingml/2006/main">
            <a:off x="5934456" y="823532"/>
            <a:ext cx="1081278" cy="301752"/>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53" name="">
            <a:extLst xmlns:a="http://schemas.openxmlformats.org/drawingml/2006/main">
              <a:ext uri="{FF2B5EF4-FFF2-40B4-BE49-F238E27FC236}">
                <a16:creationId xmlns:a16="http://schemas.microsoft.com/office/drawing/2014/main" id="{1F560E85-4189-4937-BDCC-8FB43423974E}"/>
              </a:ext>
            </a:extLst>
          </p:cNvPr>
          <p:cNvSpPr>
            <a:spLocks xmlns:a="http://schemas.openxmlformats.org/drawingml/2006/main" noGrp="1"/>
          </p:cNvSpPr>
          <p:nvPr/>
        </p:nvSpPr>
        <p:spPr>
          <a:xfrm xmlns:a="http://schemas.openxmlformats.org/drawingml/2006/main">
            <a:off x="6475095" y="1137857"/>
            <a:ext cx="95" cy="125730"/>
          </a:xfrm>
          <a:custGeom xmlns:a="http://schemas.openxmlformats.org/drawingml/2006/main">
            <a:pathLst>
              <a:path w="95" h="125730">
                <a:moveTo>
                  <a:pt x="0" y="125730"/>
                </a:moveTo>
                <a:lnTo>
                  <a:pt x="0" y="0"/>
                </a:lnTo>
              </a:path>
            </a:pathLst>
          </a:custGeom>
          <a:noFill xmlns:a="http://schemas.openxmlformats.org/drawingml/2006/main"/>
          <a:ln xmlns:a="http://schemas.openxmlformats.org/drawingml/2006/main" w="15088">
            <a:solidFill>
              <a:srgbClr val="22272C"/>
            </a:solidFill>
            <a:prstDash val="solid"/>
          </a:ln>
        </p:spPr>
      </p:sp>
      <p:sp>
        <p:nvSpPr>
          <p:cNvPr id="54" name="">
            <a:extLst xmlns:a="http://schemas.openxmlformats.org/drawingml/2006/main">
              <a:ext uri="{FF2B5EF4-FFF2-40B4-BE49-F238E27FC236}">
                <a16:creationId xmlns:a16="http://schemas.microsoft.com/office/drawing/2014/main" id="{68E8D824-EAC6-4351-8294-0BB390FAF624}"/>
              </a:ext>
            </a:extLst>
          </p:cNvPr>
          <p:cNvSpPr>
            <a:spLocks xmlns:a="http://schemas.openxmlformats.org/drawingml/2006/main" noGrp="1"/>
          </p:cNvSpPr>
          <p:nvPr/>
        </p:nvSpPr>
        <p:spPr>
          <a:xfrm xmlns:a="http://schemas.openxmlformats.org/drawingml/2006/main">
            <a:off x="6452025" y="1137857"/>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C210484-6BC7-4F17-9B13-C6830E3FD556}"/>
              </a:ext>
            </a:extLst>
          </p:cNvPr>
          <p:cNvSpPr>
            <a:spLocks xmlns:a="http://schemas.openxmlformats.org/drawingml/2006/main" noGrp="1"/>
          </p:cNvSpPr>
          <p:nvPr/>
        </p:nvSpPr>
        <p:spPr>
          <a:xfrm xmlns:a="http://schemas.openxmlformats.org/drawingml/2006/main">
            <a:off x="7518654" y="2740914"/>
            <a:ext cx="1081278" cy="238887"/>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8860">
            <a:solidFill>
              <a:srgbClr val="3B82BB"/>
            </a:solidFill>
          </a:ln>
        </p:spPr>
      </p:sp>
      <p:sp>
        <p:nvSpPr>
          <p:cNvPr id="56" name="">
            <a:extLst xmlns:a="http://schemas.openxmlformats.org/drawingml/2006/main">
              <a:ext uri="{FF2B5EF4-FFF2-40B4-BE49-F238E27FC236}">
                <a16:creationId xmlns:a16="http://schemas.microsoft.com/office/drawing/2014/main" id="{C8C0EA14-E540-4151-BEC5-9F0BBDD5B267}"/>
              </a:ext>
            </a:extLst>
          </p:cNvPr>
          <p:cNvSpPr>
            <a:spLocks xmlns:a="http://schemas.openxmlformats.org/drawingml/2006/main" noGrp="1"/>
          </p:cNvSpPr>
          <p:nvPr/>
        </p:nvSpPr>
        <p:spPr>
          <a:xfrm xmlns:a="http://schemas.openxmlformats.org/drawingml/2006/main">
            <a:off x="8059293" y="2979801"/>
            <a:ext cx="95" cy="94297"/>
          </a:xfrm>
          <a:custGeom xmlns:a="http://schemas.openxmlformats.org/drawingml/2006/main">
            <a:pathLst>
              <a:path w="95" h="94297">
                <a:moveTo>
                  <a:pt x="0" y="94297"/>
                </a:moveTo>
                <a:lnTo>
                  <a:pt x="0" y="0"/>
                </a:lnTo>
              </a:path>
            </a:pathLst>
          </a:custGeom>
          <a:noFill xmlns:a="http://schemas.openxmlformats.org/drawingml/2006/main"/>
          <a:ln xmlns:a="http://schemas.openxmlformats.org/drawingml/2006/main" w="15088">
            <a:solidFill>
              <a:srgbClr val="22272C"/>
            </a:solidFill>
            <a:prstDash val="solid"/>
          </a:ln>
        </p:spPr>
      </p:sp>
      <p:sp>
        <p:nvSpPr>
          <p:cNvPr id="57" name="">
            <a:extLst xmlns:a="http://schemas.openxmlformats.org/drawingml/2006/main">
              <a:ext uri="{FF2B5EF4-FFF2-40B4-BE49-F238E27FC236}">
                <a16:creationId xmlns:a16="http://schemas.microsoft.com/office/drawing/2014/main" id="{129E55FE-5B22-49C6-9C8F-3449F27FAEBE}"/>
              </a:ext>
            </a:extLst>
          </p:cNvPr>
          <p:cNvSpPr>
            <a:spLocks xmlns:a="http://schemas.openxmlformats.org/drawingml/2006/main" noGrp="1"/>
          </p:cNvSpPr>
          <p:nvPr/>
        </p:nvSpPr>
        <p:spPr>
          <a:xfrm xmlns:a="http://schemas.openxmlformats.org/drawingml/2006/main">
            <a:off x="8036223" y="2979801"/>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AF5FF1E9-13E3-4C65-8EFD-DC0488CE1996}"/>
              </a:ext>
            </a:extLst>
          </p:cNvPr>
          <p:cNvSpPr>
            <a:spLocks xmlns:a="http://schemas.openxmlformats.org/drawingml/2006/main" noGrp="1"/>
          </p:cNvSpPr>
          <p:nvPr/>
        </p:nvSpPr>
        <p:spPr>
          <a:xfrm xmlns:a="http://schemas.openxmlformats.org/drawingml/2006/main">
            <a:off x="7518654" y="2300859"/>
            <a:ext cx="1081278" cy="301752"/>
          </a:xfrm>
          <a:prstGeom xmlns:a="http://schemas.openxmlformats.org/drawingml/2006/main" prst="rect">
            <a:avLst/>
          </a:prstGeom>
          <a:solidFill xmlns:a="http://schemas.openxmlformats.org/drawingml/2006/main">
            <a:srgbClr val="C6DFB7"/>
          </a:solidFill>
          <a:ln xmlns:a="http://schemas.openxmlformats.org/drawingml/2006/main" w="0">
            <a:solidFill>
              <a:srgbClr val="C6DFB7"/>
            </a:solidFill>
          </a:ln>
        </p:spPr>
      </p:sp>
      <p:sp>
        <p:nvSpPr>
          <p:cNvPr id="59" name="">
            <a:extLst xmlns:a="http://schemas.openxmlformats.org/drawingml/2006/main">
              <a:ext uri="{FF2B5EF4-FFF2-40B4-BE49-F238E27FC236}">
                <a16:creationId xmlns:a16="http://schemas.microsoft.com/office/drawing/2014/main" id="{05E78461-2DB1-4C73-8E59-4F6DEB7A0BDC}"/>
              </a:ext>
            </a:extLst>
          </p:cNvPr>
          <p:cNvSpPr>
            <a:spLocks xmlns:a="http://schemas.openxmlformats.org/drawingml/2006/main" noGrp="1"/>
          </p:cNvSpPr>
          <p:nvPr/>
        </p:nvSpPr>
        <p:spPr>
          <a:xfrm xmlns:a="http://schemas.openxmlformats.org/drawingml/2006/main">
            <a:off x="8059293" y="2608898"/>
            <a:ext cx="95" cy="132016"/>
          </a:xfrm>
          <a:custGeom xmlns:a="http://schemas.openxmlformats.org/drawingml/2006/main">
            <a:pathLst>
              <a:path w="95" h="132016">
                <a:moveTo>
                  <a:pt x="0" y="132016"/>
                </a:moveTo>
                <a:lnTo>
                  <a:pt x="0" y="0"/>
                </a:lnTo>
              </a:path>
            </a:pathLst>
          </a:custGeom>
          <a:noFill xmlns:a="http://schemas.openxmlformats.org/drawingml/2006/main"/>
          <a:ln xmlns:a="http://schemas.openxmlformats.org/drawingml/2006/main" w="15088">
            <a:solidFill>
              <a:srgbClr val="22272C"/>
            </a:solidFill>
            <a:prstDash val="solid"/>
          </a:ln>
        </p:spPr>
      </p:sp>
      <p:sp>
        <p:nvSpPr>
          <p:cNvPr id="60" name="">
            <a:extLst xmlns:a="http://schemas.openxmlformats.org/drawingml/2006/main">
              <a:ext uri="{FF2B5EF4-FFF2-40B4-BE49-F238E27FC236}">
                <a16:creationId xmlns:a16="http://schemas.microsoft.com/office/drawing/2014/main" id="{D31059BD-58BC-4D7F-9FB9-35E201C388DE}"/>
              </a:ext>
            </a:extLst>
          </p:cNvPr>
          <p:cNvSpPr>
            <a:spLocks xmlns:a="http://schemas.openxmlformats.org/drawingml/2006/main" noGrp="1"/>
          </p:cNvSpPr>
          <p:nvPr/>
        </p:nvSpPr>
        <p:spPr>
          <a:xfrm xmlns:a="http://schemas.openxmlformats.org/drawingml/2006/main">
            <a:off x="8036223" y="2608898"/>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B1CB0879-11DE-4FDA-A92D-3DBFB2BC4A8B}"/>
              </a:ext>
            </a:extLst>
          </p:cNvPr>
          <p:cNvSpPr>
            <a:spLocks xmlns:a="http://schemas.openxmlformats.org/drawingml/2006/main" noGrp="1"/>
          </p:cNvSpPr>
          <p:nvPr/>
        </p:nvSpPr>
        <p:spPr>
          <a:xfrm xmlns:a="http://schemas.openxmlformats.org/drawingml/2006/main">
            <a:off x="1483614" y="1678496"/>
            <a:ext cx="427482" cy="1181862"/>
          </a:xfrm>
          <a:custGeom xmlns:a="http://schemas.openxmlformats.org/drawingml/2006/main">
            <a:pathLst>
              <a:path w="427482" h="1181862">
                <a:moveTo>
                  <a:pt x="0" y="0"/>
                </a:moveTo>
                <a:lnTo>
                  <a:pt x="38343" y="5796"/>
                </a:lnTo>
                <a:lnTo>
                  <a:pt x="73361" y="22534"/>
                </a:lnTo>
                <a:lnTo>
                  <a:pt x="105262" y="49236"/>
                </a:lnTo>
                <a:lnTo>
                  <a:pt x="134258" y="84926"/>
                </a:lnTo>
                <a:lnTo>
                  <a:pt x="160557" y="128627"/>
                </a:lnTo>
                <a:lnTo>
                  <a:pt x="184371" y="179362"/>
                </a:lnTo>
                <a:lnTo>
                  <a:pt x="205910" y="236154"/>
                </a:lnTo>
                <a:lnTo>
                  <a:pt x="225383" y="298027"/>
                </a:lnTo>
                <a:lnTo>
                  <a:pt x="243000" y="364003"/>
                </a:lnTo>
                <a:lnTo>
                  <a:pt x="258973" y="433106"/>
                </a:lnTo>
                <a:lnTo>
                  <a:pt x="273510" y="504360"/>
                </a:lnTo>
                <a:lnTo>
                  <a:pt x="286822" y="576786"/>
                </a:lnTo>
                <a:lnTo>
                  <a:pt x="299119" y="649409"/>
                </a:lnTo>
                <a:lnTo>
                  <a:pt x="310611" y="721252"/>
                </a:lnTo>
                <a:lnTo>
                  <a:pt x="321508" y="791338"/>
                </a:lnTo>
                <a:lnTo>
                  <a:pt x="332020" y="858689"/>
                </a:lnTo>
                <a:lnTo>
                  <a:pt x="342358" y="922330"/>
                </a:lnTo>
                <a:lnTo>
                  <a:pt x="352732" y="981283"/>
                </a:lnTo>
                <a:lnTo>
                  <a:pt x="363351" y="1034572"/>
                </a:lnTo>
                <a:lnTo>
                  <a:pt x="374425" y="1081220"/>
                </a:lnTo>
                <a:lnTo>
                  <a:pt x="386165" y="1120249"/>
                </a:lnTo>
                <a:lnTo>
                  <a:pt x="398782" y="1150684"/>
                </a:lnTo>
                <a:lnTo>
                  <a:pt x="412484" y="1171547"/>
                </a:lnTo>
                <a:lnTo>
                  <a:pt x="427482" y="1181862"/>
                </a:lnTo>
              </a:path>
            </a:pathLst>
          </a:custGeom>
          <a:noFill xmlns:a="http://schemas.openxmlformats.org/drawingml/2006/main"/>
          <a:ln xmlns:a="http://schemas.openxmlformats.org/drawingml/2006/main" w="18860">
            <a:solidFill>
              <a:srgbClr val="3B82BB"/>
            </a:solidFill>
            <a:prstDash val="dash"/>
          </a:ln>
        </p:spPr>
      </p:sp>
      <p:sp>
        <p:nvSpPr>
          <p:cNvPr id="62" name="">
            <a:extLst xmlns:a="http://schemas.openxmlformats.org/drawingml/2006/main">
              <a:ext uri="{FF2B5EF4-FFF2-40B4-BE49-F238E27FC236}">
                <a16:creationId xmlns:a16="http://schemas.microsoft.com/office/drawing/2014/main" id="{C4E17F6F-D0C3-4B22-9324-3A090414FC93}"/>
              </a:ext>
            </a:extLst>
          </p:cNvPr>
          <p:cNvSpPr>
            <a:spLocks xmlns:a="http://schemas.openxmlformats.org/drawingml/2006/main" noGrp="1"/>
          </p:cNvSpPr>
          <p:nvPr/>
        </p:nvSpPr>
        <p:spPr>
          <a:xfrm xmlns:a="http://schemas.openxmlformats.org/drawingml/2006/main">
            <a:off x="1911096" y="2860358"/>
            <a:ext cx="75438" cy="95"/>
          </a:xfrm>
          <a:custGeom xmlns:a="http://schemas.openxmlformats.org/drawingml/2006/main">
            <a:pathLst>
              <a:path w="75438" h="95">
                <a:moveTo>
                  <a:pt x="0" y="0"/>
                </a:moveTo>
                <a:lnTo>
                  <a:pt x="75438" y="0"/>
                </a:lnTo>
              </a:path>
            </a:pathLst>
          </a:custGeom>
          <a:noFill xmlns:a="http://schemas.openxmlformats.org/drawingml/2006/main"/>
          <a:ln xmlns:a="http://schemas.openxmlformats.org/drawingml/2006/main" w="18860">
            <a:solidFill>
              <a:srgbClr val="3B82BB"/>
            </a:solidFill>
            <a:prstDash val="solid"/>
          </a:ln>
        </p:spPr>
      </p:sp>
      <p:sp>
        <p:nvSpPr>
          <p:cNvPr id="63" name="">
            <a:extLst xmlns:a="http://schemas.openxmlformats.org/drawingml/2006/main">
              <a:ext uri="{FF2B5EF4-FFF2-40B4-BE49-F238E27FC236}">
                <a16:creationId xmlns:a16="http://schemas.microsoft.com/office/drawing/2014/main" id="{3D2A0E04-FD44-4EC9-88BF-075349A5F8B2}"/>
              </a:ext>
            </a:extLst>
          </p:cNvPr>
          <p:cNvSpPr>
            <a:spLocks xmlns:a="http://schemas.openxmlformats.org/drawingml/2006/main" noGrp="1"/>
          </p:cNvSpPr>
          <p:nvPr/>
        </p:nvSpPr>
        <p:spPr>
          <a:xfrm xmlns:a="http://schemas.openxmlformats.org/drawingml/2006/main">
            <a:off x="1934873" y="2837287"/>
            <a:ext cx="51661" cy="46141"/>
          </a:xfrm>
          <a:custGeom xmlns:a="http://schemas.openxmlformats.org/drawingml/2006/main">
            <a:pathLst>
              <a:path w="51661" h="46141">
                <a:moveTo>
                  <a:pt x="0" y="46141"/>
                </a:moveTo>
                <a:lnTo>
                  <a:pt x="51661" y="23070"/>
                </a:lnTo>
                <a:lnTo>
                  <a:pt x="0" y="0"/>
                </a:lnTo>
                <a:close/>
              </a:path>
            </a:pathLst>
          </a:custGeom>
          <a:solidFill xmlns:a="http://schemas.openxmlformats.org/drawingml/2006/main">
            <a:srgbClr val="3B82B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81FF443D-A925-4465-A84B-F62F2651FDF2}"/>
              </a:ext>
            </a:extLst>
          </p:cNvPr>
          <p:cNvSpPr>
            <a:spLocks xmlns:a="http://schemas.openxmlformats.org/drawingml/2006/main" noGrp="1"/>
          </p:cNvSpPr>
          <p:nvPr/>
        </p:nvSpPr>
        <p:spPr>
          <a:xfrm xmlns:a="http://schemas.openxmlformats.org/drawingml/2006/main">
            <a:off x="1483614" y="1670294"/>
            <a:ext cx="1973961" cy="1089480"/>
          </a:xfrm>
          <a:custGeom xmlns:a="http://schemas.openxmlformats.org/drawingml/2006/main">
            <a:pathLst>
              <a:path w="1973961" h="1089480">
                <a:moveTo>
                  <a:pt x="0" y="8202"/>
                </a:moveTo>
                <a:lnTo>
                  <a:pt x="169238" y="3511"/>
                </a:lnTo>
                <a:lnTo>
                  <a:pt x="329732" y="664"/>
                </a:lnTo>
                <a:lnTo>
                  <a:pt x="481642" y="0"/>
                </a:lnTo>
                <a:lnTo>
                  <a:pt x="625128" y="1857"/>
                </a:lnTo>
                <a:lnTo>
                  <a:pt x="760353" y="6574"/>
                </a:lnTo>
                <a:lnTo>
                  <a:pt x="887477" y="14488"/>
                </a:lnTo>
                <a:lnTo>
                  <a:pt x="1006661" y="25939"/>
                </a:lnTo>
                <a:lnTo>
                  <a:pt x="1118066" y="41264"/>
                </a:lnTo>
                <a:lnTo>
                  <a:pt x="1221852" y="60802"/>
                </a:lnTo>
                <a:lnTo>
                  <a:pt x="1318182" y="84891"/>
                </a:lnTo>
                <a:lnTo>
                  <a:pt x="1407216" y="113870"/>
                </a:lnTo>
                <a:lnTo>
                  <a:pt x="1489115" y="148077"/>
                </a:lnTo>
                <a:lnTo>
                  <a:pt x="1564039" y="187849"/>
                </a:lnTo>
                <a:lnTo>
                  <a:pt x="1632151" y="233526"/>
                </a:lnTo>
                <a:lnTo>
                  <a:pt x="1693610" y="285446"/>
                </a:lnTo>
                <a:lnTo>
                  <a:pt x="1748578" y="343948"/>
                </a:lnTo>
                <a:lnTo>
                  <a:pt x="1797216" y="409368"/>
                </a:lnTo>
                <a:lnTo>
                  <a:pt x="1839685" y="482047"/>
                </a:lnTo>
                <a:lnTo>
                  <a:pt x="1876146" y="562322"/>
                </a:lnTo>
                <a:lnTo>
                  <a:pt x="1906759" y="650531"/>
                </a:lnTo>
                <a:lnTo>
                  <a:pt x="1931687" y="747013"/>
                </a:lnTo>
                <a:lnTo>
                  <a:pt x="1951089" y="852106"/>
                </a:lnTo>
                <a:lnTo>
                  <a:pt x="1965127" y="966149"/>
                </a:lnTo>
                <a:lnTo>
                  <a:pt x="1973961" y="1089480"/>
                </a:lnTo>
              </a:path>
            </a:pathLst>
          </a:custGeom>
          <a:noFill xmlns:a="http://schemas.openxmlformats.org/drawingml/2006/main"/>
          <a:ln xmlns:a="http://schemas.openxmlformats.org/drawingml/2006/main" w="18860">
            <a:solidFill>
              <a:srgbClr val="3B82BB"/>
            </a:solidFill>
            <a:prstDash val="dash"/>
          </a:ln>
        </p:spPr>
      </p:sp>
      <p:sp>
        <p:nvSpPr>
          <p:cNvPr id="65" name="">
            <a:extLst xmlns:a="http://schemas.openxmlformats.org/drawingml/2006/main">
              <a:ext uri="{FF2B5EF4-FFF2-40B4-BE49-F238E27FC236}">
                <a16:creationId xmlns:a16="http://schemas.microsoft.com/office/drawing/2014/main" id="{51D45FAC-B415-45DD-8A97-1F14F820A5EF}"/>
              </a:ext>
            </a:extLst>
          </p:cNvPr>
          <p:cNvSpPr>
            <a:spLocks xmlns:a="http://schemas.openxmlformats.org/drawingml/2006/main" noGrp="1"/>
          </p:cNvSpPr>
          <p:nvPr/>
        </p:nvSpPr>
        <p:spPr>
          <a:xfrm xmlns:a="http://schemas.openxmlformats.org/drawingml/2006/main">
            <a:off x="3457575" y="2759774"/>
            <a:ext cx="113157" cy="100584"/>
          </a:xfrm>
          <a:custGeom xmlns:a="http://schemas.openxmlformats.org/drawingml/2006/main">
            <a:pathLst>
              <a:path w="113157" h="100584">
                <a:moveTo>
                  <a:pt x="0" y="0"/>
                </a:moveTo>
                <a:lnTo>
                  <a:pt x="113157" y="100584"/>
                </a:lnTo>
              </a:path>
            </a:pathLst>
          </a:custGeom>
          <a:noFill xmlns:a="http://schemas.openxmlformats.org/drawingml/2006/main"/>
          <a:ln xmlns:a="http://schemas.openxmlformats.org/drawingml/2006/main" w="18860">
            <a:solidFill>
              <a:srgbClr val="3B82BB"/>
            </a:solidFill>
            <a:prstDash val="solid"/>
          </a:ln>
        </p:spPr>
      </p:sp>
      <p:sp>
        <p:nvSpPr>
          <p:cNvPr id="66" name="">
            <a:extLst xmlns:a="http://schemas.openxmlformats.org/drawingml/2006/main">
              <a:ext uri="{FF2B5EF4-FFF2-40B4-BE49-F238E27FC236}">
                <a16:creationId xmlns:a16="http://schemas.microsoft.com/office/drawing/2014/main" id="{09F8F299-8C27-4826-B97D-BCED0328A1B0}"/>
              </a:ext>
            </a:extLst>
          </p:cNvPr>
          <p:cNvSpPr>
            <a:spLocks xmlns:a="http://schemas.openxmlformats.org/drawingml/2006/main" noGrp="1"/>
          </p:cNvSpPr>
          <p:nvPr/>
        </p:nvSpPr>
        <p:spPr>
          <a:xfrm xmlns:a="http://schemas.openxmlformats.org/drawingml/2006/main">
            <a:off x="3516793" y="2808793"/>
            <a:ext cx="53939" cy="51565"/>
          </a:xfrm>
          <a:custGeom xmlns:a="http://schemas.openxmlformats.org/drawingml/2006/main">
            <a:pathLst>
              <a:path w="53939" h="51565">
                <a:moveTo>
                  <a:pt x="0" y="34486"/>
                </a:moveTo>
                <a:lnTo>
                  <a:pt x="53939" y="51565"/>
                </a:lnTo>
                <a:lnTo>
                  <a:pt x="30654" y="0"/>
                </a:lnTo>
                <a:close/>
              </a:path>
            </a:pathLst>
          </a:custGeom>
          <a:solidFill xmlns:a="http://schemas.openxmlformats.org/drawingml/2006/main">
            <a:srgbClr val="3B82BB"/>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B8EA4E62-A6CA-4C70-AE1C-395BDB349593}"/>
              </a:ext>
            </a:extLst>
          </p:cNvPr>
          <p:cNvSpPr>
            <a:spLocks xmlns:a="http://schemas.openxmlformats.org/drawingml/2006/main" noGrp="1"/>
          </p:cNvSpPr>
          <p:nvPr/>
        </p:nvSpPr>
        <p:spPr>
          <a:xfrm xmlns:a="http://schemas.openxmlformats.org/drawingml/2006/main">
            <a:off x="7015734" y="1678496"/>
            <a:ext cx="427482" cy="1181862"/>
          </a:xfrm>
          <a:custGeom xmlns:a="http://schemas.openxmlformats.org/drawingml/2006/main">
            <a:pathLst>
              <a:path w="427482" h="1181862">
                <a:moveTo>
                  <a:pt x="0" y="0"/>
                </a:moveTo>
                <a:lnTo>
                  <a:pt x="40257" y="5796"/>
                </a:lnTo>
                <a:lnTo>
                  <a:pt x="76362" y="22534"/>
                </a:lnTo>
                <a:lnTo>
                  <a:pt x="108614" y="49236"/>
                </a:lnTo>
                <a:lnTo>
                  <a:pt x="137313" y="84926"/>
                </a:lnTo>
                <a:lnTo>
                  <a:pt x="162761" y="128627"/>
                </a:lnTo>
                <a:lnTo>
                  <a:pt x="185255" y="179362"/>
                </a:lnTo>
                <a:lnTo>
                  <a:pt x="205098" y="236154"/>
                </a:lnTo>
                <a:lnTo>
                  <a:pt x="222589" y="298027"/>
                </a:lnTo>
                <a:lnTo>
                  <a:pt x="238028" y="364003"/>
                </a:lnTo>
                <a:lnTo>
                  <a:pt x="251715" y="433106"/>
                </a:lnTo>
                <a:lnTo>
                  <a:pt x="263950" y="504360"/>
                </a:lnTo>
                <a:lnTo>
                  <a:pt x="275034" y="576786"/>
                </a:lnTo>
                <a:lnTo>
                  <a:pt x="285267" y="649409"/>
                </a:lnTo>
                <a:lnTo>
                  <a:pt x="294949" y="721252"/>
                </a:lnTo>
                <a:lnTo>
                  <a:pt x="304380" y="791338"/>
                </a:lnTo>
                <a:lnTo>
                  <a:pt x="313859" y="858689"/>
                </a:lnTo>
                <a:lnTo>
                  <a:pt x="323688" y="922330"/>
                </a:lnTo>
                <a:lnTo>
                  <a:pt x="334167" y="981283"/>
                </a:lnTo>
                <a:lnTo>
                  <a:pt x="345595" y="1034572"/>
                </a:lnTo>
                <a:lnTo>
                  <a:pt x="358272" y="1081220"/>
                </a:lnTo>
                <a:lnTo>
                  <a:pt x="372500" y="1120249"/>
                </a:lnTo>
                <a:lnTo>
                  <a:pt x="388577" y="1150684"/>
                </a:lnTo>
                <a:lnTo>
                  <a:pt x="406804" y="1171547"/>
                </a:lnTo>
                <a:lnTo>
                  <a:pt x="427482" y="1181862"/>
                </a:lnTo>
              </a:path>
            </a:pathLst>
          </a:custGeom>
          <a:noFill xmlns:a="http://schemas.openxmlformats.org/drawingml/2006/main"/>
          <a:ln xmlns:a="http://schemas.openxmlformats.org/drawingml/2006/main" w="18860">
            <a:solidFill>
              <a:srgbClr val="3B82BB"/>
            </a:solidFill>
            <a:prstDash val="dash"/>
          </a:ln>
        </p:spPr>
      </p:sp>
      <p:sp>
        <p:nvSpPr>
          <p:cNvPr id="68" name="">
            <a:extLst xmlns:a="http://schemas.openxmlformats.org/drawingml/2006/main">
              <a:ext uri="{FF2B5EF4-FFF2-40B4-BE49-F238E27FC236}">
                <a16:creationId xmlns:a16="http://schemas.microsoft.com/office/drawing/2014/main" id="{2C13BE1B-BB5B-4527-BB34-3CB4F4A569C3}"/>
              </a:ext>
            </a:extLst>
          </p:cNvPr>
          <p:cNvSpPr>
            <a:spLocks xmlns:a="http://schemas.openxmlformats.org/drawingml/2006/main" noGrp="1"/>
          </p:cNvSpPr>
          <p:nvPr/>
        </p:nvSpPr>
        <p:spPr>
          <a:xfrm xmlns:a="http://schemas.openxmlformats.org/drawingml/2006/main">
            <a:off x="7443216" y="2860358"/>
            <a:ext cx="75438" cy="95"/>
          </a:xfrm>
          <a:custGeom xmlns:a="http://schemas.openxmlformats.org/drawingml/2006/main">
            <a:pathLst>
              <a:path w="75438" h="95">
                <a:moveTo>
                  <a:pt x="0" y="0"/>
                </a:moveTo>
                <a:lnTo>
                  <a:pt x="75438" y="0"/>
                </a:lnTo>
              </a:path>
            </a:pathLst>
          </a:custGeom>
          <a:noFill xmlns:a="http://schemas.openxmlformats.org/drawingml/2006/main"/>
          <a:ln xmlns:a="http://schemas.openxmlformats.org/drawingml/2006/main" w="18860">
            <a:solidFill>
              <a:srgbClr val="3B82BB"/>
            </a:solidFill>
            <a:prstDash val="solid"/>
          </a:ln>
        </p:spPr>
      </p:sp>
      <p:sp>
        <p:nvSpPr>
          <p:cNvPr id="69" name="">
            <a:extLst xmlns:a="http://schemas.openxmlformats.org/drawingml/2006/main">
              <a:ext uri="{FF2B5EF4-FFF2-40B4-BE49-F238E27FC236}">
                <a16:creationId xmlns:a16="http://schemas.microsoft.com/office/drawing/2014/main" id="{9844B07A-62C6-4322-A600-DC4905911DCF}"/>
              </a:ext>
            </a:extLst>
          </p:cNvPr>
          <p:cNvSpPr>
            <a:spLocks xmlns:a="http://schemas.openxmlformats.org/drawingml/2006/main" noGrp="1"/>
          </p:cNvSpPr>
          <p:nvPr/>
        </p:nvSpPr>
        <p:spPr>
          <a:xfrm xmlns:a="http://schemas.openxmlformats.org/drawingml/2006/main">
            <a:off x="7466993" y="2837287"/>
            <a:ext cx="51661" cy="46141"/>
          </a:xfrm>
          <a:custGeom xmlns:a="http://schemas.openxmlformats.org/drawingml/2006/main">
            <a:pathLst>
              <a:path w="51661" h="46141">
                <a:moveTo>
                  <a:pt x="0" y="46141"/>
                </a:moveTo>
                <a:lnTo>
                  <a:pt x="51661" y="23070"/>
                </a:lnTo>
                <a:lnTo>
                  <a:pt x="0" y="0"/>
                </a:lnTo>
                <a:close/>
              </a:path>
            </a:pathLst>
          </a:custGeom>
          <a:solidFill xmlns:a="http://schemas.openxmlformats.org/drawingml/2006/main">
            <a:srgbClr val="3B82BB"/>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6DE98E81-FAD4-47C7-8AB6-BF0741E4E024}"/>
              </a:ext>
            </a:extLst>
          </p:cNvPr>
          <p:cNvSpPr>
            <a:spLocks xmlns:a="http://schemas.openxmlformats.org/drawingml/2006/main" noGrp="1"/>
          </p:cNvSpPr>
          <p:nvPr/>
        </p:nvSpPr>
        <p:spPr>
          <a:xfrm xmlns:a="http://schemas.openxmlformats.org/drawingml/2006/main">
            <a:off x="226314" y="3985641"/>
            <a:ext cx="10863072" cy="95"/>
          </a:xfrm>
          <a:custGeom xmlns:a="http://schemas.openxmlformats.org/drawingml/2006/main">
            <a:pathLst>
              <a:path w="10863072" h="95">
                <a:moveTo>
                  <a:pt x="0" y="0"/>
                </a:moveTo>
                <a:lnTo>
                  <a:pt x="10863072" y="0"/>
                </a:lnTo>
              </a:path>
            </a:pathLst>
          </a:custGeom>
          <a:noFill xmlns:a="http://schemas.openxmlformats.org/drawingml/2006/main"/>
          <a:ln xmlns:a="http://schemas.openxmlformats.org/drawingml/2006/main" w="12573">
            <a:solidFill>
              <a:srgbClr val="C6CED2"/>
            </a:solidFill>
            <a:prstDash val="solid"/>
          </a:ln>
        </p:spPr>
      </p:sp>
      <p:sp>
        <p:nvSpPr>
          <p:cNvPr id="71" name="">
            <a:extLst xmlns:a="http://schemas.openxmlformats.org/drawingml/2006/main">
              <a:ext uri="{FF2B5EF4-FFF2-40B4-BE49-F238E27FC236}">
                <a16:creationId xmlns:a16="http://schemas.microsoft.com/office/drawing/2014/main" id="{5E62566D-65E1-45B5-B132-69EFB5547A76}"/>
              </a:ext>
            </a:extLst>
          </p:cNvPr>
          <p:cNvSpPr>
            <a:spLocks xmlns:a="http://schemas.openxmlformats.org/drawingml/2006/main" noGrp="1"/>
          </p:cNvSpPr>
          <p:nvPr/>
        </p:nvSpPr>
        <p:spPr>
          <a:xfrm xmlns:a="http://schemas.openxmlformats.org/drawingml/2006/main">
            <a:off x="4262247" y="4790313"/>
            <a:ext cx="95" cy="2979801"/>
          </a:xfrm>
          <a:custGeom xmlns:a="http://schemas.openxmlformats.org/drawingml/2006/main">
            <a:pathLst>
              <a:path w="95" h="2979801">
                <a:moveTo>
                  <a:pt x="0" y="0"/>
                </a:moveTo>
                <a:lnTo>
                  <a:pt x="0" y="2979801"/>
                </a:lnTo>
              </a:path>
            </a:pathLst>
          </a:custGeom>
          <a:noFill xmlns:a="http://schemas.openxmlformats.org/drawingml/2006/main"/>
          <a:ln xmlns:a="http://schemas.openxmlformats.org/drawingml/2006/main" w="15088">
            <a:solidFill>
              <a:srgbClr val="C78696"/>
            </a:solidFill>
            <a:prstDash val="dash"/>
          </a:ln>
        </p:spPr>
      </p:sp>
      <p:sp>
        <p:nvSpPr>
          <p:cNvPr id="72" name="">
            <a:extLst xmlns:a="http://schemas.openxmlformats.org/drawingml/2006/main">
              <a:ext uri="{FF2B5EF4-FFF2-40B4-BE49-F238E27FC236}">
                <a16:creationId xmlns:a16="http://schemas.microsoft.com/office/drawing/2014/main" id="{0226D57E-3F30-4ED9-81E7-197D037471B9}"/>
              </a:ext>
            </a:extLst>
          </p:cNvPr>
          <p:cNvSpPr>
            <a:spLocks xmlns:a="http://schemas.openxmlformats.org/drawingml/2006/main" noGrp="1"/>
          </p:cNvSpPr>
          <p:nvPr/>
        </p:nvSpPr>
        <p:spPr>
          <a:xfrm xmlns:a="http://schemas.openxmlformats.org/drawingml/2006/main">
            <a:off x="301752" y="5136071"/>
            <a:ext cx="942975" cy="301752"/>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73" name="">
            <a:extLst xmlns:a="http://schemas.openxmlformats.org/drawingml/2006/main">
              <a:ext uri="{FF2B5EF4-FFF2-40B4-BE49-F238E27FC236}">
                <a16:creationId xmlns:a16="http://schemas.microsoft.com/office/drawing/2014/main" id="{BED65C6F-DB06-4A7B-9DD9-49C06D3A4CD3}"/>
              </a:ext>
            </a:extLst>
          </p:cNvPr>
          <p:cNvSpPr>
            <a:spLocks xmlns:a="http://schemas.openxmlformats.org/drawingml/2006/main" noGrp="1"/>
          </p:cNvSpPr>
          <p:nvPr/>
        </p:nvSpPr>
        <p:spPr>
          <a:xfrm xmlns:a="http://schemas.openxmlformats.org/drawingml/2006/main">
            <a:off x="301752" y="5695569"/>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74" name="">
            <a:extLst xmlns:a="http://schemas.openxmlformats.org/drawingml/2006/main">
              <a:ext uri="{FF2B5EF4-FFF2-40B4-BE49-F238E27FC236}">
                <a16:creationId xmlns:a16="http://schemas.microsoft.com/office/drawing/2014/main" id="{BBD4D982-95A7-4669-B347-9C16248D3CAB}"/>
              </a:ext>
            </a:extLst>
          </p:cNvPr>
          <p:cNvSpPr>
            <a:spLocks xmlns:a="http://schemas.openxmlformats.org/drawingml/2006/main" noGrp="1"/>
          </p:cNvSpPr>
          <p:nvPr/>
        </p:nvSpPr>
        <p:spPr>
          <a:xfrm xmlns:a="http://schemas.openxmlformats.org/drawingml/2006/main">
            <a:off x="773240"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75" name="">
            <a:extLst xmlns:a="http://schemas.openxmlformats.org/drawingml/2006/main">
              <a:ext uri="{FF2B5EF4-FFF2-40B4-BE49-F238E27FC236}">
                <a16:creationId xmlns:a16="http://schemas.microsoft.com/office/drawing/2014/main" id="{36FC9CA9-0663-4552-A061-A2E454AF394A}"/>
              </a:ext>
            </a:extLst>
          </p:cNvPr>
          <p:cNvSpPr>
            <a:spLocks xmlns:a="http://schemas.openxmlformats.org/drawingml/2006/main" noGrp="1"/>
          </p:cNvSpPr>
          <p:nvPr/>
        </p:nvSpPr>
        <p:spPr>
          <a:xfrm xmlns:a="http://schemas.openxmlformats.org/drawingml/2006/main">
            <a:off x="750169"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110D82EB-B6EE-4384-803E-FA79493AD302}"/>
              </a:ext>
            </a:extLst>
          </p:cNvPr>
          <p:cNvSpPr>
            <a:spLocks xmlns:a="http://schemas.openxmlformats.org/drawingml/2006/main" noGrp="1"/>
          </p:cNvSpPr>
          <p:nvPr/>
        </p:nvSpPr>
        <p:spPr>
          <a:xfrm xmlns:a="http://schemas.openxmlformats.org/drawingml/2006/main">
            <a:off x="301752" y="6311646"/>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77" name="">
            <a:extLst xmlns:a="http://schemas.openxmlformats.org/drawingml/2006/main">
              <a:ext uri="{FF2B5EF4-FFF2-40B4-BE49-F238E27FC236}">
                <a16:creationId xmlns:a16="http://schemas.microsoft.com/office/drawing/2014/main" id="{00E5A2EB-7761-42C8-85FA-89844FF66D3A}"/>
              </a:ext>
            </a:extLst>
          </p:cNvPr>
          <p:cNvSpPr>
            <a:spLocks xmlns:a="http://schemas.openxmlformats.org/drawingml/2006/main" noGrp="1"/>
          </p:cNvSpPr>
          <p:nvPr/>
        </p:nvSpPr>
        <p:spPr>
          <a:xfrm xmlns:a="http://schemas.openxmlformats.org/drawingml/2006/main">
            <a:off x="773240"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78" name="">
            <a:extLst xmlns:a="http://schemas.openxmlformats.org/drawingml/2006/main">
              <a:ext uri="{FF2B5EF4-FFF2-40B4-BE49-F238E27FC236}">
                <a16:creationId xmlns:a16="http://schemas.microsoft.com/office/drawing/2014/main" id="{064634C6-35BF-4A3E-A25B-07F7B223D8BE}"/>
              </a:ext>
            </a:extLst>
          </p:cNvPr>
          <p:cNvSpPr>
            <a:spLocks xmlns:a="http://schemas.openxmlformats.org/drawingml/2006/main" noGrp="1"/>
          </p:cNvSpPr>
          <p:nvPr/>
        </p:nvSpPr>
        <p:spPr>
          <a:xfrm xmlns:a="http://schemas.openxmlformats.org/drawingml/2006/main">
            <a:off x="750169"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8559A4CE-8262-43F7-BDFB-6AB3065DFEB6}"/>
              </a:ext>
            </a:extLst>
          </p:cNvPr>
          <p:cNvSpPr>
            <a:spLocks xmlns:a="http://schemas.openxmlformats.org/drawingml/2006/main" noGrp="1"/>
          </p:cNvSpPr>
          <p:nvPr/>
        </p:nvSpPr>
        <p:spPr>
          <a:xfrm xmlns:a="http://schemas.openxmlformats.org/drawingml/2006/main">
            <a:off x="773240"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80" name="">
            <a:extLst xmlns:a="http://schemas.openxmlformats.org/drawingml/2006/main">
              <a:ext uri="{FF2B5EF4-FFF2-40B4-BE49-F238E27FC236}">
                <a16:creationId xmlns:a16="http://schemas.microsoft.com/office/drawing/2014/main" id="{B38E9A68-3F37-4BF1-AF99-C0B17D7EC649}"/>
              </a:ext>
            </a:extLst>
          </p:cNvPr>
          <p:cNvSpPr>
            <a:spLocks xmlns:a="http://schemas.openxmlformats.org/drawingml/2006/main" noGrp="1"/>
          </p:cNvSpPr>
          <p:nvPr/>
        </p:nvSpPr>
        <p:spPr>
          <a:xfrm xmlns:a="http://schemas.openxmlformats.org/drawingml/2006/main">
            <a:off x="750169"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47F70030-A355-4A4E-B1B3-DB46C2887C73}"/>
              </a:ext>
            </a:extLst>
          </p:cNvPr>
          <p:cNvSpPr>
            <a:spLocks xmlns:a="http://schemas.openxmlformats.org/drawingml/2006/main" noGrp="1"/>
          </p:cNvSpPr>
          <p:nvPr/>
        </p:nvSpPr>
        <p:spPr>
          <a:xfrm xmlns:a="http://schemas.openxmlformats.org/drawingml/2006/main">
            <a:off x="301752"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82" name="">
            <a:extLst xmlns:a="http://schemas.openxmlformats.org/drawingml/2006/main">
              <a:ext uri="{FF2B5EF4-FFF2-40B4-BE49-F238E27FC236}">
                <a16:creationId xmlns:a16="http://schemas.microsoft.com/office/drawing/2014/main" id="{DCE446AE-45C0-4A1C-8781-049B7C784664}"/>
              </a:ext>
            </a:extLst>
          </p:cNvPr>
          <p:cNvSpPr>
            <a:spLocks xmlns:a="http://schemas.openxmlformats.org/drawingml/2006/main" noGrp="1"/>
          </p:cNvSpPr>
          <p:nvPr/>
        </p:nvSpPr>
        <p:spPr>
          <a:xfrm xmlns:a="http://schemas.openxmlformats.org/drawingml/2006/main">
            <a:off x="301752"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83" name="">
            <a:extLst xmlns:a="http://schemas.openxmlformats.org/drawingml/2006/main">
              <a:ext uri="{FF2B5EF4-FFF2-40B4-BE49-F238E27FC236}">
                <a16:creationId xmlns:a16="http://schemas.microsoft.com/office/drawing/2014/main" id="{9781E4D3-BE15-49E1-8AD4-5AFC183E38E8}"/>
              </a:ext>
            </a:extLst>
          </p:cNvPr>
          <p:cNvSpPr>
            <a:spLocks xmlns:a="http://schemas.openxmlformats.org/drawingml/2006/main" noGrp="1"/>
          </p:cNvSpPr>
          <p:nvPr/>
        </p:nvSpPr>
        <p:spPr>
          <a:xfrm xmlns:a="http://schemas.openxmlformats.org/drawingml/2006/main">
            <a:off x="490347"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84" name="">
            <a:extLst xmlns:a="http://schemas.openxmlformats.org/drawingml/2006/main">
              <a:ext uri="{FF2B5EF4-FFF2-40B4-BE49-F238E27FC236}">
                <a16:creationId xmlns:a16="http://schemas.microsoft.com/office/drawing/2014/main" id="{CA912E40-244B-4BCF-8E90-392E56160615}"/>
              </a:ext>
            </a:extLst>
          </p:cNvPr>
          <p:cNvSpPr>
            <a:spLocks xmlns:a="http://schemas.openxmlformats.org/drawingml/2006/main" noGrp="1"/>
          </p:cNvSpPr>
          <p:nvPr/>
        </p:nvSpPr>
        <p:spPr>
          <a:xfrm xmlns:a="http://schemas.openxmlformats.org/drawingml/2006/main">
            <a:off x="490347"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85" name="">
            <a:extLst xmlns:a="http://schemas.openxmlformats.org/drawingml/2006/main">
              <a:ext uri="{FF2B5EF4-FFF2-40B4-BE49-F238E27FC236}">
                <a16:creationId xmlns:a16="http://schemas.microsoft.com/office/drawing/2014/main" id="{745318A5-EF07-4A76-A3CC-92D75217E71A}"/>
              </a:ext>
            </a:extLst>
          </p:cNvPr>
          <p:cNvSpPr>
            <a:spLocks xmlns:a="http://schemas.openxmlformats.org/drawingml/2006/main" noGrp="1"/>
          </p:cNvSpPr>
          <p:nvPr/>
        </p:nvSpPr>
        <p:spPr>
          <a:xfrm xmlns:a="http://schemas.openxmlformats.org/drawingml/2006/main">
            <a:off x="678942"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86" name="">
            <a:extLst xmlns:a="http://schemas.openxmlformats.org/drawingml/2006/main">
              <a:ext uri="{FF2B5EF4-FFF2-40B4-BE49-F238E27FC236}">
                <a16:creationId xmlns:a16="http://schemas.microsoft.com/office/drawing/2014/main" id="{CF5C16A1-576F-4B6B-A009-608DD4D4549A}"/>
              </a:ext>
            </a:extLst>
          </p:cNvPr>
          <p:cNvSpPr>
            <a:spLocks xmlns:a="http://schemas.openxmlformats.org/drawingml/2006/main" noGrp="1"/>
          </p:cNvSpPr>
          <p:nvPr/>
        </p:nvSpPr>
        <p:spPr>
          <a:xfrm xmlns:a="http://schemas.openxmlformats.org/drawingml/2006/main">
            <a:off x="678942"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87" name="">
            <a:extLst xmlns:a="http://schemas.openxmlformats.org/drawingml/2006/main">
              <a:ext uri="{FF2B5EF4-FFF2-40B4-BE49-F238E27FC236}">
                <a16:creationId xmlns:a16="http://schemas.microsoft.com/office/drawing/2014/main" id="{8E3D101C-9C14-44F9-A253-B42D5A9C9C0B}"/>
              </a:ext>
            </a:extLst>
          </p:cNvPr>
          <p:cNvSpPr>
            <a:spLocks xmlns:a="http://schemas.openxmlformats.org/drawingml/2006/main" noGrp="1"/>
          </p:cNvSpPr>
          <p:nvPr/>
        </p:nvSpPr>
        <p:spPr>
          <a:xfrm xmlns:a="http://schemas.openxmlformats.org/drawingml/2006/main">
            <a:off x="867537"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88" name="">
            <a:extLst xmlns:a="http://schemas.openxmlformats.org/drawingml/2006/main">
              <a:ext uri="{FF2B5EF4-FFF2-40B4-BE49-F238E27FC236}">
                <a16:creationId xmlns:a16="http://schemas.microsoft.com/office/drawing/2014/main" id="{CAF98856-C155-44BC-894E-780326BB546E}"/>
              </a:ext>
            </a:extLst>
          </p:cNvPr>
          <p:cNvSpPr>
            <a:spLocks xmlns:a="http://schemas.openxmlformats.org/drawingml/2006/main" noGrp="1"/>
          </p:cNvSpPr>
          <p:nvPr/>
        </p:nvSpPr>
        <p:spPr>
          <a:xfrm xmlns:a="http://schemas.openxmlformats.org/drawingml/2006/main">
            <a:off x="867537"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89" name="">
            <a:extLst xmlns:a="http://schemas.openxmlformats.org/drawingml/2006/main">
              <a:ext uri="{FF2B5EF4-FFF2-40B4-BE49-F238E27FC236}">
                <a16:creationId xmlns:a16="http://schemas.microsoft.com/office/drawing/2014/main" id="{4186F628-4B27-4F96-A511-A6B09119B0E0}"/>
              </a:ext>
            </a:extLst>
          </p:cNvPr>
          <p:cNvSpPr>
            <a:spLocks xmlns:a="http://schemas.openxmlformats.org/drawingml/2006/main" noGrp="1"/>
          </p:cNvSpPr>
          <p:nvPr/>
        </p:nvSpPr>
        <p:spPr>
          <a:xfrm xmlns:a="http://schemas.openxmlformats.org/drawingml/2006/main">
            <a:off x="1056132"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90" name="">
            <a:extLst xmlns:a="http://schemas.openxmlformats.org/drawingml/2006/main">
              <a:ext uri="{FF2B5EF4-FFF2-40B4-BE49-F238E27FC236}">
                <a16:creationId xmlns:a16="http://schemas.microsoft.com/office/drawing/2014/main" id="{85331424-0801-4BB5-BDAD-161D09862D20}"/>
              </a:ext>
            </a:extLst>
          </p:cNvPr>
          <p:cNvSpPr>
            <a:spLocks xmlns:a="http://schemas.openxmlformats.org/drawingml/2006/main" noGrp="1"/>
          </p:cNvSpPr>
          <p:nvPr/>
        </p:nvSpPr>
        <p:spPr>
          <a:xfrm xmlns:a="http://schemas.openxmlformats.org/drawingml/2006/main">
            <a:off x="1056132"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91" name="">
            <a:extLst xmlns:a="http://schemas.openxmlformats.org/drawingml/2006/main">
              <a:ext uri="{FF2B5EF4-FFF2-40B4-BE49-F238E27FC236}">
                <a16:creationId xmlns:a16="http://schemas.microsoft.com/office/drawing/2014/main" id="{4282052F-1D59-4A53-8DE3-FF1A24310011}"/>
              </a:ext>
            </a:extLst>
          </p:cNvPr>
          <p:cNvSpPr>
            <a:spLocks xmlns:a="http://schemas.openxmlformats.org/drawingml/2006/main" noGrp="1"/>
          </p:cNvSpPr>
          <p:nvPr/>
        </p:nvSpPr>
        <p:spPr>
          <a:xfrm xmlns:a="http://schemas.openxmlformats.org/drawingml/2006/main">
            <a:off x="773240"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92" name="">
            <a:extLst xmlns:a="http://schemas.openxmlformats.org/drawingml/2006/main">
              <a:ext uri="{FF2B5EF4-FFF2-40B4-BE49-F238E27FC236}">
                <a16:creationId xmlns:a16="http://schemas.microsoft.com/office/drawing/2014/main" id="{649BFBAD-A4FE-4482-B45A-3559D6A608F2}"/>
              </a:ext>
            </a:extLst>
          </p:cNvPr>
          <p:cNvSpPr>
            <a:spLocks xmlns:a="http://schemas.openxmlformats.org/drawingml/2006/main" noGrp="1"/>
          </p:cNvSpPr>
          <p:nvPr/>
        </p:nvSpPr>
        <p:spPr>
          <a:xfrm xmlns:a="http://schemas.openxmlformats.org/drawingml/2006/main">
            <a:off x="750169"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0CD52D1E-B9B5-4BF0-BD15-A00B6DF3C060}"/>
              </a:ext>
            </a:extLst>
          </p:cNvPr>
          <p:cNvSpPr>
            <a:spLocks xmlns:a="http://schemas.openxmlformats.org/drawingml/2006/main" noGrp="1"/>
          </p:cNvSpPr>
          <p:nvPr/>
        </p:nvSpPr>
        <p:spPr>
          <a:xfrm xmlns:a="http://schemas.openxmlformats.org/drawingml/2006/main">
            <a:off x="1489901" y="5136071"/>
            <a:ext cx="942975" cy="301752"/>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94" name="">
            <a:extLst xmlns:a="http://schemas.openxmlformats.org/drawingml/2006/main">
              <a:ext uri="{FF2B5EF4-FFF2-40B4-BE49-F238E27FC236}">
                <a16:creationId xmlns:a16="http://schemas.microsoft.com/office/drawing/2014/main" id="{2EF0782F-96BC-412E-BB72-9BFD59FCB610}"/>
              </a:ext>
            </a:extLst>
          </p:cNvPr>
          <p:cNvSpPr>
            <a:spLocks xmlns:a="http://schemas.openxmlformats.org/drawingml/2006/main" noGrp="1"/>
          </p:cNvSpPr>
          <p:nvPr/>
        </p:nvSpPr>
        <p:spPr>
          <a:xfrm xmlns:a="http://schemas.openxmlformats.org/drawingml/2006/main">
            <a:off x="1489901" y="5695569"/>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95" name="">
            <a:extLst xmlns:a="http://schemas.openxmlformats.org/drawingml/2006/main">
              <a:ext uri="{FF2B5EF4-FFF2-40B4-BE49-F238E27FC236}">
                <a16:creationId xmlns:a16="http://schemas.microsoft.com/office/drawing/2014/main" id="{C05A5CF3-2A81-433C-982A-ECEFAB9E7F16}"/>
              </a:ext>
            </a:extLst>
          </p:cNvPr>
          <p:cNvSpPr>
            <a:spLocks xmlns:a="http://schemas.openxmlformats.org/drawingml/2006/main" noGrp="1"/>
          </p:cNvSpPr>
          <p:nvPr/>
        </p:nvSpPr>
        <p:spPr>
          <a:xfrm xmlns:a="http://schemas.openxmlformats.org/drawingml/2006/main">
            <a:off x="1961388"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96" name="">
            <a:extLst xmlns:a="http://schemas.openxmlformats.org/drawingml/2006/main">
              <a:ext uri="{FF2B5EF4-FFF2-40B4-BE49-F238E27FC236}">
                <a16:creationId xmlns:a16="http://schemas.microsoft.com/office/drawing/2014/main" id="{C8619937-296D-43F8-95D6-B6CE08682950}"/>
              </a:ext>
            </a:extLst>
          </p:cNvPr>
          <p:cNvSpPr>
            <a:spLocks xmlns:a="http://schemas.openxmlformats.org/drawingml/2006/main" noGrp="1"/>
          </p:cNvSpPr>
          <p:nvPr/>
        </p:nvSpPr>
        <p:spPr>
          <a:xfrm xmlns:a="http://schemas.openxmlformats.org/drawingml/2006/main">
            <a:off x="1938318"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C6B34E77-A603-40F1-A935-A846B5AC706B}"/>
              </a:ext>
            </a:extLst>
          </p:cNvPr>
          <p:cNvSpPr>
            <a:spLocks xmlns:a="http://schemas.openxmlformats.org/drawingml/2006/main" noGrp="1"/>
          </p:cNvSpPr>
          <p:nvPr/>
        </p:nvSpPr>
        <p:spPr>
          <a:xfrm xmlns:a="http://schemas.openxmlformats.org/drawingml/2006/main">
            <a:off x="1489901" y="6311646"/>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98" name="">
            <a:extLst xmlns:a="http://schemas.openxmlformats.org/drawingml/2006/main">
              <a:ext uri="{FF2B5EF4-FFF2-40B4-BE49-F238E27FC236}">
                <a16:creationId xmlns:a16="http://schemas.microsoft.com/office/drawing/2014/main" id="{1EF4D666-7E16-4846-80A0-624DF7B0F0A1}"/>
              </a:ext>
            </a:extLst>
          </p:cNvPr>
          <p:cNvSpPr>
            <a:spLocks xmlns:a="http://schemas.openxmlformats.org/drawingml/2006/main" noGrp="1"/>
          </p:cNvSpPr>
          <p:nvPr/>
        </p:nvSpPr>
        <p:spPr>
          <a:xfrm xmlns:a="http://schemas.openxmlformats.org/drawingml/2006/main">
            <a:off x="1961388"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99" name="">
            <a:extLst xmlns:a="http://schemas.openxmlformats.org/drawingml/2006/main">
              <a:ext uri="{FF2B5EF4-FFF2-40B4-BE49-F238E27FC236}">
                <a16:creationId xmlns:a16="http://schemas.microsoft.com/office/drawing/2014/main" id="{07497C52-9B51-444A-83DF-D77CC9976FD4}"/>
              </a:ext>
            </a:extLst>
          </p:cNvPr>
          <p:cNvSpPr>
            <a:spLocks xmlns:a="http://schemas.openxmlformats.org/drawingml/2006/main" noGrp="1"/>
          </p:cNvSpPr>
          <p:nvPr/>
        </p:nvSpPr>
        <p:spPr>
          <a:xfrm xmlns:a="http://schemas.openxmlformats.org/drawingml/2006/main">
            <a:off x="1938318"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F3AAF936-0636-4F9F-A2D3-D6509169E9FA}"/>
              </a:ext>
            </a:extLst>
          </p:cNvPr>
          <p:cNvSpPr>
            <a:spLocks xmlns:a="http://schemas.openxmlformats.org/drawingml/2006/main" noGrp="1"/>
          </p:cNvSpPr>
          <p:nvPr/>
        </p:nvSpPr>
        <p:spPr>
          <a:xfrm xmlns:a="http://schemas.openxmlformats.org/drawingml/2006/main">
            <a:off x="1961388"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101" name="">
            <a:extLst xmlns:a="http://schemas.openxmlformats.org/drawingml/2006/main">
              <a:ext uri="{FF2B5EF4-FFF2-40B4-BE49-F238E27FC236}">
                <a16:creationId xmlns:a16="http://schemas.microsoft.com/office/drawing/2014/main" id="{C374B8F2-07CE-4522-B9D4-9D4B81AFE85A}"/>
              </a:ext>
            </a:extLst>
          </p:cNvPr>
          <p:cNvSpPr>
            <a:spLocks xmlns:a="http://schemas.openxmlformats.org/drawingml/2006/main" noGrp="1"/>
          </p:cNvSpPr>
          <p:nvPr/>
        </p:nvSpPr>
        <p:spPr>
          <a:xfrm xmlns:a="http://schemas.openxmlformats.org/drawingml/2006/main">
            <a:off x="1938318"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FA373673-BD27-4F01-A9EB-9D19952057A7}"/>
              </a:ext>
            </a:extLst>
          </p:cNvPr>
          <p:cNvSpPr>
            <a:spLocks xmlns:a="http://schemas.openxmlformats.org/drawingml/2006/main" noGrp="1"/>
          </p:cNvSpPr>
          <p:nvPr/>
        </p:nvSpPr>
        <p:spPr>
          <a:xfrm xmlns:a="http://schemas.openxmlformats.org/drawingml/2006/main">
            <a:off x="1489901"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03" name="">
            <a:extLst xmlns:a="http://schemas.openxmlformats.org/drawingml/2006/main">
              <a:ext uri="{FF2B5EF4-FFF2-40B4-BE49-F238E27FC236}">
                <a16:creationId xmlns:a16="http://schemas.microsoft.com/office/drawing/2014/main" id="{FB7F6072-1A9D-46E9-8FCF-FF361579AFA3}"/>
              </a:ext>
            </a:extLst>
          </p:cNvPr>
          <p:cNvSpPr>
            <a:spLocks xmlns:a="http://schemas.openxmlformats.org/drawingml/2006/main" noGrp="1"/>
          </p:cNvSpPr>
          <p:nvPr/>
        </p:nvSpPr>
        <p:spPr>
          <a:xfrm xmlns:a="http://schemas.openxmlformats.org/drawingml/2006/main">
            <a:off x="1489901"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04" name="">
            <a:extLst xmlns:a="http://schemas.openxmlformats.org/drawingml/2006/main">
              <a:ext uri="{FF2B5EF4-FFF2-40B4-BE49-F238E27FC236}">
                <a16:creationId xmlns:a16="http://schemas.microsoft.com/office/drawing/2014/main" id="{9EE3677B-21A0-404C-9830-9C3F84DAD359}"/>
              </a:ext>
            </a:extLst>
          </p:cNvPr>
          <p:cNvSpPr>
            <a:spLocks xmlns:a="http://schemas.openxmlformats.org/drawingml/2006/main" noGrp="1"/>
          </p:cNvSpPr>
          <p:nvPr/>
        </p:nvSpPr>
        <p:spPr>
          <a:xfrm xmlns:a="http://schemas.openxmlformats.org/drawingml/2006/main">
            <a:off x="1678496"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05" name="">
            <a:extLst xmlns:a="http://schemas.openxmlformats.org/drawingml/2006/main">
              <a:ext uri="{FF2B5EF4-FFF2-40B4-BE49-F238E27FC236}">
                <a16:creationId xmlns:a16="http://schemas.microsoft.com/office/drawing/2014/main" id="{3A9C58B5-7451-40F8-A92C-B3824173A2E2}"/>
              </a:ext>
            </a:extLst>
          </p:cNvPr>
          <p:cNvSpPr>
            <a:spLocks xmlns:a="http://schemas.openxmlformats.org/drawingml/2006/main" noGrp="1"/>
          </p:cNvSpPr>
          <p:nvPr/>
        </p:nvSpPr>
        <p:spPr>
          <a:xfrm xmlns:a="http://schemas.openxmlformats.org/drawingml/2006/main">
            <a:off x="1678496"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106" name="">
            <a:extLst xmlns:a="http://schemas.openxmlformats.org/drawingml/2006/main">
              <a:ext uri="{FF2B5EF4-FFF2-40B4-BE49-F238E27FC236}">
                <a16:creationId xmlns:a16="http://schemas.microsoft.com/office/drawing/2014/main" id="{1A5E8D14-7733-4816-82A4-FFAB559D1050}"/>
              </a:ext>
            </a:extLst>
          </p:cNvPr>
          <p:cNvSpPr>
            <a:spLocks xmlns:a="http://schemas.openxmlformats.org/drawingml/2006/main" noGrp="1"/>
          </p:cNvSpPr>
          <p:nvPr/>
        </p:nvSpPr>
        <p:spPr>
          <a:xfrm xmlns:a="http://schemas.openxmlformats.org/drawingml/2006/main">
            <a:off x="1867091"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07" name="">
            <a:extLst xmlns:a="http://schemas.openxmlformats.org/drawingml/2006/main">
              <a:ext uri="{FF2B5EF4-FFF2-40B4-BE49-F238E27FC236}">
                <a16:creationId xmlns:a16="http://schemas.microsoft.com/office/drawing/2014/main" id="{9357CF9B-0427-4A3B-AA09-54614B72BD22}"/>
              </a:ext>
            </a:extLst>
          </p:cNvPr>
          <p:cNvSpPr>
            <a:spLocks xmlns:a="http://schemas.openxmlformats.org/drawingml/2006/main" noGrp="1"/>
          </p:cNvSpPr>
          <p:nvPr/>
        </p:nvSpPr>
        <p:spPr>
          <a:xfrm xmlns:a="http://schemas.openxmlformats.org/drawingml/2006/main">
            <a:off x="1867091"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08" name="">
            <a:extLst xmlns:a="http://schemas.openxmlformats.org/drawingml/2006/main">
              <a:ext uri="{FF2B5EF4-FFF2-40B4-BE49-F238E27FC236}">
                <a16:creationId xmlns:a16="http://schemas.microsoft.com/office/drawing/2014/main" id="{F438DFD7-70F7-463C-A870-E1D55E7EF40C}"/>
              </a:ext>
            </a:extLst>
          </p:cNvPr>
          <p:cNvSpPr>
            <a:spLocks xmlns:a="http://schemas.openxmlformats.org/drawingml/2006/main" noGrp="1"/>
          </p:cNvSpPr>
          <p:nvPr/>
        </p:nvSpPr>
        <p:spPr>
          <a:xfrm xmlns:a="http://schemas.openxmlformats.org/drawingml/2006/main">
            <a:off x="2055686"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09" name="">
            <a:extLst xmlns:a="http://schemas.openxmlformats.org/drawingml/2006/main">
              <a:ext uri="{FF2B5EF4-FFF2-40B4-BE49-F238E27FC236}">
                <a16:creationId xmlns:a16="http://schemas.microsoft.com/office/drawing/2014/main" id="{254EFF3A-ADC3-4CD2-8782-4BFDC1A41A68}"/>
              </a:ext>
            </a:extLst>
          </p:cNvPr>
          <p:cNvSpPr>
            <a:spLocks xmlns:a="http://schemas.openxmlformats.org/drawingml/2006/main" noGrp="1"/>
          </p:cNvSpPr>
          <p:nvPr/>
        </p:nvSpPr>
        <p:spPr>
          <a:xfrm xmlns:a="http://schemas.openxmlformats.org/drawingml/2006/main">
            <a:off x="2055686"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10" name="">
            <a:extLst xmlns:a="http://schemas.openxmlformats.org/drawingml/2006/main">
              <a:ext uri="{FF2B5EF4-FFF2-40B4-BE49-F238E27FC236}">
                <a16:creationId xmlns:a16="http://schemas.microsoft.com/office/drawing/2014/main" id="{3DB5022A-557D-4962-A1FC-F76B17570515}"/>
              </a:ext>
            </a:extLst>
          </p:cNvPr>
          <p:cNvSpPr>
            <a:spLocks xmlns:a="http://schemas.openxmlformats.org/drawingml/2006/main" noGrp="1"/>
          </p:cNvSpPr>
          <p:nvPr/>
        </p:nvSpPr>
        <p:spPr>
          <a:xfrm xmlns:a="http://schemas.openxmlformats.org/drawingml/2006/main">
            <a:off x="2244281"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11" name="">
            <a:extLst xmlns:a="http://schemas.openxmlformats.org/drawingml/2006/main">
              <a:ext uri="{FF2B5EF4-FFF2-40B4-BE49-F238E27FC236}">
                <a16:creationId xmlns:a16="http://schemas.microsoft.com/office/drawing/2014/main" id="{F5F0523B-C7D2-4AAB-9307-45F140E830C9}"/>
              </a:ext>
            </a:extLst>
          </p:cNvPr>
          <p:cNvSpPr>
            <a:spLocks xmlns:a="http://schemas.openxmlformats.org/drawingml/2006/main" noGrp="1"/>
          </p:cNvSpPr>
          <p:nvPr/>
        </p:nvSpPr>
        <p:spPr>
          <a:xfrm xmlns:a="http://schemas.openxmlformats.org/drawingml/2006/main">
            <a:off x="2244281"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12" name="">
            <a:extLst xmlns:a="http://schemas.openxmlformats.org/drawingml/2006/main">
              <a:ext uri="{FF2B5EF4-FFF2-40B4-BE49-F238E27FC236}">
                <a16:creationId xmlns:a16="http://schemas.microsoft.com/office/drawing/2014/main" id="{72FDE475-7951-40BB-A2F3-29741619B134}"/>
              </a:ext>
            </a:extLst>
          </p:cNvPr>
          <p:cNvSpPr>
            <a:spLocks xmlns:a="http://schemas.openxmlformats.org/drawingml/2006/main" noGrp="1"/>
          </p:cNvSpPr>
          <p:nvPr/>
        </p:nvSpPr>
        <p:spPr>
          <a:xfrm xmlns:a="http://schemas.openxmlformats.org/drawingml/2006/main">
            <a:off x="1961388"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113" name="">
            <a:extLst xmlns:a="http://schemas.openxmlformats.org/drawingml/2006/main">
              <a:ext uri="{FF2B5EF4-FFF2-40B4-BE49-F238E27FC236}">
                <a16:creationId xmlns:a16="http://schemas.microsoft.com/office/drawing/2014/main" id="{AE2A712A-C81E-4474-A968-EFB4EB788FFA}"/>
              </a:ext>
            </a:extLst>
          </p:cNvPr>
          <p:cNvSpPr>
            <a:spLocks xmlns:a="http://schemas.openxmlformats.org/drawingml/2006/main" noGrp="1"/>
          </p:cNvSpPr>
          <p:nvPr/>
        </p:nvSpPr>
        <p:spPr>
          <a:xfrm xmlns:a="http://schemas.openxmlformats.org/drawingml/2006/main">
            <a:off x="1938318"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6E642C42-EB09-4DEA-8E3C-5D62E62CC088}"/>
              </a:ext>
            </a:extLst>
          </p:cNvPr>
          <p:cNvSpPr>
            <a:spLocks xmlns:a="http://schemas.openxmlformats.org/drawingml/2006/main" noGrp="1"/>
          </p:cNvSpPr>
          <p:nvPr/>
        </p:nvSpPr>
        <p:spPr>
          <a:xfrm xmlns:a="http://schemas.openxmlformats.org/drawingml/2006/main">
            <a:off x="2678049" y="5136071"/>
            <a:ext cx="942975" cy="301752"/>
          </a:xfrm>
          <a:prstGeom xmlns:a="http://schemas.openxmlformats.org/drawingml/2006/main" prst="rect">
            <a:avLst/>
          </a:prstGeom>
          <a:solidFill xmlns:a="http://schemas.openxmlformats.org/drawingml/2006/main">
            <a:srgbClr val="C6DFB7"/>
          </a:solidFill>
          <a:ln xmlns:a="http://schemas.openxmlformats.org/drawingml/2006/main" w="0">
            <a:solidFill>
              <a:srgbClr val="C6DFB7"/>
            </a:solidFill>
          </a:ln>
        </p:spPr>
      </p:sp>
      <p:sp>
        <p:nvSpPr>
          <p:cNvPr id="115" name="">
            <a:extLst xmlns:a="http://schemas.openxmlformats.org/drawingml/2006/main">
              <a:ext uri="{FF2B5EF4-FFF2-40B4-BE49-F238E27FC236}">
                <a16:creationId xmlns:a16="http://schemas.microsoft.com/office/drawing/2014/main" id="{C05ABFB8-1861-4A44-8921-7527BE2D0E53}"/>
              </a:ext>
            </a:extLst>
          </p:cNvPr>
          <p:cNvSpPr>
            <a:spLocks xmlns:a="http://schemas.openxmlformats.org/drawingml/2006/main" noGrp="1"/>
          </p:cNvSpPr>
          <p:nvPr/>
        </p:nvSpPr>
        <p:spPr>
          <a:xfrm xmlns:a="http://schemas.openxmlformats.org/drawingml/2006/main">
            <a:off x="2678049" y="5695569"/>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3B82BB"/>
            </a:solidFill>
          </a:ln>
        </p:spPr>
      </p:sp>
      <p:sp>
        <p:nvSpPr>
          <p:cNvPr id="116" name="">
            <a:extLst xmlns:a="http://schemas.openxmlformats.org/drawingml/2006/main">
              <a:ext uri="{FF2B5EF4-FFF2-40B4-BE49-F238E27FC236}">
                <a16:creationId xmlns:a16="http://schemas.microsoft.com/office/drawing/2014/main" id="{F18AC7AE-71A8-4EDB-8DC2-A75162058F53}"/>
              </a:ext>
            </a:extLst>
          </p:cNvPr>
          <p:cNvSpPr>
            <a:spLocks xmlns:a="http://schemas.openxmlformats.org/drawingml/2006/main" noGrp="1"/>
          </p:cNvSpPr>
          <p:nvPr/>
        </p:nvSpPr>
        <p:spPr>
          <a:xfrm xmlns:a="http://schemas.openxmlformats.org/drawingml/2006/main">
            <a:off x="3149537"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117" name="">
            <a:extLst xmlns:a="http://schemas.openxmlformats.org/drawingml/2006/main">
              <a:ext uri="{FF2B5EF4-FFF2-40B4-BE49-F238E27FC236}">
                <a16:creationId xmlns:a16="http://schemas.microsoft.com/office/drawing/2014/main" id="{346987C2-D940-4C9C-A163-48F4E237C0E3}"/>
              </a:ext>
            </a:extLst>
          </p:cNvPr>
          <p:cNvSpPr>
            <a:spLocks xmlns:a="http://schemas.openxmlformats.org/drawingml/2006/main" noGrp="1"/>
          </p:cNvSpPr>
          <p:nvPr/>
        </p:nvSpPr>
        <p:spPr>
          <a:xfrm xmlns:a="http://schemas.openxmlformats.org/drawingml/2006/main">
            <a:off x="3126466"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8B676343-9BFB-4754-9663-CB8E9DDF337B}"/>
              </a:ext>
            </a:extLst>
          </p:cNvPr>
          <p:cNvSpPr>
            <a:spLocks xmlns:a="http://schemas.openxmlformats.org/drawingml/2006/main" noGrp="1"/>
          </p:cNvSpPr>
          <p:nvPr/>
        </p:nvSpPr>
        <p:spPr>
          <a:xfrm xmlns:a="http://schemas.openxmlformats.org/drawingml/2006/main">
            <a:off x="2678049" y="6311646"/>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3B82BB"/>
            </a:solidFill>
          </a:ln>
        </p:spPr>
      </p:sp>
      <p:sp>
        <p:nvSpPr>
          <p:cNvPr id="119" name="">
            <a:extLst xmlns:a="http://schemas.openxmlformats.org/drawingml/2006/main">
              <a:ext uri="{FF2B5EF4-FFF2-40B4-BE49-F238E27FC236}">
                <a16:creationId xmlns:a16="http://schemas.microsoft.com/office/drawing/2014/main" id="{E21B0818-A92A-4503-9C7A-BF63F8365C3E}"/>
              </a:ext>
            </a:extLst>
          </p:cNvPr>
          <p:cNvSpPr>
            <a:spLocks xmlns:a="http://schemas.openxmlformats.org/drawingml/2006/main" noGrp="1"/>
          </p:cNvSpPr>
          <p:nvPr/>
        </p:nvSpPr>
        <p:spPr>
          <a:xfrm xmlns:a="http://schemas.openxmlformats.org/drawingml/2006/main">
            <a:off x="3149537"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120" name="">
            <a:extLst xmlns:a="http://schemas.openxmlformats.org/drawingml/2006/main">
              <a:ext uri="{FF2B5EF4-FFF2-40B4-BE49-F238E27FC236}">
                <a16:creationId xmlns:a16="http://schemas.microsoft.com/office/drawing/2014/main" id="{9DBF8FEF-2F67-4B0C-AC59-1277A1D1A7DE}"/>
              </a:ext>
            </a:extLst>
          </p:cNvPr>
          <p:cNvSpPr>
            <a:spLocks xmlns:a="http://schemas.openxmlformats.org/drawingml/2006/main" noGrp="1"/>
          </p:cNvSpPr>
          <p:nvPr/>
        </p:nvSpPr>
        <p:spPr>
          <a:xfrm xmlns:a="http://schemas.openxmlformats.org/drawingml/2006/main">
            <a:off x="3126466"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F88D1642-11DD-4D2F-850F-58B0CCE0CDA3}"/>
              </a:ext>
            </a:extLst>
          </p:cNvPr>
          <p:cNvSpPr>
            <a:spLocks xmlns:a="http://schemas.openxmlformats.org/drawingml/2006/main" noGrp="1"/>
          </p:cNvSpPr>
          <p:nvPr/>
        </p:nvSpPr>
        <p:spPr>
          <a:xfrm xmlns:a="http://schemas.openxmlformats.org/drawingml/2006/main">
            <a:off x="3149537"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122" name="">
            <a:extLst xmlns:a="http://schemas.openxmlformats.org/drawingml/2006/main">
              <a:ext uri="{FF2B5EF4-FFF2-40B4-BE49-F238E27FC236}">
                <a16:creationId xmlns:a16="http://schemas.microsoft.com/office/drawing/2014/main" id="{EC0EAFB0-F063-48AF-B9A2-4BD5CD4E3A5B}"/>
              </a:ext>
            </a:extLst>
          </p:cNvPr>
          <p:cNvSpPr>
            <a:spLocks xmlns:a="http://schemas.openxmlformats.org/drawingml/2006/main" noGrp="1"/>
          </p:cNvSpPr>
          <p:nvPr/>
        </p:nvSpPr>
        <p:spPr>
          <a:xfrm xmlns:a="http://schemas.openxmlformats.org/drawingml/2006/main">
            <a:off x="3126466"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D2C82D9E-74D9-45B4-ABB3-2DE2F4B0BBC9}"/>
              </a:ext>
            </a:extLst>
          </p:cNvPr>
          <p:cNvSpPr>
            <a:spLocks xmlns:a="http://schemas.openxmlformats.org/drawingml/2006/main" noGrp="1"/>
          </p:cNvSpPr>
          <p:nvPr/>
        </p:nvSpPr>
        <p:spPr>
          <a:xfrm xmlns:a="http://schemas.openxmlformats.org/drawingml/2006/main">
            <a:off x="3048953" y="6978015"/>
            <a:ext cx="201168" cy="226314"/>
          </a:xfrm>
          <a:prstGeom xmlns:a="http://schemas.openxmlformats.org/drawingml/2006/main" prst="rect">
            <a:avLst/>
          </a:prstGeom>
          <a:solidFill xmlns:a="http://schemas.openxmlformats.org/drawingml/2006/main">
            <a:srgbClr val="FFF0C9"/>
          </a:solidFill>
          <a:ln xmlns:a="http://schemas.openxmlformats.org/drawingml/2006/main" w="11316">
            <a:solidFill>
              <a:srgbClr val="22272C"/>
            </a:solidFill>
          </a:ln>
        </p:spPr>
      </p:sp>
      <p:sp>
        <p:nvSpPr>
          <p:cNvPr id="124" name="">
            <a:extLst xmlns:a="http://schemas.openxmlformats.org/drawingml/2006/main">
              <a:ext uri="{FF2B5EF4-FFF2-40B4-BE49-F238E27FC236}">
                <a16:creationId xmlns:a16="http://schemas.microsoft.com/office/drawing/2014/main" id="{448FA123-4953-4145-8EFF-569F08A84F9B}"/>
              </a:ext>
            </a:extLst>
          </p:cNvPr>
          <p:cNvSpPr>
            <a:spLocks xmlns:a="http://schemas.openxmlformats.org/drawingml/2006/main" noGrp="1"/>
          </p:cNvSpPr>
          <p:nvPr/>
        </p:nvSpPr>
        <p:spPr>
          <a:xfrm xmlns:a="http://schemas.openxmlformats.org/drawingml/2006/main">
            <a:off x="3048953" y="7091172"/>
            <a:ext cx="201168" cy="95"/>
          </a:xfrm>
          <a:custGeom xmlns:a="http://schemas.openxmlformats.org/drawingml/2006/main">
            <a:pathLst>
              <a:path w="201168" h="95">
                <a:moveTo>
                  <a:pt x="0" y="0"/>
                </a:moveTo>
                <a:lnTo>
                  <a:pt x="201168" y="0"/>
                </a:lnTo>
              </a:path>
            </a:pathLst>
          </a:custGeom>
          <a:noFill xmlns:a="http://schemas.openxmlformats.org/drawingml/2006/main"/>
          <a:ln xmlns:a="http://schemas.openxmlformats.org/drawingml/2006/main" w="6287">
            <a:solidFill>
              <a:srgbClr val="22272C"/>
            </a:solidFill>
            <a:prstDash val="solid"/>
          </a:ln>
        </p:spPr>
      </p:sp>
      <p:sp>
        <p:nvSpPr>
          <p:cNvPr id="125" name="">
            <a:extLst xmlns:a="http://schemas.openxmlformats.org/drawingml/2006/main">
              <a:ext uri="{FF2B5EF4-FFF2-40B4-BE49-F238E27FC236}">
                <a16:creationId xmlns:a16="http://schemas.microsoft.com/office/drawing/2014/main" id="{9186C97D-3A29-4C78-8D2B-E8988EA9838F}"/>
              </a:ext>
            </a:extLst>
          </p:cNvPr>
          <p:cNvSpPr>
            <a:spLocks xmlns:a="http://schemas.openxmlformats.org/drawingml/2006/main" noGrp="1"/>
          </p:cNvSpPr>
          <p:nvPr/>
        </p:nvSpPr>
        <p:spPr>
          <a:xfrm xmlns:a="http://schemas.openxmlformats.org/drawingml/2006/main">
            <a:off x="3149537"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126" name="">
            <a:extLst xmlns:a="http://schemas.openxmlformats.org/drawingml/2006/main">
              <a:ext uri="{FF2B5EF4-FFF2-40B4-BE49-F238E27FC236}">
                <a16:creationId xmlns:a16="http://schemas.microsoft.com/office/drawing/2014/main" id="{232FA136-EF97-4D63-8738-C11D7D894F6E}"/>
              </a:ext>
            </a:extLst>
          </p:cNvPr>
          <p:cNvSpPr>
            <a:spLocks xmlns:a="http://schemas.openxmlformats.org/drawingml/2006/main" noGrp="1"/>
          </p:cNvSpPr>
          <p:nvPr/>
        </p:nvSpPr>
        <p:spPr>
          <a:xfrm xmlns:a="http://schemas.openxmlformats.org/drawingml/2006/main">
            <a:off x="3126466"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F859F8D0-0943-4E96-8EF2-F1E03E2BDAAD}"/>
              </a:ext>
            </a:extLst>
          </p:cNvPr>
          <p:cNvSpPr>
            <a:spLocks xmlns:a="http://schemas.openxmlformats.org/drawingml/2006/main" noGrp="1"/>
          </p:cNvSpPr>
          <p:nvPr/>
        </p:nvSpPr>
        <p:spPr>
          <a:xfrm xmlns:a="http://schemas.openxmlformats.org/drawingml/2006/main">
            <a:off x="4444556" y="5136071"/>
            <a:ext cx="942975" cy="301752"/>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128" name="">
            <a:extLst xmlns:a="http://schemas.openxmlformats.org/drawingml/2006/main">
              <a:ext uri="{FF2B5EF4-FFF2-40B4-BE49-F238E27FC236}">
                <a16:creationId xmlns:a16="http://schemas.microsoft.com/office/drawing/2014/main" id="{621A5A18-9FC9-40C3-8E52-CE8E3DDEC4D1}"/>
              </a:ext>
            </a:extLst>
          </p:cNvPr>
          <p:cNvSpPr>
            <a:spLocks xmlns:a="http://schemas.openxmlformats.org/drawingml/2006/main" noGrp="1"/>
          </p:cNvSpPr>
          <p:nvPr/>
        </p:nvSpPr>
        <p:spPr>
          <a:xfrm xmlns:a="http://schemas.openxmlformats.org/drawingml/2006/main">
            <a:off x="4444556" y="5695569"/>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129" name="">
            <a:extLst xmlns:a="http://schemas.openxmlformats.org/drawingml/2006/main">
              <a:ext uri="{FF2B5EF4-FFF2-40B4-BE49-F238E27FC236}">
                <a16:creationId xmlns:a16="http://schemas.microsoft.com/office/drawing/2014/main" id="{AA41D289-2A7B-4D24-A6A5-150DD26E5DCD}"/>
              </a:ext>
            </a:extLst>
          </p:cNvPr>
          <p:cNvSpPr>
            <a:spLocks xmlns:a="http://schemas.openxmlformats.org/drawingml/2006/main" noGrp="1"/>
          </p:cNvSpPr>
          <p:nvPr/>
        </p:nvSpPr>
        <p:spPr>
          <a:xfrm xmlns:a="http://schemas.openxmlformats.org/drawingml/2006/main">
            <a:off x="4916043"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130" name="">
            <a:extLst xmlns:a="http://schemas.openxmlformats.org/drawingml/2006/main">
              <a:ext uri="{FF2B5EF4-FFF2-40B4-BE49-F238E27FC236}">
                <a16:creationId xmlns:a16="http://schemas.microsoft.com/office/drawing/2014/main" id="{6CC5197A-1697-4CCF-B3A4-0EBC85684538}"/>
              </a:ext>
            </a:extLst>
          </p:cNvPr>
          <p:cNvSpPr>
            <a:spLocks xmlns:a="http://schemas.openxmlformats.org/drawingml/2006/main" noGrp="1"/>
          </p:cNvSpPr>
          <p:nvPr/>
        </p:nvSpPr>
        <p:spPr>
          <a:xfrm xmlns:a="http://schemas.openxmlformats.org/drawingml/2006/main">
            <a:off x="4892973"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4BF21B0F-BAAB-475C-A160-6CD973B0F074}"/>
              </a:ext>
            </a:extLst>
          </p:cNvPr>
          <p:cNvSpPr>
            <a:spLocks xmlns:a="http://schemas.openxmlformats.org/drawingml/2006/main" noGrp="1"/>
          </p:cNvSpPr>
          <p:nvPr/>
        </p:nvSpPr>
        <p:spPr>
          <a:xfrm xmlns:a="http://schemas.openxmlformats.org/drawingml/2006/main">
            <a:off x="4444556" y="6311646"/>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132" name="">
            <a:extLst xmlns:a="http://schemas.openxmlformats.org/drawingml/2006/main">
              <a:ext uri="{FF2B5EF4-FFF2-40B4-BE49-F238E27FC236}">
                <a16:creationId xmlns:a16="http://schemas.microsoft.com/office/drawing/2014/main" id="{68F63807-43B4-417C-90A9-5A668D2F4F21}"/>
              </a:ext>
            </a:extLst>
          </p:cNvPr>
          <p:cNvSpPr>
            <a:spLocks xmlns:a="http://schemas.openxmlformats.org/drawingml/2006/main" noGrp="1"/>
          </p:cNvSpPr>
          <p:nvPr/>
        </p:nvSpPr>
        <p:spPr>
          <a:xfrm xmlns:a="http://schemas.openxmlformats.org/drawingml/2006/main">
            <a:off x="4916043"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133" name="">
            <a:extLst xmlns:a="http://schemas.openxmlformats.org/drawingml/2006/main">
              <a:ext uri="{FF2B5EF4-FFF2-40B4-BE49-F238E27FC236}">
                <a16:creationId xmlns:a16="http://schemas.microsoft.com/office/drawing/2014/main" id="{D49BF7CB-1C71-4B03-AC81-827063D329E8}"/>
              </a:ext>
            </a:extLst>
          </p:cNvPr>
          <p:cNvSpPr>
            <a:spLocks xmlns:a="http://schemas.openxmlformats.org/drawingml/2006/main" noGrp="1"/>
          </p:cNvSpPr>
          <p:nvPr/>
        </p:nvSpPr>
        <p:spPr>
          <a:xfrm xmlns:a="http://schemas.openxmlformats.org/drawingml/2006/main">
            <a:off x="4892973"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6C7E7912-DA15-4756-A616-6D747F35B9CE}"/>
              </a:ext>
            </a:extLst>
          </p:cNvPr>
          <p:cNvSpPr>
            <a:spLocks xmlns:a="http://schemas.openxmlformats.org/drawingml/2006/main" noGrp="1"/>
          </p:cNvSpPr>
          <p:nvPr/>
        </p:nvSpPr>
        <p:spPr>
          <a:xfrm xmlns:a="http://schemas.openxmlformats.org/drawingml/2006/main">
            <a:off x="4916043"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135" name="">
            <a:extLst xmlns:a="http://schemas.openxmlformats.org/drawingml/2006/main">
              <a:ext uri="{FF2B5EF4-FFF2-40B4-BE49-F238E27FC236}">
                <a16:creationId xmlns:a16="http://schemas.microsoft.com/office/drawing/2014/main" id="{D6247BE3-3F16-49F3-A1BE-D89B845764BF}"/>
              </a:ext>
            </a:extLst>
          </p:cNvPr>
          <p:cNvSpPr>
            <a:spLocks xmlns:a="http://schemas.openxmlformats.org/drawingml/2006/main" noGrp="1"/>
          </p:cNvSpPr>
          <p:nvPr/>
        </p:nvSpPr>
        <p:spPr>
          <a:xfrm xmlns:a="http://schemas.openxmlformats.org/drawingml/2006/main">
            <a:off x="4892973"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22CA4126-E2A3-460A-941C-2FAD6ACF1731}"/>
              </a:ext>
            </a:extLst>
          </p:cNvPr>
          <p:cNvSpPr>
            <a:spLocks xmlns:a="http://schemas.openxmlformats.org/drawingml/2006/main" noGrp="1"/>
          </p:cNvSpPr>
          <p:nvPr/>
        </p:nvSpPr>
        <p:spPr>
          <a:xfrm xmlns:a="http://schemas.openxmlformats.org/drawingml/2006/main">
            <a:off x="4444556"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37" name="">
            <a:extLst xmlns:a="http://schemas.openxmlformats.org/drawingml/2006/main">
              <a:ext uri="{FF2B5EF4-FFF2-40B4-BE49-F238E27FC236}">
                <a16:creationId xmlns:a16="http://schemas.microsoft.com/office/drawing/2014/main" id="{888107B8-9CFA-40FC-90CA-9446F50A8512}"/>
              </a:ext>
            </a:extLst>
          </p:cNvPr>
          <p:cNvSpPr>
            <a:spLocks xmlns:a="http://schemas.openxmlformats.org/drawingml/2006/main" noGrp="1"/>
          </p:cNvSpPr>
          <p:nvPr/>
        </p:nvSpPr>
        <p:spPr>
          <a:xfrm xmlns:a="http://schemas.openxmlformats.org/drawingml/2006/main">
            <a:off x="4444556"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38" name="">
            <a:extLst xmlns:a="http://schemas.openxmlformats.org/drawingml/2006/main">
              <a:ext uri="{FF2B5EF4-FFF2-40B4-BE49-F238E27FC236}">
                <a16:creationId xmlns:a16="http://schemas.microsoft.com/office/drawing/2014/main" id="{2C63C840-31CC-4AA1-ACCC-5B067373DAC9}"/>
              </a:ext>
            </a:extLst>
          </p:cNvPr>
          <p:cNvSpPr>
            <a:spLocks xmlns:a="http://schemas.openxmlformats.org/drawingml/2006/main" noGrp="1"/>
          </p:cNvSpPr>
          <p:nvPr/>
        </p:nvSpPr>
        <p:spPr>
          <a:xfrm xmlns:a="http://schemas.openxmlformats.org/drawingml/2006/main">
            <a:off x="4633151"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39" name="">
            <a:extLst xmlns:a="http://schemas.openxmlformats.org/drawingml/2006/main">
              <a:ext uri="{FF2B5EF4-FFF2-40B4-BE49-F238E27FC236}">
                <a16:creationId xmlns:a16="http://schemas.microsoft.com/office/drawing/2014/main" id="{910E6074-A278-446C-9A86-36BB2BB06275}"/>
              </a:ext>
            </a:extLst>
          </p:cNvPr>
          <p:cNvSpPr>
            <a:spLocks xmlns:a="http://schemas.openxmlformats.org/drawingml/2006/main" noGrp="1"/>
          </p:cNvSpPr>
          <p:nvPr/>
        </p:nvSpPr>
        <p:spPr>
          <a:xfrm xmlns:a="http://schemas.openxmlformats.org/drawingml/2006/main">
            <a:off x="4633151"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40" name="">
            <a:extLst xmlns:a="http://schemas.openxmlformats.org/drawingml/2006/main">
              <a:ext uri="{FF2B5EF4-FFF2-40B4-BE49-F238E27FC236}">
                <a16:creationId xmlns:a16="http://schemas.microsoft.com/office/drawing/2014/main" id="{BADC6121-16F0-417A-B76C-6FA22EE24B2D}"/>
              </a:ext>
            </a:extLst>
          </p:cNvPr>
          <p:cNvSpPr>
            <a:spLocks xmlns:a="http://schemas.openxmlformats.org/drawingml/2006/main" noGrp="1"/>
          </p:cNvSpPr>
          <p:nvPr/>
        </p:nvSpPr>
        <p:spPr>
          <a:xfrm xmlns:a="http://schemas.openxmlformats.org/drawingml/2006/main">
            <a:off x="4821746"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41" name="">
            <a:extLst xmlns:a="http://schemas.openxmlformats.org/drawingml/2006/main">
              <a:ext uri="{FF2B5EF4-FFF2-40B4-BE49-F238E27FC236}">
                <a16:creationId xmlns:a16="http://schemas.microsoft.com/office/drawing/2014/main" id="{6646FB7F-F059-42DF-BB84-57028D449039}"/>
              </a:ext>
            </a:extLst>
          </p:cNvPr>
          <p:cNvSpPr>
            <a:spLocks xmlns:a="http://schemas.openxmlformats.org/drawingml/2006/main" noGrp="1"/>
          </p:cNvSpPr>
          <p:nvPr/>
        </p:nvSpPr>
        <p:spPr>
          <a:xfrm xmlns:a="http://schemas.openxmlformats.org/drawingml/2006/main">
            <a:off x="4821746"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142" name="">
            <a:extLst xmlns:a="http://schemas.openxmlformats.org/drawingml/2006/main">
              <a:ext uri="{FF2B5EF4-FFF2-40B4-BE49-F238E27FC236}">
                <a16:creationId xmlns:a16="http://schemas.microsoft.com/office/drawing/2014/main" id="{A593DA0F-5A91-4C2D-88A7-9496BBB61BB0}"/>
              </a:ext>
            </a:extLst>
          </p:cNvPr>
          <p:cNvSpPr>
            <a:spLocks xmlns:a="http://schemas.openxmlformats.org/drawingml/2006/main" noGrp="1"/>
          </p:cNvSpPr>
          <p:nvPr/>
        </p:nvSpPr>
        <p:spPr>
          <a:xfrm xmlns:a="http://schemas.openxmlformats.org/drawingml/2006/main">
            <a:off x="5010341"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43" name="">
            <a:extLst xmlns:a="http://schemas.openxmlformats.org/drawingml/2006/main">
              <a:ext uri="{FF2B5EF4-FFF2-40B4-BE49-F238E27FC236}">
                <a16:creationId xmlns:a16="http://schemas.microsoft.com/office/drawing/2014/main" id="{87E527C4-9740-4CA0-9184-353CF3723C65}"/>
              </a:ext>
            </a:extLst>
          </p:cNvPr>
          <p:cNvSpPr>
            <a:spLocks xmlns:a="http://schemas.openxmlformats.org/drawingml/2006/main" noGrp="1"/>
          </p:cNvSpPr>
          <p:nvPr/>
        </p:nvSpPr>
        <p:spPr>
          <a:xfrm xmlns:a="http://schemas.openxmlformats.org/drawingml/2006/main">
            <a:off x="5010341"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144" name="">
            <a:extLst xmlns:a="http://schemas.openxmlformats.org/drawingml/2006/main">
              <a:ext uri="{FF2B5EF4-FFF2-40B4-BE49-F238E27FC236}">
                <a16:creationId xmlns:a16="http://schemas.microsoft.com/office/drawing/2014/main" id="{FCD86BD8-403D-4BFF-910A-E653E8450B60}"/>
              </a:ext>
            </a:extLst>
          </p:cNvPr>
          <p:cNvSpPr>
            <a:spLocks xmlns:a="http://schemas.openxmlformats.org/drawingml/2006/main" noGrp="1"/>
          </p:cNvSpPr>
          <p:nvPr/>
        </p:nvSpPr>
        <p:spPr>
          <a:xfrm xmlns:a="http://schemas.openxmlformats.org/drawingml/2006/main">
            <a:off x="5198936"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45" name="">
            <a:extLst xmlns:a="http://schemas.openxmlformats.org/drawingml/2006/main">
              <a:ext uri="{FF2B5EF4-FFF2-40B4-BE49-F238E27FC236}">
                <a16:creationId xmlns:a16="http://schemas.microsoft.com/office/drawing/2014/main" id="{4F954D40-E41A-4601-A9EE-DE20D059536D}"/>
              </a:ext>
            </a:extLst>
          </p:cNvPr>
          <p:cNvSpPr>
            <a:spLocks xmlns:a="http://schemas.openxmlformats.org/drawingml/2006/main" noGrp="1"/>
          </p:cNvSpPr>
          <p:nvPr/>
        </p:nvSpPr>
        <p:spPr>
          <a:xfrm xmlns:a="http://schemas.openxmlformats.org/drawingml/2006/main">
            <a:off x="5198936"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46" name="">
            <a:extLst xmlns:a="http://schemas.openxmlformats.org/drawingml/2006/main">
              <a:ext uri="{FF2B5EF4-FFF2-40B4-BE49-F238E27FC236}">
                <a16:creationId xmlns:a16="http://schemas.microsoft.com/office/drawing/2014/main" id="{06C7078E-CB37-473E-924F-E4D81CBCF0AC}"/>
              </a:ext>
            </a:extLst>
          </p:cNvPr>
          <p:cNvSpPr>
            <a:spLocks xmlns:a="http://schemas.openxmlformats.org/drawingml/2006/main" noGrp="1"/>
          </p:cNvSpPr>
          <p:nvPr/>
        </p:nvSpPr>
        <p:spPr>
          <a:xfrm xmlns:a="http://schemas.openxmlformats.org/drawingml/2006/main">
            <a:off x="4916043"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147" name="">
            <a:extLst xmlns:a="http://schemas.openxmlformats.org/drawingml/2006/main">
              <a:ext uri="{FF2B5EF4-FFF2-40B4-BE49-F238E27FC236}">
                <a16:creationId xmlns:a16="http://schemas.microsoft.com/office/drawing/2014/main" id="{772C76E4-3B2E-44E4-8066-42BD20BC3FE2}"/>
              </a:ext>
            </a:extLst>
          </p:cNvPr>
          <p:cNvSpPr>
            <a:spLocks xmlns:a="http://schemas.openxmlformats.org/drawingml/2006/main" noGrp="1"/>
          </p:cNvSpPr>
          <p:nvPr/>
        </p:nvSpPr>
        <p:spPr>
          <a:xfrm xmlns:a="http://schemas.openxmlformats.org/drawingml/2006/main">
            <a:off x="4892973"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F1236226-3A96-451A-8BF6-18DAB8C65D7D}"/>
              </a:ext>
            </a:extLst>
          </p:cNvPr>
          <p:cNvSpPr>
            <a:spLocks xmlns:a="http://schemas.openxmlformats.org/drawingml/2006/main" noGrp="1"/>
          </p:cNvSpPr>
          <p:nvPr/>
        </p:nvSpPr>
        <p:spPr>
          <a:xfrm xmlns:a="http://schemas.openxmlformats.org/drawingml/2006/main">
            <a:off x="5632704" y="5136071"/>
            <a:ext cx="942975" cy="301752"/>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149" name="">
            <a:extLst xmlns:a="http://schemas.openxmlformats.org/drawingml/2006/main">
              <a:ext uri="{FF2B5EF4-FFF2-40B4-BE49-F238E27FC236}">
                <a16:creationId xmlns:a16="http://schemas.microsoft.com/office/drawing/2014/main" id="{5BB8EC82-36E7-4A4E-996F-9E0D171C733E}"/>
              </a:ext>
            </a:extLst>
          </p:cNvPr>
          <p:cNvSpPr>
            <a:spLocks xmlns:a="http://schemas.openxmlformats.org/drawingml/2006/main" noGrp="1"/>
          </p:cNvSpPr>
          <p:nvPr/>
        </p:nvSpPr>
        <p:spPr>
          <a:xfrm xmlns:a="http://schemas.openxmlformats.org/drawingml/2006/main">
            <a:off x="5632704" y="5695569"/>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150" name="">
            <a:extLst xmlns:a="http://schemas.openxmlformats.org/drawingml/2006/main">
              <a:ext uri="{FF2B5EF4-FFF2-40B4-BE49-F238E27FC236}">
                <a16:creationId xmlns:a16="http://schemas.microsoft.com/office/drawing/2014/main" id="{DBC9D304-885F-4041-9D45-2F261CE4AF26}"/>
              </a:ext>
            </a:extLst>
          </p:cNvPr>
          <p:cNvSpPr>
            <a:spLocks xmlns:a="http://schemas.openxmlformats.org/drawingml/2006/main" noGrp="1"/>
          </p:cNvSpPr>
          <p:nvPr/>
        </p:nvSpPr>
        <p:spPr>
          <a:xfrm xmlns:a="http://schemas.openxmlformats.org/drawingml/2006/main">
            <a:off x="6104192"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151" name="">
            <a:extLst xmlns:a="http://schemas.openxmlformats.org/drawingml/2006/main">
              <a:ext uri="{FF2B5EF4-FFF2-40B4-BE49-F238E27FC236}">
                <a16:creationId xmlns:a16="http://schemas.microsoft.com/office/drawing/2014/main" id="{E12F554C-8CF8-4B0A-8454-B914C0FB586C}"/>
              </a:ext>
            </a:extLst>
          </p:cNvPr>
          <p:cNvSpPr>
            <a:spLocks xmlns:a="http://schemas.openxmlformats.org/drawingml/2006/main" noGrp="1"/>
          </p:cNvSpPr>
          <p:nvPr/>
        </p:nvSpPr>
        <p:spPr>
          <a:xfrm xmlns:a="http://schemas.openxmlformats.org/drawingml/2006/main">
            <a:off x="6081121"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5FED09E8-9A09-4365-9ED2-4DB9F6E711B9}"/>
              </a:ext>
            </a:extLst>
          </p:cNvPr>
          <p:cNvSpPr>
            <a:spLocks xmlns:a="http://schemas.openxmlformats.org/drawingml/2006/main" noGrp="1"/>
          </p:cNvSpPr>
          <p:nvPr/>
        </p:nvSpPr>
        <p:spPr>
          <a:xfrm xmlns:a="http://schemas.openxmlformats.org/drawingml/2006/main">
            <a:off x="5632704" y="6311646"/>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153" name="">
            <a:extLst xmlns:a="http://schemas.openxmlformats.org/drawingml/2006/main">
              <a:ext uri="{FF2B5EF4-FFF2-40B4-BE49-F238E27FC236}">
                <a16:creationId xmlns:a16="http://schemas.microsoft.com/office/drawing/2014/main" id="{73683955-AB57-44B9-AD96-076EDA7FC2BA}"/>
              </a:ext>
            </a:extLst>
          </p:cNvPr>
          <p:cNvSpPr>
            <a:spLocks xmlns:a="http://schemas.openxmlformats.org/drawingml/2006/main" noGrp="1"/>
          </p:cNvSpPr>
          <p:nvPr/>
        </p:nvSpPr>
        <p:spPr>
          <a:xfrm xmlns:a="http://schemas.openxmlformats.org/drawingml/2006/main">
            <a:off x="6104192"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154" name="">
            <a:extLst xmlns:a="http://schemas.openxmlformats.org/drawingml/2006/main">
              <a:ext uri="{FF2B5EF4-FFF2-40B4-BE49-F238E27FC236}">
                <a16:creationId xmlns:a16="http://schemas.microsoft.com/office/drawing/2014/main" id="{F09F381F-EE02-4562-A589-B479E7CC461F}"/>
              </a:ext>
            </a:extLst>
          </p:cNvPr>
          <p:cNvSpPr>
            <a:spLocks xmlns:a="http://schemas.openxmlformats.org/drawingml/2006/main" noGrp="1"/>
          </p:cNvSpPr>
          <p:nvPr/>
        </p:nvSpPr>
        <p:spPr>
          <a:xfrm xmlns:a="http://schemas.openxmlformats.org/drawingml/2006/main">
            <a:off x="6081121"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55" name="">
            <a:extLst xmlns:a="http://schemas.openxmlformats.org/drawingml/2006/main">
              <a:ext uri="{FF2B5EF4-FFF2-40B4-BE49-F238E27FC236}">
                <a16:creationId xmlns:a16="http://schemas.microsoft.com/office/drawing/2014/main" id="{BA1BB5C5-5C77-48A7-80C8-6D13B1962B92}"/>
              </a:ext>
            </a:extLst>
          </p:cNvPr>
          <p:cNvSpPr>
            <a:spLocks xmlns:a="http://schemas.openxmlformats.org/drawingml/2006/main" noGrp="1"/>
          </p:cNvSpPr>
          <p:nvPr/>
        </p:nvSpPr>
        <p:spPr>
          <a:xfrm xmlns:a="http://schemas.openxmlformats.org/drawingml/2006/main">
            <a:off x="6104192"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156" name="">
            <a:extLst xmlns:a="http://schemas.openxmlformats.org/drawingml/2006/main">
              <a:ext uri="{FF2B5EF4-FFF2-40B4-BE49-F238E27FC236}">
                <a16:creationId xmlns:a16="http://schemas.microsoft.com/office/drawing/2014/main" id="{488D49C6-15E7-4F69-98CB-1079F0017508}"/>
              </a:ext>
            </a:extLst>
          </p:cNvPr>
          <p:cNvSpPr>
            <a:spLocks xmlns:a="http://schemas.openxmlformats.org/drawingml/2006/main" noGrp="1"/>
          </p:cNvSpPr>
          <p:nvPr/>
        </p:nvSpPr>
        <p:spPr>
          <a:xfrm xmlns:a="http://schemas.openxmlformats.org/drawingml/2006/main">
            <a:off x="6081121"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57" name="">
            <a:extLst xmlns:a="http://schemas.openxmlformats.org/drawingml/2006/main">
              <a:ext uri="{FF2B5EF4-FFF2-40B4-BE49-F238E27FC236}">
                <a16:creationId xmlns:a16="http://schemas.microsoft.com/office/drawing/2014/main" id="{4DCF9574-D972-4E6E-9E8C-A8CE287CE81D}"/>
              </a:ext>
            </a:extLst>
          </p:cNvPr>
          <p:cNvSpPr>
            <a:spLocks xmlns:a="http://schemas.openxmlformats.org/drawingml/2006/main" noGrp="1"/>
          </p:cNvSpPr>
          <p:nvPr/>
        </p:nvSpPr>
        <p:spPr>
          <a:xfrm xmlns:a="http://schemas.openxmlformats.org/drawingml/2006/main">
            <a:off x="5632704"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58" name="">
            <a:extLst xmlns:a="http://schemas.openxmlformats.org/drawingml/2006/main">
              <a:ext uri="{FF2B5EF4-FFF2-40B4-BE49-F238E27FC236}">
                <a16:creationId xmlns:a16="http://schemas.microsoft.com/office/drawing/2014/main" id="{99EB6033-4E2B-4674-9D9B-8827DC4B9A9A}"/>
              </a:ext>
            </a:extLst>
          </p:cNvPr>
          <p:cNvSpPr>
            <a:spLocks xmlns:a="http://schemas.openxmlformats.org/drawingml/2006/main" noGrp="1"/>
          </p:cNvSpPr>
          <p:nvPr/>
        </p:nvSpPr>
        <p:spPr>
          <a:xfrm xmlns:a="http://schemas.openxmlformats.org/drawingml/2006/main">
            <a:off x="5632704"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159" name="">
            <a:extLst xmlns:a="http://schemas.openxmlformats.org/drawingml/2006/main">
              <a:ext uri="{FF2B5EF4-FFF2-40B4-BE49-F238E27FC236}">
                <a16:creationId xmlns:a16="http://schemas.microsoft.com/office/drawing/2014/main" id="{F5C040F9-F7AF-4BF0-B885-C544D3E29584}"/>
              </a:ext>
            </a:extLst>
          </p:cNvPr>
          <p:cNvSpPr>
            <a:spLocks xmlns:a="http://schemas.openxmlformats.org/drawingml/2006/main" noGrp="1"/>
          </p:cNvSpPr>
          <p:nvPr/>
        </p:nvSpPr>
        <p:spPr>
          <a:xfrm xmlns:a="http://schemas.openxmlformats.org/drawingml/2006/main">
            <a:off x="5821299"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60" name="">
            <a:extLst xmlns:a="http://schemas.openxmlformats.org/drawingml/2006/main">
              <a:ext uri="{FF2B5EF4-FFF2-40B4-BE49-F238E27FC236}">
                <a16:creationId xmlns:a16="http://schemas.microsoft.com/office/drawing/2014/main" id="{54EF7DBD-8666-497B-ADA3-C5D7C3358E9F}"/>
              </a:ext>
            </a:extLst>
          </p:cNvPr>
          <p:cNvSpPr>
            <a:spLocks xmlns:a="http://schemas.openxmlformats.org/drawingml/2006/main" noGrp="1"/>
          </p:cNvSpPr>
          <p:nvPr/>
        </p:nvSpPr>
        <p:spPr>
          <a:xfrm xmlns:a="http://schemas.openxmlformats.org/drawingml/2006/main">
            <a:off x="5821299"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61" name="">
            <a:extLst xmlns:a="http://schemas.openxmlformats.org/drawingml/2006/main">
              <a:ext uri="{FF2B5EF4-FFF2-40B4-BE49-F238E27FC236}">
                <a16:creationId xmlns:a16="http://schemas.microsoft.com/office/drawing/2014/main" id="{F1A93C84-5702-4EB5-8E7D-C7CB3A718E48}"/>
              </a:ext>
            </a:extLst>
          </p:cNvPr>
          <p:cNvSpPr>
            <a:spLocks xmlns:a="http://schemas.openxmlformats.org/drawingml/2006/main" noGrp="1"/>
          </p:cNvSpPr>
          <p:nvPr/>
        </p:nvSpPr>
        <p:spPr>
          <a:xfrm xmlns:a="http://schemas.openxmlformats.org/drawingml/2006/main">
            <a:off x="6009894"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62" name="">
            <a:extLst xmlns:a="http://schemas.openxmlformats.org/drawingml/2006/main">
              <a:ext uri="{FF2B5EF4-FFF2-40B4-BE49-F238E27FC236}">
                <a16:creationId xmlns:a16="http://schemas.microsoft.com/office/drawing/2014/main" id="{81C4D21C-3950-4FE9-8BDC-29297D28ECDC}"/>
              </a:ext>
            </a:extLst>
          </p:cNvPr>
          <p:cNvSpPr>
            <a:spLocks xmlns:a="http://schemas.openxmlformats.org/drawingml/2006/main" noGrp="1"/>
          </p:cNvSpPr>
          <p:nvPr/>
        </p:nvSpPr>
        <p:spPr>
          <a:xfrm xmlns:a="http://schemas.openxmlformats.org/drawingml/2006/main">
            <a:off x="6009894"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163" name="">
            <a:extLst xmlns:a="http://schemas.openxmlformats.org/drawingml/2006/main">
              <a:ext uri="{FF2B5EF4-FFF2-40B4-BE49-F238E27FC236}">
                <a16:creationId xmlns:a16="http://schemas.microsoft.com/office/drawing/2014/main" id="{B8A78C71-1C98-4105-B480-FA53B39A29C3}"/>
              </a:ext>
            </a:extLst>
          </p:cNvPr>
          <p:cNvSpPr>
            <a:spLocks xmlns:a="http://schemas.openxmlformats.org/drawingml/2006/main" noGrp="1"/>
          </p:cNvSpPr>
          <p:nvPr/>
        </p:nvSpPr>
        <p:spPr>
          <a:xfrm xmlns:a="http://schemas.openxmlformats.org/drawingml/2006/main">
            <a:off x="6198489"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64" name="">
            <a:extLst xmlns:a="http://schemas.openxmlformats.org/drawingml/2006/main">
              <a:ext uri="{FF2B5EF4-FFF2-40B4-BE49-F238E27FC236}">
                <a16:creationId xmlns:a16="http://schemas.microsoft.com/office/drawing/2014/main" id="{0CBEABC4-CAB5-4B02-8021-3BFFA8C5DD5E}"/>
              </a:ext>
            </a:extLst>
          </p:cNvPr>
          <p:cNvSpPr>
            <a:spLocks xmlns:a="http://schemas.openxmlformats.org/drawingml/2006/main" noGrp="1"/>
          </p:cNvSpPr>
          <p:nvPr/>
        </p:nvSpPr>
        <p:spPr>
          <a:xfrm xmlns:a="http://schemas.openxmlformats.org/drawingml/2006/main">
            <a:off x="6198489" y="7091172"/>
            <a:ext cx="169736" cy="95"/>
          </a:xfrm>
          <a:custGeom xmlns:a="http://schemas.openxmlformats.org/drawingml/2006/main">
            <a:pathLst>
              <a:path w="169736" h="95">
                <a:moveTo>
                  <a:pt x="0" y="0"/>
                </a:moveTo>
                <a:lnTo>
                  <a:pt x="169736" y="0"/>
                </a:lnTo>
              </a:path>
            </a:pathLst>
          </a:custGeom>
          <a:noFill xmlns:a="http://schemas.openxmlformats.org/drawingml/2006/main"/>
          <a:ln xmlns:a="http://schemas.openxmlformats.org/drawingml/2006/main" w="6287">
            <a:solidFill>
              <a:srgbClr val="22272C"/>
            </a:solidFill>
            <a:prstDash val="solid"/>
          </a:ln>
        </p:spPr>
      </p:sp>
      <p:sp>
        <p:nvSpPr>
          <p:cNvPr id="165" name="">
            <a:extLst xmlns:a="http://schemas.openxmlformats.org/drawingml/2006/main">
              <a:ext uri="{FF2B5EF4-FFF2-40B4-BE49-F238E27FC236}">
                <a16:creationId xmlns:a16="http://schemas.microsoft.com/office/drawing/2014/main" id="{9BD0E45A-5028-42D9-83D6-39AD130C80FA}"/>
              </a:ext>
            </a:extLst>
          </p:cNvPr>
          <p:cNvSpPr>
            <a:spLocks xmlns:a="http://schemas.openxmlformats.org/drawingml/2006/main" noGrp="1"/>
          </p:cNvSpPr>
          <p:nvPr/>
        </p:nvSpPr>
        <p:spPr>
          <a:xfrm xmlns:a="http://schemas.openxmlformats.org/drawingml/2006/main">
            <a:off x="6387084" y="6978015"/>
            <a:ext cx="169736"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166" name="">
            <a:extLst xmlns:a="http://schemas.openxmlformats.org/drawingml/2006/main">
              <a:ext uri="{FF2B5EF4-FFF2-40B4-BE49-F238E27FC236}">
                <a16:creationId xmlns:a16="http://schemas.microsoft.com/office/drawing/2014/main" id="{AB08D2DC-E271-4248-BA5F-8C192044A3B4}"/>
              </a:ext>
            </a:extLst>
          </p:cNvPr>
          <p:cNvSpPr>
            <a:spLocks xmlns:a="http://schemas.openxmlformats.org/drawingml/2006/main" noGrp="1"/>
          </p:cNvSpPr>
          <p:nvPr/>
        </p:nvSpPr>
        <p:spPr>
          <a:xfrm xmlns:a="http://schemas.openxmlformats.org/drawingml/2006/main">
            <a:off x="6387084" y="7091172"/>
            <a:ext cx="169735" cy="95"/>
          </a:xfrm>
          <a:custGeom xmlns:a="http://schemas.openxmlformats.org/drawingml/2006/main">
            <a:pathLst>
              <a:path w="169735" h="95">
                <a:moveTo>
                  <a:pt x="0" y="0"/>
                </a:moveTo>
                <a:lnTo>
                  <a:pt x="169735" y="0"/>
                </a:lnTo>
              </a:path>
            </a:pathLst>
          </a:custGeom>
          <a:noFill xmlns:a="http://schemas.openxmlformats.org/drawingml/2006/main"/>
          <a:ln xmlns:a="http://schemas.openxmlformats.org/drawingml/2006/main" w="6287">
            <a:solidFill>
              <a:srgbClr val="22272C"/>
            </a:solidFill>
            <a:prstDash val="solid"/>
          </a:ln>
        </p:spPr>
      </p:sp>
      <p:sp>
        <p:nvSpPr>
          <p:cNvPr id="167" name="">
            <a:extLst xmlns:a="http://schemas.openxmlformats.org/drawingml/2006/main">
              <a:ext uri="{FF2B5EF4-FFF2-40B4-BE49-F238E27FC236}">
                <a16:creationId xmlns:a16="http://schemas.microsoft.com/office/drawing/2014/main" id="{315A199E-6746-4186-BFEA-7E34B943A7AB}"/>
              </a:ext>
            </a:extLst>
          </p:cNvPr>
          <p:cNvSpPr>
            <a:spLocks xmlns:a="http://schemas.openxmlformats.org/drawingml/2006/main" noGrp="1"/>
          </p:cNvSpPr>
          <p:nvPr/>
        </p:nvSpPr>
        <p:spPr>
          <a:xfrm xmlns:a="http://schemas.openxmlformats.org/drawingml/2006/main">
            <a:off x="6104192"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168" name="">
            <a:extLst xmlns:a="http://schemas.openxmlformats.org/drawingml/2006/main">
              <a:ext uri="{FF2B5EF4-FFF2-40B4-BE49-F238E27FC236}">
                <a16:creationId xmlns:a16="http://schemas.microsoft.com/office/drawing/2014/main" id="{0FC902B3-2DD9-47CF-B88B-20071E2F4920}"/>
              </a:ext>
            </a:extLst>
          </p:cNvPr>
          <p:cNvSpPr>
            <a:spLocks xmlns:a="http://schemas.openxmlformats.org/drawingml/2006/main" noGrp="1"/>
          </p:cNvSpPr>
          <p:nvPr/>
        </p:nvSpPr>
        <p:spPr>
          <a:xfrm xmlns:a="http://schemas.openxmlformats.org/drawingml/2006/main">
            <a:off x="6081121"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69" name="">
            <a:extLst xmlns:a="http://schemas.openxmlformats.org/drawingml/2006/main">
              <a:ext uri="{FF2B5EF4-FFF2-40B4-BE49-F238E27FC236}">
                <a16:creationId xmlns:a16="http://schemas.microsoft.com/office/drawing/2014/main" id="{025B4257-7349-4BCA-A169-CDD4CC9EC29F}"/>
              </a:ext>
            </a:extLst>
          </p:cNvPr>
          <p:cNvSpPr>
            <a:spLocks xmlns:a="http://schemas.openxmlformats.org/drawingml/2006/main" noGrp="1"/>
          </p:cNvSpPr>
          <p:nvPr/>
        </p:nvSpPr>
        <p:spPr>
          <a:xfrm xmlns:a="http://schemas.openxmlformats.org/drawingml/2006/main">
            <a:off x="6820853" y="5136071"/>
            <a:ext cx="942975" cy="301752"/>
          </a:xfrm>
          <a:prstGeom xmlns:a="http://schemas.openxmlformats.org/drawingml/2006/main" prst="rect">
            <a:avLst/>
          </a:prstGeom>
          <a:solidFill xmlns:a="http://schemas.openxmlformats.org/drawingml/2006/main">
            <a:srgbClr val="C6DFB7"/>
          </a:solidFill>
          <a:ln xmlns:a="http://schemas.openxmlformats.org/drawingml/2006/main" w="0">
            <a:solidFill>
              <a:srgbClr val="C6DFB7"/>
            </a:solidFill>
          </a:ln>
        </p:spPr>
      </p:sp>
      <p:sp>
        <p:nvSpPr>
          <p:cNvPr id="170" name="">
            <a:extLst xmlns:a="http://schemas.openxmlformats.org/drawingml/2006/main">
              <a:ext uri="{FF2B5EF4-FFF2-40B4-BE49-F238E27FC236}">
                <a16:creationId xmlns:a16="http://schemas.microsoft.com/office/drawing/2014/main" id="{481037DA-EAB6-41FA-A6EC-EEC926E64A6A}"/>
              </a:ext>
            </a:extLst>
          </p:cNvPr>
          <p:cNvSpPr>
            <a:spLocks xmlns:a="http://schemas.openxmlformats.org/drawingml/2006/main" noGrp="1"/>
          </p:cNvSpPr>
          <p:nvPr/>
        </p:nvSpPr>
        <p:spPr>
          <a:xfrm xmlns:a="http://schemas.openxmlformats.org/drawingml/2006/main">
            <a:off x="6820853" y="5695569"/>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3B82BB"/>
            </a:solidFill>
          </a:ln>
        </p:spPr>
      </p:sp>
      <p:sp>
        <p:nvSpPr>
          <p:cNvPr id="171" name="">
            <a:extLst xmlns:a="http://schemas.openxmlformats.org/drawingml/2006/main">
              <a:ext uri="{FF2B5EF4-FFF2-40B4-BE49-F238E27FC236}">
                <a16:creationId xmlns:a16="http://schemas.microsoft.com/office/drawing/2014/main" id="{05A365E8-953C-401E-A29E-DDFC32044A9D}"/>
              </a:ext>
            </a:extLst>
          </p:cNvPr>
          <p:cNvSpPr>
            <a:spLocks xmlns:a="http://schemas.openxmlformats.org/drawingml/2006/main" noGrp="1"/>
          </p:cNvSpPr>
          <p:nvPr/>
        </p:nvSpPr>
        <p:spPr>
          <a:xfrm xmlns:a="http://schemas.openxmlformats.org/drawingml/2006/main">
            <a:off x="7292340"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172" name="">
            <a:extLst xmlns:a="http://schemas.openxmlformats.org/drawingml/2006/main">
              <a:ext uri="{FF2B5EF4-FFF2-40B4-BE49-F238E27FC236}">
                <a16:creationId xmlns:a16="http://schemas.microsoft.com/office/drawing/2014/main" id="{18A5E6B3-E5F7-4045-96D3-B05FD62DE196}"/>
              </a:ext>
            </a:extLst>
          </p:cNvPr>
          <p:cNvSpPr>
            <a:spLocks xmlns:a="http://schemas.openxmlformats.org/drawingml/2006/main" noGrp="1"/>
          </p:cNvSpPr>
          <p:nvPr/>
        </p:nvSpPr>
        <p:spPr>
          <a:xfrm xmlns:a="http://schemas.openxmlformats.org/drawingml/2006/main">
            <a:off x="7269270"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73" name="">
            <a:extLst xmlns:a="http://schemas.openxmlformats.org/drawingml/2006/main">
              <a:ext uri="{FF2B5EF4-FFF2-40B4-BE49-F238E27FC236}">
                <a16:creationId xmlns:a16="http://schemas.microsoft.com/office/drawing/2014/main" id="{F588FE42-658A-444F-B32A-D39898CAA406}"/>
              </a:ext>
            </a:extLst>
          </p:cNvPr>
          <p:cNvSpPr>
            <a:spLocks xmlns:a="http://schemas.openxmlformats.org/drawingml/2006/main" noGrp="1"/>
          </p:cNvSpPr>
          <p:nvPr/>
        </p:nvSpPr>
        <p:spPr>
          <a:xfrm xmlns:a="http://schemas.openxmlformats.org/drawingml/2006/main">
            <a:off x="6820853" y="6311646"/>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3B82BB"/>
            </a:solidFill>
          </a:ln>
        </p:spPr>
      </p:sp>
      <p:sp>
        <p:nvSpPr>
          <p:cNvPr id="174" name="">
            <a:extLst xmlns:a="http://schemas.openxmlformats.org/drawingml/2006/main">
              <a:ext uri="{FF2B5EF4-FFF2-40B4-BE49-F238E27FC236}">
                <a16:creationId xmlns:a16="http://schemas.microsoft.com/office/drawing/2014/main" id="{BD4EBB7E-07F6-48CE-8A3E-9C9CD76A2F86}"/>
              </a:ext>
            </a:extLst>
          </p:cNvPr>
          <p:cNvSpPr>
            <a:spLocks xmlns:a="http://schemas.openxmlformats.org/drawingml/2006/main" noGrp="1"/>
          </p:cNvSpPr>
          <p:nvPr/>
        </p:nvSpPr>
        <p:spPr>
          <a:xfrm xmlns:a="http://schemas.openxmlformats.org/drawingml/2006/main">
            <a:off x="7292340"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175" name="">
            <a:extLst xmlns:a="http://schemas.openxmlformats.org/drawingml/2006/main">
              <a:ext uri="{FF2B5EF4-FFF2-40B4-BE49-F238E27FC236}">
                <a16:creationId xmlns:a16="http://schemas.microsoft.com/office/drawing/2014/main" id="{81A7C86F-C53A-4B2E-BCFF-9A8A0B9520C5}"/>
              </a:ext>
            </a:extLst>
          </p:cNvPr>
          <p:cNvSpPr>
            <a:spLocks xmlns:a="http://schemas.openxmlformats.org/drawingml/2006/main" noGrp="1"/>
          </p:cNvSpPr>
          <p:nvPr/>
        </p:nvSpPr>
        <p:spPr>
          <a:xfrm xmlns:a="http://schemas.openxmlformats.org/drawingml/2006/main">
            <a:off x="7269270"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76" name="">
            <a:extLst xmlns:a="http://schemas.openxmlformats.org/drawingml/2006/main">
              <a:ext uri="{FF2B5EF4-FFF2-40B4-BE49-F238E27FC236}">
                <a16:creationId xmlns:a16="http://schemas.microsoft.com/office/drawing/2014/main" id="{1F52202E-CD44-427A-91E0-6F55C6E2D75B}"/>
              </a:ext>
            </a:extLst>
          </p:cNvPr>
          <p:cNvSpPr>
            <a:spLocks xmlns:a="http://schemas.openxmlformats.org/drawingml/2006/main" noGrp="1"/>
          </p:cNvSpPr>
          <p:nvPr/>
        </p:nvSpPr>
        <p:spPr>
          <a:xfrm xmlns:a="http://schemas.openxmlformats.org/drawingml/2006/main">
            <a:off x="7292340"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177" name="">
            <a:extLst xmlns:a="http://schemas.openxmlformats.org/drawingml/2006/main">
              <a:ext uri="{FF2B5EF4-FFF2-40B4-BE49-F238E27FC236}">
                <a16:creationId xmlns:a16="http://schemas.microsoft.com/office/drawing/2014/main" id="{B32897FB-4735-48F2-A499-7F5C6340C35B}"/>
              </a:ext>
            </a:extLst>
          </p:cNvPr>
          <p:cNvSpPr>
            <a:spLocks xmlns:a="http://schemas.openxmlformats.org/drawingml/2006/main" noGrp="1"/>
          </p:cNvSpPr>
          <p:nvPr/>
        </p:nvSpPr>
        <p:spPr>
          <a:xfrm xmlns:a="http://schemas.openxmlformats.org/drawingml/2006/main">
            <a:off x="7269270"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78" name="">
            <a:extLst xmlns:a="http://schemas.openxmlformats.org/drawingml/2006/main">
              <a:ext uri="{FF2B5EF4-FFF2-40B4-BE49-F238E27FC236}">
                <a16:creationId xmlns:a16="http://schemas.microsoft.com/office/drawing/2014/main" id="{B803C097-10F0-43F3-879C-0B81CA1D32E1}"/>
              </a:ext>
            </a:extLst>
          </p:cNvPr>
          <p:cNvSpPr>
            <a:spLocks xmlns:a="http://schemas.openxmlformats.org/drawingml/2006/main" noGrp="1"/>
          </p:cNvSpPr>
          <p:nvPr/>
        </p:nvSpPr>
        <p:spPr>
          <a:xfrm xmlns:a="http://schemas.openxmlformats.org/drawingml/2006/main">
            <a:off x="7191756" y="6978015"/>
            <a:ext cx="201168" cy="226314"/>
          </a:xfrm>
          <a:prstGeom xmlns:a="http://schemas.openxmlformats.org/drawingml/2006/main" prst="rect">
            <a:avLst/>
          </a:prstGeom>
          <a:solidFill xmlns:a="http://schemas.openxmlformats.org/drawingml/2006/main">
            <a:srgbClr val="FFF0C9"/>
          </a:solidFill>
          <a:ln xmlns:a="http://schemas.openxmlformats.org/drawingml/2006/main" w="11316">
            <a:solidFill>
              <a:srgbClr val="22272C"/>
            </a:solidFill>
          </a:ln>
        </p:spPr>
      </p:sp>
      <p:sp>
        <p:nvSpPr>
          <p:cNvPr id="179" name="">
            <a:extLst xmlns:a="http://schemas.openxmlformats.org/drawingml/2006/main">
              <a:ext uri="{FF2B5EF4-FFF2-40B4-BE49-F238E27FC236}">
                <a16:creationId xmlns:a16="http://schemas.microsoft.com/office/drawing/2014/main" id="{D2209724-DF2F-4517-ABFE-C2A600EDC56F}"/>
              </a:ext>
            </a:extLst>
          </p:cNvPr>
          <p:cNvSpPr>
            <a:spLocks xmlns:a="http://schemas.openxmlformats.org/drawingml/2006/main" noGrp="1"/>
          </p:cNvSpPr>
          <p:nvPr/>
        </p:nvSpPr>
        <p:spPr>
          <a:xfrm xmlns:a="http://schemas.openxmlformats.org/drawingml/2006/main">
            <a:off x="7191756" y="7091172"/>
            <a:ext cx="201168" cy="95"/>
          </a:xfrm>
          <a:custGeom xmlns:a="http://schemas.openxmlformats.org/drawingml/2006/main">
            <a:pathLst>
              <a:path w="201168" h="95">
                <a:moveTo>
                  <a:pt x="0" y="0"/>
                </a:moveTo>
                <a:lnTo>
                  <a:pt x="201168" y="0"/>
                </a:lnTo>
              </a:path>
            </a:pathLst>
          </a:custGeom>
          <a:noFill xmlns:a="http://schemas.openxmlformats.org/drawingml/2006/main"/>
          <a:ln xmlns:a="http://schemas.openxmlformats.org/drawingml/2006/main" w="6287">
            <a:solidFill>
              <a:srgbClr val="22272C"/>
            </a:solidFill>
            <a:prstDash val="solid"/>
          </a:ln>
        </p:spPr>
      </p:sp>
      <p:sp>
        <p:nvSpPr>
          <p:cNvPr id="180" name="">
            <a:extLst xmlns:a="http://schemas.openxmlformats.org/drawingml/2006/main">
              <a:ext uri="{FF2B5EF4-FFF2-40B4-BE49-F238E27FC236}">
                <a16:creationId xmlns:a16="http://schemas.microsoft.com/office/drawing/2014/main" id="{F8CD3069-25F8-4BAD-A4E9-F6743A32F9BB}"/>
              </a:ext>
            </a:extLst>
          </p:cNvPr>
          <p:cNvSpPr>
            <a:spLocks xmlns:a="http://schemas.openxmlformats.org/drawingml/2006/main" noGrp="1"/>
          </p:cNvSpPr>
          <p:nvPr/>
        </p:nvSpPr>
        <p:spPr>
          <a:xfrm xmlns:a="http://schemas.openxmlformats.org/drawingml/2006/main">
            <a:off x="7292340"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181" name="">
            <a:extLst xmlns:a="http://schemas.openxmlformats.org/drawingml/2006/main">
              <a:ext uri="{FF2B5EF4-FFF2-40B4-BE49-F238E27FC236}">
                <a16:creationId xmlns:a16="http://schemas.microsoft.com/office/drawing/2014/main" id="{47DF789B-3FBF-47C5-8FC0-C801AF6520E4}"/>
              </a:ext>
            </a:extLst>
          </p:cNvPr>
          <p:cNvSpPr>
            <a:spLocks xmlns:a="http://schemas.openxmlformats.org/drawingml/2006/main" noGrp="1"/>
          </p:cNvSpPr>
          <p:nvPr/>
        </p:nvSpPr>
        <p:spPr>
          <a:xfrm xmlns:a="http://schemas.openxmlformats.org/drawingml/2006/main">
            <a:off x="7269270"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82" name="">
            <a:extLst xmlns:a="http://schemas.openxmlformats.org/drawingml/2006/main">
              <a:ext uri="{FF2B5EF4-FFF2-40B4-BE49-F238E27FC236}">
                <a16:creationId xmlns:a16="http://schemas.microsoft.com/office/drawing/2014/main" id="{19394F67-2314-45FC-9D98-CF207DE6E744}"/>
              </a:ext>
            </a:extLst>
          </p:cNvPr>
          <p:cNvSpPr>
            <a:spLocks xmlns:a="http://schemas.openxmlformats.org/drawingml/2006/main" noGrp="1"/>
          </p:cNvSpPr>
          <p:nvPr/>
        </p:nvSpPr>
        <p:spPr>
          <a:xfrm xmlns:a="http://schemas.openxmlformats.org/drawingml/2006/main">
            <a:off x="8009001" y="5136071"/>
            <a:ext cx="942975" cy="301752"/>
          </a:xfrm>
          <a:prstGeom xmlns:a="http://schemas.openxmlformats.org/drawingml/2006/main" prst="rect">
            <a:avLst/>
          </a:prstGeom>
          <a:solidFill xmlns:a="http://schemas.openxmlformats.org/drawingml/2006/main">
            <a:srgbClr val="C6DFB7"/>
          </a:solidFill>
          <a:ln xmlns:a="http://schemas.openxmlformats.org/drawingml/2006/main" w="0">
            <a:solidFill>
              <a:srgbClr val="C6DFB7"/>
            </a:solidFill>
          </a:ln>
        </p:spPr>
      </p:sp>
      <p:sp>
        <p:nvSpPr>
          <p:cNvPr id="183" name="">
            <a:extLst xmlns:a="http://schemas.openxmlformats.org/drawingml/2006/main">
              <a:ext uri="{FF2B5EF4-FFF2-40B4-BE49-F238E27FC236}">
                <a16:creationId xmlns:a16="http://schemas.microsoft.com/office/drawing/2014/main" id="{D019C4FA-6FD5-4A10-9086-460D912404C1}"/>
              </a:ext>
            </a:extLst>
          </p:cNvPr>
          <p:cNvSpPr>
            <a:spLocks xmlns:a="http://schemas.openxmlformats.org/drawingml/2006/main" noGrp="1"/>
          </p:cNvSpPr>
          <p:nvPr/>
        </p:nvSpPr>
        <p:spPr>
          <a:xfrm xmlns:a="http://schemas.openxmlformats.org/drawingml/2006/main">
            <a:off x="8009001" y="5695569"/>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3B82BB"/>
            </a:solidFill>
          </a:ln>
        </p:spPr>
      </p:sp>
      <p:sp>
        <p:nvSpPr>
          <p:cNvPr id="184" name="">
            <a:extLst xmlns:a="http://schemas.openxmlformats.org/drawingml/2006/main">
              <a:ext uri="{FF2B5EF4-FFF2-40B4-BE49-F238E27FC236}">
                <a16:creationId xmlns:a16="http://schemas.microsoft.com/office/drawing/2014/main" id="{81BBB59E-DCCA-40F5-9F5E-1A2731F0D96F}"/>
              </a:ext>
            </a:extLst>
          </p:cNvPr>
          <p:cNvSpPr>
            <a:spLocks xmlns:a="http://schemas.openxmlformats.org/drawingml/2006/main" noGrp="1"/>
          </p:cNvSpPr>
          <p:nvPr/>
        </p:nvSpPr>
        <p:spPr>
          <a:xfrm xmlns:a="http://schemas.openxmlformats.org/drawingml/2006/main">
            <a:off x="8480489"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185" name="">
            <a:extLst xmlns:a="http://schemas.openxmlformats.org/drawingml/2006/main">
              <a:ext uri="{FF2B5EF4-FFF2-40B4-BE49-F238E27FC236}">
                <a16:creationId xmlns:a16="http://schemas.microsoft.com/office/drawing/2014/main" id="{183E8CA9-1937-4893-BCBD-27A95152B3F4}"/>
              </a:ext>
            </a:extLst>
          </p:cNvPr>
          <p:cNvSpPr>
            <a:spLocks xmlns:a="http://schemas.openxmlformats.org/drawingml/2006/main" noGrp="1"/>
          </p:cNvSpPr>
          <p:nvPr/>
        </p:nvSpPr>
        <p:spPr>
          <a:xfrm xmlns:a="http://schemas.openxmlformats.org/drawingml/2006/main">
            <a:off x="8457418"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86" name="">
            <a:extLst xmlns:a="http://schemas.openxmlformats.org/drawingml/2006/main">
              <a:ext uri="{FF2B5EF4-FFF2-40B4-BE49-F238E27FC236}">
                <a16:creationId xmlns:a16="http://schemas.microsoft.com/office/drawing/2014/main" id="{A6E01357-0D1D-46DD-8ED9-FC6CAAF7529E}"/>
              </a:ext>
            </a:extLst>
          </p:cNvPr>
          <p:cNvSpPr>
            <a:spLocks xmlns:a="http://schemas.openxmlformats.org/drawingml/2006/main" noGrp="1"/>
          </p:cNvSpPr>
          <p:nvPr/>
        </p:nvSpPr>
        <p:spPr>
          <a:xfrm xmlns:a="http://schemas.openxmlformats.org/drawingml/2006/main">
            <a:off x="8009001" y="6311646"/>
            <a:ext cx="942975"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3B82BB"/>
            </a:solidFill>
          </a:ln>
        </p:spPr>
      </p:sp>
      <p:sp>
        <p:nvSpPr>
          <p:cNvPr id="187" name="">
            <a:extLst xmlns:a="http://schemas.openxmlformats.org/drawingml/2006/main">
              <a:ext uri="{FF2B5EF4-FFF2-40B4-BE49-F238E27FC236}">
                <a16:creationId xmlns:a16="http://schemas.microsoft.com/office/drawing/2014/main" id="{B20D9C93-245F-4BEA-A6DC-2FF13CC7265F}"/>
              </a:ext>
            </a:extLst>
          </p:cNvPr>
          <p:cNvSpPr>
            <a:spLocks xmlns:a="http://schemas.openxmlformats.org/drawingml/2006/main" noGrp="1"/>
          </p:cNvSpPr>
          <p:nvPr/>
        </p:nvSpPr>
        <p:spPr>
          <a:xfrm xmlns:a="http://schemas.openxmlformats.org/drawingml/2006/main">
            <a:off x="8480489"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188" name="">
            <a:extLst xmlns:a="http://schemas.openxmlformats.org/drawingml/2006/main">
              <a:ext uri="{FF2B5EF4-FFF2-40B4-BE49-F238E27FC236}">
                <a16:creationId xmlns:a16="http://schemas.microsoft.com/office/drawing/2014/main" id="{09131726-32E4-4B06-8904-BFB112525D94}"/>
              </a:ext>
            </a:extLst>
          </p:cNvPr>
          <p:cNvSpPr>
            <a:spLocks xmlns:a="http://schemas.openxmlformats.org/drawingml/2006/main" noGrp="1"/>
          </p:cNvSpPr>
          <p:nvPr/>
        </p:nvSpPr>
        <p:spPr>
          <a:xfrm xmlns:a="http://schemas.openxmlformats.org/drawingml/2006/main">
            <a:off x="8457418"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89" name="">
            <a:extLst xmlns:a="http://schemas.openxmlformats.org/drawingml/2006/main">
              <a:ext uri="{FF2B5EF4-FFF2-40B4-BE49-F238E27FC236}">
                <a16:creationId xmlns:a16="http://schemas.microsoft.com/office/drawing/2014/main" id="{FBAF95D7-B184-49BD-BA69-4A1145EC5D08}"/>
              </a:ext>
            </a:extLst>
          </p:cNvPr>
          <p:cNvSpPr>
            <a:spLocks xmlns:a="http://schemas.openxmlformats.org/drawingml/2006/main" noGrp="1"/>
          </p:cNvSpPr>
          <p:nvPr/>
        </p:nvSpPr>
        <p:spPr>
          <a:xfrm xmlns:a="http://schemas.openxmlformats.org/drawingml/2006/main">
            <a:off x="8480489"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190" name="">
            <a:extLst xmlns:a="http://schemas.openxmlformats.org/drawingml/2006/main">
              <a:ext uri="{FF2B5EF4-FFF2-40B4-BE49-F238E27FC236}">
                <a16:creationId xmlns:a16="http://schemas.microsoft.com/office/drawing/2014/main" id="{5F9E0ADF-C129-48D7-83FE-386DD8E7C624}"/>
              </a:ext>
            </a:extLst>
          </p:cNvPr>
          <p:cNvSpPr>
            <a:spLocks xmlns:a="http://schemas.openxmlformats.org/drawingml/2006/main" noGrp="1"/>
          </p:cNvSpPr>
          <p:nvPr/>
        </p:nvSpPr>
        <p:spPr>
          <a:xfrm xmlns:a="http://schemas.openxmlformats.org/drawingml/2006/main">
            <a:off x="8457418"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91" name="">
            <a:extLst xmlns:a="http://schemas.openxmlformats.org/drawingml/2006/main">
              <a:ext uri="{FF2B5EF4-FFF2-40B4-BE49-F238E27FC236}">
                <a16:creationId xmlns:a16="http://schemas.microsoft.com/office/drawing/2014/main" id="{56755FEB-BBB9-4497-AAB2-AB06DE7D39E3}"/>
              </a:ext>
            </a:extLst>
          </p:cNvPr>
          <p:cNvSpPr>
            <a:spLocks xmlns:a="http://schemas.openxmlformats.org/drawingml/2006/main" noGrp="1"/>
          </p:cNvSpPr>
          <p:nvPr/>
        </p:nvSpPr>
        <p:spPr>
          <a:xfrm xmlns:a="http://schemas.openxmlformats.org/drawingml/2006/main">
            <a:off x="8379905" y="6978015"/>
            <a:ext cx="201168" cy="226314"/>
          </a:xfrm>
          <a:prstGeom xmlns:a="http://schemas.openxmlformats.org/drawingml/2006/main" prst="rect">
            <a:avLst/>
          </a:prstGeom>
          <a:solidFill xmlns:a="http://schemas.openxmlformats.org/drawingml/2006/main">
            <a:srgbClr val="FFF0C9"/>
          </a:solidFill>
          <a:ln xmlns:a="http://schemas.openxmlformats.org/drawingml/2006/main" w="11316">
            <a:solidFill>
              <a:srgbClr val="22272C"/>
            </a:solidFill>
          </a:ln>
        </p:spPr>
      </p:sp>
      <p:sp>
        <p:nvSpPr>
          <p:cNvPr id="192" name="">
            <a:extLst xmlns:a="http://schemas.openxmlformats.org/drawingml/2006/main">
              <a:ext uri="{FF2B5EF4-FFF2-40B4-BE49-F238E27FC236}">
                <a16:creationId xmlns:a16="http://schemas.microsoft.com/office/drawing/2014/main" id="{98E1980C-F53C-44ED-9405-73077B8A067B}"/>
              </a:ext>
            </a:extLst>
          </p:cNvPr>
          <p:cNvSpPr>
            <a:spLocks xmlns:a="http://schemas.openxmlformats.org/drawingml/2006/main" noGrp="1"/>
          </p:cNvSpPr>
          <p:nvPr/>
        </p:nvSpPr>
        <p:spPr>
          <a:xfrm xmlns:a="http://schemas.openxmlformats.org/drawingml/2006/main">
            <a:off x="8379905" y="7091172"/>
            <a:ext cx="201168" cy="95"/>
          </a:xfrm>
          <a:custGeom xmlns:a="http://schemas.openxmlformats.org/drawingml/2006/main">
            <a:pathLst>
              <a:path w="201168" h="95">
                <a:moveTo>
                  <a:pt x="0" y="0"/>
                </a:moveTo>
                <a:lnTo>
                  <a:pt x="201168" y="0"/>
                </a:lnTo>
              </a:path>
            </a:pathLst>
          </a:custGeom>
          <a:noFill xmlns:a="http://schemas.openxmlformats.org/drawingml/2006/main"/>
          <a:ln xmlns:a="http://schemas.openxmlformats.org/drawingml/2006/main" w="6287">
            <a:solidFill>
              <a:srgbClr val="22272C"/>
            </a:solidFill>
            <a:prstDash val="solid"/>
          </a:ln>
        </p:spPr>
      </p:sp>
      <p:sp>
        <p:nvSpPr>
          <p:cNvPr id="193" name="">
            <a:extLst xmlns:a="http://schemas.openxmlformats.org/drawingml/2006/main">
              <a:ext uri="{FF2B5EF4-FFF2-40B4-BE49-F238E27FC236}">
                <a16:creationId xmlns:a16="http://schemas.microsoft.com/office/drawing/2014/main" id="{3CF2E298-E315-4845-B150-D182E822585B}"/>
              </a:ext>
            </a:extLst>
          </p:cNvPr>
          <p:cNvSpPr>
            <a:spLocks xmlns:a="http://schemas.openxmlformats.org/drawingml/2006/main" noGrp="1"/>
          </p:cNvSpPr>
          <p:nvPr/>
        </p:nvSpPr>
        <p:spPr>
          <a:xfrm xmlns:a="http://schemas.openxmlformats.org/drawingml/2006/main">
            <a:off x="8480489"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194" name="">
            <a:extLst xmlns:a="http://schemas.openxmlformats.org/drawingml/2006/main">
              <a:ext uri="{FF2B5EF4-FFF2-40B4-BE49-F238E27FC236}">
                <a16:creationId xmlns:a16="http://schemas.microsoft.com/office/drawing/2014/main" id="{05FA538C-2310-4D1A-8B24-33F7DBB02256}"/>
              </a:ext>
            </a:extLst>
          </p:cNvPr>
          <p:cNvSpPr>
            <a:spLocks xmlns:a="http://schemas.openxmlformats.org/drawingml/2006/main" noGrp="1"/>
          </p:cNvSpPr>
          <p:nvPr/>
        </p:nvSpPr>
        <p:spPr>
          <a:xfrm xmlns:a="http://schemas.openxmlformats.org/drawingml/2006/main">
            <a:off x="8457418"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195" name="">
            <a:extLst xmlns:a="http://schemas.openxmlformats.org/drawingml/2006/main">
              <a:ext uri="{FF2B5EF4-FFF2-40B4-BE49-F238E27FC236}">
                <a16:creationId xmlns:a16="http://schemas.microsoft.com/office/drawing/2014/main" id="{CF289260-A586-4037-8C95-96E18F83BA7B}"/>
              </a:ext>
            </a:extLst>
          </p:cNvPr>
          <p:cNvSpPr>
            <a:spLocks xmlns:a="http://schemas.openxmlformats.org/drawingml/2006/main" noGrp="1"/>
          </p:cNvSpPr>
          <p:nvPr/>
        </p:nvSpPr>
        <p:spPr>
          <a:xfrm xmlns:a="http://schemas.openxmlformats.org/drawingml/2006/main">
            <a:off x="2432876" y="5821299"/>
            <a:ext cx="245174" cy="95"/>
          </a:xfrm>
          <a:custGeom xmlns:a="http://schemas.openxmlformats.org/drawingml/2006/main">
            <a:pathLst>
              <a:path w="245174" h="95">
                <a:moveTo>
                  <a:pt x="0" y="0"/>
                </a:moveTo>
                <a:lnTo>
                  <a:pt x="245174" y="0"/>
                </a:lnTo>
              </a:path>
            </a:pathLst>
          </a:custGeom>
          <a:noFill xmlns:a="http://schemas.openxmlformats.org/drawingml/2006/main"/>
          <a:ln xmlns:a="http://schemas.openxmlformats.org/drawingml/2006/main" w="18860">
            <a:solidFill>
              <a:srgbClr val="3B82BB"/>
            </a:solidFill>
            <a:prstDash val="dash"/>
          </a:ln>
        </p:spPr>
      </p:sp>
      <p:sp>
        <p:nvSpPr>
          <p:cNvPr id="196" name="">
            <a:extLst xmlns:a="http://schemas.openxmlformats.org/drawingml/2006/main">
              <a:ext uri="{FF2B5EF4-FFF2-40B4-BE49-F238E27FC236}">
                <a16:creationId xmlns:a16="http://schemas.microsoft.com/office/drawing/2014/main" id="{C936E886-7129-4587-934F-40B2209F7839}"/>
              </a:ext>
            </a:extLst>
          </p:cNvPr>
          <p:cNvSpPr>
            <a:spLocks xmlns:a="http://schemas.openxmlformats.org/drawingml/2006/main" noGrp="1"/>
          </p:cNvSpPr>
          <p:nvPr/>
        </p:nvSpPr>
        <p:spPr>
          <a:xfrm xmlns:a="http://schemas.openxmlformats.org/drawingml/2006/main">
            <a:off x="2626388" y="5798229"/>
            <a:ext cx="51661" cy="46141"/>
          </a:xfrm>
          <a:custGeom xmlns:a="http://schemas.openxmlformats.org/drawingml/2006/main">
            <a:pathLst>
              <a:path w="51661" h="46141">
                <a:moveTo>
                  <a:pt x="0" y="46141"/>
                </a:moveTo>
                <a:lnTo>
                  <a:pt x="51661" y="23070"/>
                </a:lnTo>
                <a:lnTo>
                  <a:pt x="0" y="0"/>
                </a:lnTo>
                <a:close/>
              </a:path>
            </a:pathLst>
          </a:custGeom>
          <a:solidFill xmlns:a="http://schemas.openxmlformats.org/drawingml/2006/main">
            <a:srgbClr val="3B82BB"/>
          </a:solidFill>
          <a:ln xmlns:a="http://schemas.openxmlformats.org/drawingml/2006/main" w="0">
            <a:noFill/>
            <a:prstDash val="solid"/>
          </a:ln>
        </p:spPr>
      </p:sp>
      <p:sp>
        <p:nvSpPr>
          <p:cNvPr id="197" name="">
            <a:extLst xmlns:a="http://schemas.openxmlformats.org/drawingml/2006/main">
              <a:ext uri="{FF2B5EF4-FFF2-40B4-BE49-F238E27FC236}">
                <a16:creationId xmlns:a16="http://schemas.microsoft.com/office/drawing/2014/main" id="{B3EFE6E3-930D-4543-A3D1-D923FC42F906}"/>
              </a:ext>
            </a:extLst>
          </p:cNvPr>
          <p:cNvSpPr>
            <a:spLocks xmlns:a="http://schemas.openxmlformats.org/drawingml/2006/main" noGrp="1"/>
          </p:cNvSpPr>
          <p:nvPr/>
        </p:nvSpPr>
        <p:spPr>
          <a:xfrm xmlns:a="http://schemas.openxmlformats.org/drawingml/2006/main">
            <a:off x="2432876" y="6437376"/>
            <a:ext cx="245174" cy="95"/>
          </a:xfrm>
          <a:custGeom xmlns:a="http://schemas.openxmlformats.org/drawingml/2006/main">
            <a:pathLst>
              <a:path w="245174" h="95">
                <a:moveTo>
                  <a:pt x="0" y="0"/>
                </a:moveTo>
                <a:lnTo>
                  <a:pt x="245174" y="0"/>
                </a:lnTo>
              </a:path>
            </a:pathLst>
          </a:custGeom>
          <a:noFill xmlns:a="http://schemas.openxmlformats.org/drawingml/2006/main"/>
          <a:ln xmlns:a="http://schemas.openxmlformats.org/drawingml/2006/main" w="18860">
            <a:solidFill>
              <a:srgbClr val="3B82BB"/>
            </a:solidFill>
            <a:prstDash val="dash"/>
          </a:ln>
        </p:spPr>
      </p:sp>
      <p:sp>
        <p:nvSpPr>
          <p:cNvPr id="198" name="">
            <a:extLst xmlns:a="http://schemas.openxmlformats.org/drawingml/2006/main">
              <a:ext uri="{FF2B5EF4-FFF2-40B4-BE49-F238E27FC236}">
                <a16:creationId xmlns:a16="http://schemas.microsoft.com/office/drawing/2014/main" id="{7B2CBE5C-7C09-4A7A-B329-26B5E14FDF7A}"/>
              </a:ext>
            </a:extLst>
          </p:cNvPr>
          <p:cNvSpPr>
            <a:spLocks xmlns:a="http://schemas.openxmlformats.org/drawingml/2006/main" noGrp="1"/>
          </p:cNvSpPr>
          <p:nvPr/>
        </p:nvSpPr>
        <p:spPr>
          <a:xfrm xmlns:a="http://schemas.openxmlformats.org/drawingml/2006/main">
            <a:off x="2626388" y="6414306"/>
            <a:ext cx="51661" cy="46141"/>
          </a:xfrm>
          <a:custGeom xmlns:a="http://schemas.openxmlformats.org/drawingml/2006/main">
            <a:pathLst>
              <a:path w="51661" h="46141">
                <a:moveTo>
                  <a:pt x="0" y="46141"/>
                </a:moveTo>
                <a:lnTo>
                  <a:pt x="51661" y="23070"/>
                </a:lnTo>
                <a:lnTo>
                  <a:pt x="0" y="0"/>
                </a:lnTo>
                <a:close/>
              </a:path>
            </a:pathLst>
          </a:custGeom>
          <a:solidFill xmlns:a="http://schemas.openxmlformats.org/drawingml/2006/main">
            <a:srgbClr val="3B82BB"/>
          </a:solidFill>
          <a:ln xmlns:a="http://schemas.openxmlformats.org/drawingml/2006/main" w="0">
            <a:noFill/>
            <a:prstDash val="solid"/>
          </a:ln>
        </p:spPr>
      </p:sp>
      <p:sp>
        <p:nvSpPr>
          <p:cNvPr id="199" name="">
            <a:extLst xmlns:a="http://schemas.openxmlformats.org/drawingml/2006/main">
              <a:ext uri="{FF2B5EF4-FFF2-40B4-BE49-F238E27FC236}">
                <a16:creationId xmlns:a16="http://schemas.microsoft.com/office/drawing/2014/main" id="{4DEB5884-CA27-4A86-BB16-4B4B78B5FE67}"/>
              </a:ext>
            </a:extLst>
          </p:cNvPr>
          <p:cNvSpPr>
            <a:spLocks xmlns:a="http://schemas.openxmlformats.org/drawingml/2006/main" noGrp="1"/>
          </p:cNvSpPr>
          <p:nvPr/>
        </p:nvSpPr>
        <p:spPr>
          <a:xfrm xmlns:a="http://schemas.openxmlformats.org/drawingml/2006/main">
            <a:off x="7763828" y="5821299"/>
            <a:ext cx="245174" cy="95"/>
          </a:xfrm>
          <a:custGeom xmlns:a="http://schemas.openxmlformats.org/drawingml/2006/main">
            <a:pathLst>
              <a:path w="245174" h="95">
                <a:moveTo>
                  <a:pt x="0" y="0"/>
                </a:moveTo>
                <a:lnTo>
                  <a:pt x="245174" y="0"/>
                </a:lnTo>
              </a:path>
            </a:pathLst>
          </a:custGeom>
          <a:noFill xmlns:a="http://schemas.openxmlformats.org/drawingml/2006/main"/>
          <a:ln xmlns:a="http://schemas.openxmlformats.org/drawingml/2006/main" w="18860">
            <a:solidFill>
              <a:srgbClr val="3B82BB"/>
            </a:solidFill>
            <a:prstDash val="dash"/>
          </a:ln>
        </p:spPr>
      </p:sp>
      <p:sp>
        <p:nvSpPr>
          <p:cNvPr id="200" name="">
            <a:extLst xmlns:a="http://schemas.openxmlformats.org/drawingml/2006/main">
              <a:ext uri="{FF2B5EF4-FFF2-40B4-BE49-F238E27FC236}">
                <a16:creationId xmlns:a16="http://schemas.microsoft.com/office/drawing/2014/main" id="{777A5BFF-9326-4F39-B6F6-2A344B3D0AC8}"/>
              </a:ext>
            </a:extLst>
          </p:cNvPr>
          <p:cNvSpPr>
            <a:spLocks xmlns:a="http://schemas.openxmlformats.org/drawingml/2006/main" noGrp="1"/>
          </p:cNvSpPr>
          <p:nvPr/>
        </p:nvSpPr>
        <p:spPr>
          <a:xfrm xmlns:a="http://schemas.openxmlformats.org/drawingml/2006/main">
            <a:off x="7957340" y="5798229"/>
            <a:ext cx="51661" cy="46141"/>
          </a:xfrm>
          <a:custGeom xmlns:a="http://schemas.openxmlformats.org/drawingml/2006/main">
            <a:pathLst>
              <a:path w="51661" h="46141">
                <a:moveTo>
                  <a:pt x="0" y="46141"/>
                </a:moveTo>
                <a:lnTo>
                  <a:pt x="51661" y="23070"/>
                </a:lnTo>
                <a:lnTo>
                  <a:pt x="0" y="0"/>
                </a:lnTo>
                <a:close/>
              </a:path>
            </a:pathLst>
          </a:custGeom>
          <a:solidFill xmlns:a="http://schemas.openxmlformats.org/drawingml/2006/main">
            <a:srgbClr val="3B82BB"/>
          </a:solidFill>
          <a:ln xmlns:a="http://schemas.openxmlformats.org/drawingml/2006/main" w="0">
            <a:noFill/>
            <a:prstDash val="solid"/>
          </a:ln>
        </p:spPr>
      </p:sp>
      <p:sp>
        <p:nvSpPr>
          <p:cNvPr id="201" name="">
            <a:extLst xmlns:a="http://schemas.openxmlformats.org/drawingml/2006/main">
              <a:ext uri="{FF2B5EF4-FFF2-40B4-BE49-F238E27FC236}">
                <a16:creationId xmlns:a16="http://schemas.microsoft.com/office/drawing/2014/main" id="{8ED7B2E0-9DFB-4AF5-90F8-3C957410000C}"/>
              </a:ext>
            </a:extLst>
          </p:cNvPr>
          <p:cNvSpPr>
            <a:spLocks xmlns:a="http://schemas.openxmlformats.org/drawingml/2006/main" noGrp="1"/>
          </p:cNvSpPr>
          <p:nvPr/>
        </p:nvSpPr>
        <p:spPr>
          <a:xfrm xmlns:a="http://schemas.openxmlformats.org/drawingml/2006/main">
            <a:off x="7763828" y="6437376"/>
            <a:ext cx="245174" cy="95"/>
          </a:xfrm>
          <a:custGeom xmlns:a="http://schemas.openxmlformats.org/drawingml/2006/main">
            <a:pathLst>
              <a:path w="245174" h="95">
                <a:moveTo>
                  <a:pt x="0" y="0"/>
                </a:moveTo>
                <a:lnTo>
                  <a:pt x="245174" y="0"/>
                </a:lnTo>
              </a:path>
            </a:pathLst>
          </a:custGeom>
          <a:noFill xmlns:a="http://schemas.openxmlformats.org/drawingml/2006/main"/>
          <a:ln xmlns:a="http://schemas.openxmlformats.org/drawingml/2006/main" w="18860">
            <a:solidFill>
              <a:srgbClr val="3B82BB"/>
            </a:solidFill>
            <a:prstDash val="dash"/>
          </a:ln>
        </p:spPr>
      </p:sp>
      <p:sp>
        <p:nvSpPr>
          <p:cNvPr id="202" name="">
            <a:extLst xmlns:a="http://schemas.openxmlformats.org/drawingml/2006/main">
              <a:ext uri="{FF2B5EF4-FFF2-40B4-BE49-F238E27FC236}">
                <a16:creationId xmlns:a16="http://schemas.microsoft.com/office/drawing/2014/main" id="{B6A15BDC-7057-4871-8D26-5EFA8DA1B007}"/>
              </a:ext>
            </a:extLst>
          </p:cNvPr>
          <p:cNvSpPr>
            <a:spLocks xmlns:a="http://schemas.openxmlformats.org/drawingml/2006/main" noGrp="1"/>
          </p:cNvSpPr>
          <p:nvPr/>
        </p:nvSpPr>
        <p:spPr>
          <a:xfrm xmlns:a="http://schemas.openxmlformats.org/drawingml/2006/main">
            <a:off x="7957340" y="6414306"/>
            <a:ext cx="51661" cy="46141"/>
          </a:xfrm>
          <a:custGeom xmlns:a="http://schemas.openxmlformats.org/drawingml/2006/main">
            <a:pathLst>
              <a:path w="51661" h="46141">
                <a:moveTo>
                  <a:pt x="0" y="46141"/>
                </a:moveTo>
                <a:lnTo>
                  <a:pt x="51661" y="23070"/>
                </a:lnTo>
                <a:lnTo>
                  <a:pt x="0" y="0"/>
                </a:lnTo>
                <a:close/>
              </a:path>
            </a:pathLst>
          </a:custGeom>
          <a:solidFill xmlns:a="http://schemas.openxmlformats.org/drawingml/2006/main">
            <a:srgbClr val="3B82BB"/>
          </a:solidFill>
          <a:ln xmlns:a="http://schemas.openxmlformats.org/drawingml/2006/main" w="0">
            <a:noFill/>
            <a:prstDash val="solid"/>
          </a:ln>
        </p:spPr>
      </p:sp>
      <p:sp>
        <p:nvSpPr>
          <p:cNvPr id="203" name="">
            <a:extLst xmlns:a="http://schemas.openxmlformats.org/drawingml/2006/main">
              <a:ext uri="{FF2B5EF4-FFF2-40B4-BE49-F238E27FC236}">
                <a16:creationId xmlns:a16="http://schemas.microsoft.com/office/drawing/2014/main" id="{11B14915-E3DC-4E8D-85AE-06F4AE47ADAF}"/>
              </a:ext>
            </a:extLst>
          </p:cNvPr>
          <p:cNvSpPr>
            <a:spLocks xmlns:a="http://schemas.openxmlformats.org/drawingml/2006/main" noGrp="1"/>
          </p:cNvSpPr>
          <p:nvPr/>
        </p:nvSpPr>
        <p:spPr>
          <a:xfrm xmlns:a="http://schemas.openxmlformats.org/drawingml/2006/main">
            <a:off x="9228582" y="4161663"/>
            <a:ext cx="95" cy="3790760"/>
          </a:xfrm>
          <a:custGeom xmlns:a="http://schemas.openxmlformats.org/drawingml/2006/main">
            <a:pathLst>
              <a:path w="95" h="3790760">
                <a:moveTo>
                  <a:pt x="0" y="0"/>
                </a:moveTo>
                <a:lnTo>
                  <a:pt x="0" y="3790760"/>
                </a:lnTo>
              </a:path>
            </a:pathLst>
          </a:custGeom>
          <a:noFill xmlns:a="http://schemas.openxmlformats.org/drawingml/2006/main"/>
          <a:ln xmlns:a="http://schemas.openxmlformats.org/drawingml/2006/main" w="12573">
            <a:solidFill>
              <a:srgbClr val="C6CED2"/>
            </a:solidFill>
            <a:prstDash val="solid"/>
          </a:ln>
        </p:spPr>
      </p:sp>
      <p:sp>
        <p:nvSpPr>
          <p:cNvPr id="204" name="">
            <a:extLst xmlns:a="http://schemas.openxmlformats.org/drawingml/2006/main">
              <a:ext uri="{FF2B5EF4-FFF2-40B4-BE49-F238E27FC236}">
                <a16:creationId xmlns:a16="http://schemas.microsoft.com/office/drawing/2014/main" id="{46F25244-1969-4F56-A7C4-F02180C3D23F}"/>
              </a:ext>
            </a:extLst>
          </p:cNvPr>
          <p:cNvSpPr>
            <a:spLocks xmlns:a="http://schemas.openxmlformats.org/drawingml/2006/main" noGrp="1"/>
          </p:cNvSpPr>
          <p:nvPr/>
        </p:nvSpPr>
        <p:spPr>
          <a:xfrm xmlns:a="http://schemas.openxmlformats.org/drawingml/2006/main">
            <a:off x="9379458" y="5136071"/>
            <a:ext cx="754380" cy="301752"/>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205" name="">
            <a:extLst xmlns:a="http://schemas.openxmlformats.org/drawingml/2006/main">
              <a:ext uri="{FF2B5EF4-FFF2-40B4-BE49-F238E27FC236}">
                <a16:creationId xmlns:a16="http://schemas.microsoft.com/office/drawing/2014/main" id="{52D4C2F3-BE7D-4D4B-A7E9-DCC9DEE010D3}"/>
              </a:ext>
            </a:extLst>
          </p:cNvPr>
          <p:cNvSpPr>
            <a:spLocks xmlns:a="http://schemas.openxmlformats.org/drawingml/2006/main" noGrp="1"/>
          </p:cNvSpPr>
          <p:nvPr/>
        </p:nvSpPr>
        <p:spPr>
          <a:xfrm xmlns:a="http://schemas.openxmlformats.org/drawingml/2006/main">
            <a:off x="9379458" y="5695569"/>
            <a:ext cx="754380"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206" name="">
            <a:extLst xmlns:a="http://schemas.openxmlformats.org/drawingml/2006/main">
              <a:ext uri="{FF2B5EF4-FFF2-40B4-BE49-F238E27FC236}">
                <a16:creationId xmlns:a16="http://schemas.microsoft.com/office/drawing/2014/main" id="{D83A0924-B828-4C64-A4E6-526725336FB5}"/>
              </a:ext>
            </a:extLst>
          </p:cNvPr>
          <p:cNvSpPr>
            <a:spLocks xmlns:a="http://schemas.openxmlformats.org/drawingml/2006/main" noGrp="1"/>
          </p:cNvSpPr>
          <p:nvPr/>
        </p:nvSpPr>
        <p:spPr>
          <a:xfrm xmlns:a="http://schemas.openxmlformats.org/drawingml/2006/main">
            <a:off x="9379458" y="6311646"/>
            <a:ext cx="754380"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207" name="">
            <a:extLst xmlns:a="http://schemas.openxmlformats.org/drawingml/2006/main">
              <a:ext uri="{FF2B5EF4-FFF2-40B4-BE49-F238E27FC236}">
                <a16:creationId xmlns:a16="http://schemas.microsoft.com/office/drawing/2014/main" id="{EDDC461A-6C45-4E1A-A23C-7F7E0EF27967}"/>
              </a:ext>
            </a:extLst>
          </p:cNvPr>
          <p:cNvSpPr>
            <a:spLocks xmlns:a="http://schemas.openxmlformats.org/drawingml/2006/main" noGrp="1"/>
          </p:cNvSpPr>
          <p:nvPr/>
        </p:nvSpPr>
        <p:spPr>
          <a:xfrm xmlns:a="http://schemas.openxmlformats.org/drawingml/2006/main">
            <a:off x="9756648"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208" name="">
            <a:extLst xmlns:a="http://schemas.openxmlformats.org/drawingml/2006/main">
              <a:ext uri="{FF2B5EF4-FFF2-40B4-BE49-F238E27FC236}">
                <a16:creationId xmlns:a16="http://schemas.microsoft.com/office/drawing/2014/main" id="{7EC1940E-CBD6-4A71-9CF0-633775F9BC1D}"/>
              </a:ext>
            </a:extLst>
          </p:cNvPr>
          <p:cNvSpPr>
            <a:spLocks xmlns:a="http://schemas.openxmlformats.org/drawingml/2006/main" noGrp="1"/>
          </p:cNvSpPr>
          <p:nvPr/>
        </p:nvSpPr>
        <p:spPr>
          <a:xfrm xmlns:a="http://schemas.openxmlformats.org/drawingml/2006/main">
            <a:off x="9733578"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09" name="">
            <a:extLst xmlns:a="http://schemas.openxmlformats.org/drawingml/2006/main">
              <a:ext uri="{FF2B5EF4-FFF2-40B4-BE49-F238E27FC236}">
                <a16:creationId xmlns:a16="http://schemas.microsoft.com/office/drawing/2014/main" id="{022B73C4-9265-49FA-AFA1-FF28E0BCBAB6}"/>
              </a:ext>
            </a:extLst>
          </p:cNvPr>
          <p:cNvSpPr>
            <a:spLocks xmlns:a="http://schemas.openxmlformats.org/drawingml/2006/main" noGrp="1"/>
          </p:cNvSpPr>
          <p:nvPr/>
        </p:nvSpPr>
        <p:spPr>
          <a:xfrm xmlns:a="http://schemas.openxmlformats.org/drawingml/2006/main">
            <a:off x="9756648"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210" name="">
            <a:extLst xmlns:a="http://schemas.openxmlformats.org/drawingml/2006/main">
              <a:ext uri="{FF2B5EF4-FFF2-40B4-BE49-F238E27FC236}">
                <a16:creationId xmlns:a16="http://schemas.microsoft.com/office/drawing/2014/main" id="{D3BE4456-5E3F-4321-84B0-2AFB3F0B3823}"/>
              </a:ext>
            </a:extLst>
          </p:cNvPr>
          <p:cNvSpPr>
            <a:spLocks xmlns:a="http://schemas.openxmlformats.org/drawingml/2006/main" noGrp="1"/>
          </p:cNvSpPr>
          <p:nvPr/>
        </p:nvSpPr>
        <p:spPr>
          <a:xfrm xmlns:a="http://schemas.openxmlformats.org/drawingml/2006/main">
            <a:off x="9733578"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11" name="">
            <a:extLst xmlns:a="http://schemas.openxmlformats.org/drawingml/2006/main">
              <a:ext uri="{FF2B5EF4-FFF2-40B4-BE49-F238E27FC236}">
                <a16:creationId xmlns:a16="http://schemas.microsoft.com/office/drawing/2014/main" id="{C5C36699-DFE9-4F8E-A47D-B69934704ACF}"/>
              </a:ext>
            </a:extLst>
          </p:cNvPr>
          <p:cNvSpPr>
            <a:spLocks xmlns:a="http://schemas.openxmlformats.org/drawingml/2006/main" noGrp="1"/>
          </p:cNvSpPr>
          <p:nvPr/>
        </p:nvSpPr>
        <p:spPr>
          <a:xfrm xmlns:a="http://schemas.openxmlformats.org/drawingml/2006/main">
            <a:off x="9756648"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212" name="">
            <a:extLst xmlns:a="http://schemas.openxmlformats.org/drawingml/2006/main">
              <a:ext uri="{FF2B5EF4-FFF2-40B4-BE49-F238E27FC236}">
                <a16:creationId xmlns:a16="http://schemas.microsoft.com/office/drawing/2014/main" id="{DC28C1EF-627A-4C12-8298-6C38B80B747F}"/>
              </a:ext>
            </a:extLst>
          </p:cNvPr>
          <p:cNvSpPr>
            <a:spLocks xmlns:a="http://schemas.openxmlformats.org/drawingml/2006/main" noGrp="1"/>
          </p:cNvSpPr>
          <p:nvPr/>
        </p:nvSpPr>
        <p:spPr>
          <a:xfrm xmlns:a="http://schemas.openxmlformats.org/drawingml/2006/main">
            <a:off x="9733578"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13" name="">
            <a:extLst xmlns:a="http://schemas.openxmlformats.org/drawingml/2006/main">
              <a:ext uri="{FF2B5EF4-FFF2-40B4-BE49-F238E27FC236}">
                <a16:creationId xmlns:a16="http://schemas.microsoft.com/office/drawing/2014/main" id="{57366A89-CA61-43A6-9BD8-656CD6C934B1}"/>
              </a:ext>
            </a:extLst>
          </p:cNvPr>
          <p:cNvSpPr>
            <a:spLocks xmlns:a="http://schemas.openxmlformats.org/drawingml/2006/main" noGrp="1"/>
          </p:cNvSpPr>
          <p:nvPr/>
        </p:nvSpPr>
        <p:spPr>
          <a:xfrm xmlns:a="http://schemas.openxmlformats.org/drawingml/2006/main">
            <a:off x="9379458"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14" name="">
            <a:extLst xmlns:a="http://schemas.openxmlformats.org/drawingml/2006/main">
              <a:ext uri="{FF2B5EF4-FFF2-40B4-BE49-F238E27FC236}">
                <a16:creationId xmlns:a16="http://schemas.microsoft.com/office/drawing/2014/main" id="{D33C91C3-33EE-4D7B-BFED-572E431E3103}"/>
              </a:ext>
            </a:extLst>
          </p:cNvPr>
          <p:cNvSpPr>
            <a:spLocks xmlns:a="http://schemas.openxmlformats.org/drawingml/2006/main" noGrp="1"/>
          </p:cNvSpPr>
          <p:nvPr/>
        </p:nvSpPr>
        <p:spPr>
          <a:xfrm xmlns:a="http://schemas.openxmlformats.org/drawingml/2006/main">
            <a:off x="9379458" y="7091172"/>
            <a:ext cx="132017" cy="95"/>
          </a:xfrm>
          <a:custGeom xmlns:a="http://schemas.openxmlformats.org/drawingml/2006/main">
            <a:pathLst>
              <a:path w="132017" h="95">
                <a:moveTo>
                  <a:pt x="0" y="0"/>
                </a:moveTo>
                <a:lnTo>
                  <a:pt x="132017" y="0"/>
                </a:lnTo>
              </a:path>
            </a:pathLst>
          </a:custGeom>
          <a:noFill xmlns:a="http://schemas.openxmlformats.org/drawingml/2006/main"/>
          <a:ln xmlns:a="http://schemas.openxmlformats.org/drawingml/2006/main" w="6287">
            <a:solidFill>
              <a:srgbClr val="22272C"/>
            </a:solidFill>
            <a:prstDash val="solid"/>
          </a:ln>
        </p:spPr>
      </p:sp>
      <p:sp>
        <p:nvSpPr>
          <p:cNvPr id="215" name="">
            <a:extLst xmlns:a="http://schemas.openxmlformats.org/drawingml/2006/main">
              <a:ext uri="{FF2B5EF4-FFF2-40B4-BE49-F238E27FC236}">
                <a16:creationId xmlns:a16="http://schemas.microsoft.com/office/drawing/2014/main" id="{CF9A8BAF-40A0-49AB-82B8-9FB4EF42BB85}"/>
              </a:ext>
            </a:extLst>
          </p:cNvPr>
          <p:cNvSpPr>
            <a:spLocks xmlns:a="http://schemas.openxmlformats.org/drawingml/2006/main" noGrp="1"/>
          </p:cNvSpPr>
          <p:nvPr/>
        </p:nvSpPr>
        <p:spPr>
          <a:xfrm xmlns:a="http://schemas.openxmlformats.org/drawingml/2006/main">
            <a:off x="9530334"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16" name="">
            <a:extLst xmlns:a="http://schemas.openxmlformats.org/drawingml/2006/main">
              <a:ext uri="{FF2B5EF4-FFF2-40B4-BE49-F238E27FC236}">
                <a16:creationId xmlns:a16="http://schemas.microsoft.com/office/drawing/2014/main" id="{B75B2682-7A11-4D96-BA1B-0797FB0EF890}"/>
              </a:ext>
            </a:extLst>
          </p:cNvPr>
          <p:cNvSpPr>
            <a:spLocks xmlns:a="http://schemas.openxmlformats.org/drawingml/2006/main" noGrp="1"/>
          </p:cNvSpPr>
          <p:nvPr/>
        </p:nvSpPr>
        <p:spPr>
          <a:xfrm xmlns:a="http://schemas.openxmlformats.org/drawingml/2006/main">
            <a:off x="9530334" y="7091172"/>
            <a:ext cx="132017" cy="95"/>
          </a:xfrm>
          <a:custGeom xmlns:a="http://schemas.openxmlformats.org/drawingml/2006/main">
            <a:pathLst>
              <a:path w="132017" h="95">
                <a:moveTo>
                  <a:pt x="0" y="0"/>
                </a:moveTo>
                <a:lnTo>
                  <a:pt x="132017" y="0"/>
                </a:lnTo>
              </a:path>
            </a:pathLst>
          </a:custGeom>
          <a:noFill xmlns:a="http://schemas.openxmlformats.org/drawingml/2006/main"/>
          <a:ln xmlns:a="http://schemas.openxmlformats.org/drawingml/2006/main" w="6287">
            <a:solidFill>
              <a:srgbClr val="22272C"/>
            </a:solidFill>
            <a:prstDash val="solid"/>
          </a:ln>
        </p:spPr>
      </p:sp>
      <p:sp>
        <p:nvSpPr>
          <p:cNvPr id="217" name="">
            <a:extLst xmlns:a="http://schemas.openxmlformats.org/drawingml/2006/main">
              <a:ext uri="{FF2B5EF4-FFF2-40B4-BE49-F238E27FC236}">
                <a16:creationId xmlns:a16="http://schemas.microsoft.com/office/drawing/2014/main" id="{9D05996B-2137-486C-9671-D4794EBBBD9A}"/>
              </a:ext>
            </a:extLst>
          </p:cNvPr>
          <p:cNvSpPr>
            <a:spLocks xmlns:a="http://schemas.openxmlformats.org/drawingml/2006/main" noGrp="1"/>
          </p:cNvSpPr>
          <p:nvPr/>
        </p:nvSpPr>
        <p:spPr>
          <a:xfrm xmlns:a="http://schemas.openxmlformats.org/drawingml/2006/main">
            <a:off x="9681210"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18" name="">
            <a:extLst xmlns:a="http://schemas.openxmlformats.org/drawingml/2006/main">
              <a:ext uri="{FF2B5EF4-FFF2-40B4-BE49-F238E27FC236}">
                <a16:creationId xmlns:a16="http://schemas.microsoft.com/office/drawing/2014/main" id="{E856B807-B86F-44CD-B71A-3656B13B806A}"/>
              </a:ext>
            </a:extLst>
          </p:cNvPr>
          <p:cNvSpPr>
            <a:spLocks xmlns:a="http://schemas.openxmlformats.org/drawingml/2006/main" noGrp="1"/>
          </p:cNvSpPr>
          <p:nvPr/>
        </p:nvSpPr>
        <p:spPr>
          <a:xfrm xmlns:a="http://schemas.openxmlformats.org/drawingml/2006/main">
            <a:off x="9681210" y="7091172"/>
            <a:ext cx="132016" cy="95"/>
          </a:xfrm>
          <a:custGeom xmlns:a="http://schemas.openxmlformats.org/drawingml/2006/main">
            <a:pathLst>
              <a:path w="132016" h="95">
                <a:moveTo>
                  <a:pt x="0" y="0"/>
                </a:moveTo>
                <a:lnTo>
                  <a:pt x="132016" y="0"/>
                </a:lnTo>
              </a:path>
            </a:pathLst>
          </a:custGeom>
          <a:noFill xmlns:a="http://schemas.openxmlformats.org/drawingml/2006/main"/>
          <a:ln xmlns:a="http://schemas.openxmlformats.org/drawingml/2006/main" w="6287">
            <a:solidFill>
              <a:srgbClr val="22272C"/>
            </a:solidFill>
            <a:prstDash val="solid"/>
          </a:ln>
        </p:spPr>
      </p:sp>
      <p:sp>
        <p:nvSpPr>
          <p:cNvPr id="219" name="">
            <a:extLst xmlns:a="http://schemas.openxmlformats.org/drawingml/2006/main">
              <a:ext uri="{FF2B5EF4-FFF2-40B4-BE49-F238E27FC236}">
                <a16:creationId xmlns:a16="http://schemas.microsoft.com/office/drawing/2014/main" id="{E9BBE5F9-938E-4B4C-ACB2-ADB774215919}"/>
              </a:ext>
            </a:extLst>
          </p:cNvPr>
          <p:cNvSpPr>
            <a:spLocks xmlns:a="http://schemas.openxmlformats.org/drawingml/2006/main" noGrp="1"/>
          </p:cNvSpPr>
          <p:nvPr/>
        </p:nvSpPr>
        <p:spPr>
          <a:xfrm xmlns:a="http://schemas.openxmlformats.org/drawingml/2006/main">
            <a:off x="9832086"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20" name="">
            <a:extLst xmlns:a="http://schemas.openxmlformats.org/drawingml/2006/main">
              <a:ext uri="{FF2B5EF4-FFF2-40B4-BE49-F238E27FC236}">
                <a16:creationId xmlns:a16="http://schemas.microsoft.com/office/drawing/2014/main" id="{AEEE99BA-8682-49EB-85E9-A9DD2A931999}"/>
              </a:ext>
            </a:extLst>
          </p:cNvPr>
          <p:cNvSpPr>
            <a:spLocks xmlns:a="http://schemas.openxmlformats.org/drawingml/2006/main" noGrp="1"/>
          </p:cNvSpPr>
          <p:nvPr/>
        </p:nvSpPr>
        <p:spPr>
          <a:xfrm xmlns:a="http://schemas.openxmlformats.org/drawingml/2006/main">
            <a:off x="9832086" y="7091172"/>
            <a:ext cx="132017" cy="95"/>
          </a:xfrm>
          <a:custGeom xmlns:a="http://schemas.openxmlformats.org/drawingml/2006/main">
            <a:pathLst>
              <a:path w="132017" h="95">
                <a:moveTo>
                  <a:pt x="0" y="0"/>
                </a:moveTo>
                <a:lnTo>
                  <a:pt x="132017" y="0"/>
                </a:lnTo>
              </a:path>
            </a:pathLst>
          </a:custGeom>
          <a:noFill xmlns:a="http://schemas.openxmlformats.org/drawingml/2006/main"/>
          <a:ln xmlns:a="http://schemas.openxmlformats.org/drawingml/2006/main" w="6287">
            <a:solidFill>
              <a:srgbClr val="22272C"/>
            </a:solidFill>
            <a:prstDash val="solid"/>
          </a:ln>
        </p:spPr>
      </p:sp>
      <p:sp>
        <p:nvSpPr>
          <p:cNvPr id="221" name="">
            <a:extLst xmlns:a="http://schemas.openxmlformats.org/drawingml/2006/main">
              <a:ext uri="{FF2B5EF4-FFF2-40B4-BE49-F238E27FC236}">
                <a16:creationId xmlns:a16="http://schemas.microsoft.com/office/drawing/2014/main" id="{0BE664BF-19B3-4898-8A1C-54CACFEA7AC5}"/>
              </a:ext>
            </a:extLst>
          </p:cNvPr>
          <p:cNvSpPr>
            <a:spLocks xmlns:a="http://schemas.openxmlformats.org/drawingml/2006/main" noGrp="1"/>
          </p:cNvSpPr>
          <p:nvPr/>
        </p:nvSpPr>
        <p:spPr>
          <a:xfrm xmlns:a="http://schemas.openxmlformats.org/drawingml/2006/main">
            <a:off x="9982962"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22" name="">
            <a:extLst xmlns:a="http://schemas.openxmlformats.org/drawingml/2006/main">
              <a:ext uri="{FF2B5EF4-FFF2-40B4-BE49-F238E27FC236}">
                <a16:creationId xmlns:a16="http://schemas.microsoft.com/office/drawing/2014/main" id="{574F13B4-6437-4875-AD4A-8F8954DAE657}"/>
              </a:ext>
            </a:extLst>
          </p:cNvPr>
          <p:cNvSpPr>
            <a:spLocks xmlns:a="http://schemas.openxmlformats.org/drawingml/2006/main" noGrp="1"/>
          </p:cNvSpPr>
          <p:nvPr/>
        </p:nvSpPr>
        <p:spPr>
          <a:xfrm xmlns:a="http://schemas.openxmlformats.org/drawingml/2006/main">
            <a:off x="9982962" y="7091172"/>
            <a:ext cx="132016" cy="95"/>
          </a:xfrm>
          <a:custGeom xmlns:a="http://schemas.openxmlformats.org/drawingml/2006/main">
            <a:pathLst>
              <a:path w="132016" h="95">
                <a:moveTo>
                  <a:pt x="0" y="0"/>
                </a:moveTo>
                <a:lnTo>
                  <a:pt x="132016" y="0"/>
                </a:lnTo>
              </a:path>
            </a:pathLst>
          </a:custGeom>
          <a:noFill xmlns:a="http://schemas.openxmlformats.org/drawingml/2006/main"/>
          <a:ln xmlns:a="http://schemas.openxmlformats.org/drawingml/2006/main" w="6287">
            <a:solidFill>
              <a:srgbClr val="22272C"/>
            </a:solidFill>
            <a:prstDash val="solid"/>
          </a:ln>
        </p:spPr>
      </p:sp>
      <p:sp>
        <p:nvSpPr>
          <p:cNvPr id="223" name="">
            <a:extLst xmlns:a="http://schemas.openxmlformats.org/drawingml/2006/main">
              <a:ext uri="{FF2B5EF4-FFF2-40B4-BE49-F238E27FC236}">
                <a16:creationId xmlns:a16="http://schemas.microsoft.com/office/drawing/2014/main" id="{4457BCA0-ECA8-4652-A5A6-705EFCA1A741}"/>
              </a:ext>
            </a:extLst>
          </p:cNvPr>
          <p:cNvSpPr>
            <a:spLocks xmlns:a="http://schemas.openxmlformats.org/drawingml/2006/main" noGrp="1"/>
          </p:cNvSpPr>
          <p:nvPr/>
        </p:nvSpPr>
        <p:spPr>
          <a:xfrm xmlns:a="http://schemas.openxmlformats.org/drawingml/2006/main">
            <a:off x="9756648"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224" name="">
            <a:extLst xmlns:a="http://schemas.openxmlformats.org/drawingml/2006/main">
              <a:ext uri="{FF2B5EF4-FFF2-40B4-BE49-F238E27FC236}">
                <a16:creationId xmlns:a16="http://schemas.microsoft.com/office/drawing/2014/main" id="{81B2E591-97EA-4923-9A9B-57BC08D35767}"/>
              </a:ext>
            </a:extLst>
          </p:cNvPr>
          <p:cNvSpPr>
            <a:spLocks xmlns:a="http://schemas.openxmlformats.org/drawingml/2006/main" noGrp="1"/>
          </p:cNvSpPr>
          <p:nvPr/>
        </p:nvSpPr>
        <p:spPr>
          <a:xfrm xmlns:a="http://schemas.openxmlformats.org/drawingml/2006/main">
            <a:off x="9733578"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25" name="">
            <a:extLst xmlns:a="http://schemas.openxmlformats.org/drawingml/2006/main">
              <a:ext uri="{FF2B5EF4-FFF2-40B4-BE49-F238E27FC236}">
                <a16:creationId xmlns:a16="http://schemas.microsoft.com/office/drawing/2014/main" id="{3DA7C217-84A1-4CCF-A9D9-7AD8FA711BAD}"/>
              </a:ext>
            </a:extLst>
          </p:cNvPr>
          <p:cNvSpPr>
            <a:spLocks xmlns:a="http://schemas.openxmlformats.org/drawingml/2006/main" noGrp="1"/>
          </p:cNvSpPr>
          <p:nvPr/>
        </p:nvSpPr>
        <p:spPr>
          <a:xfrm xmlns:a="http://schemas.openxmlformats.org/drawingml/2006/main">
            <a:off x="10335006" y="5136071"/>
            <a:ext cx="754380" cy="301752"/>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226" name="">
            <a:extLst xmlns:a="http://schemas.openxmlformats.org/drawingml/2006/main">
              <a:ext uri="{FF2B5EF4-FFF2-40B4-BE49-F238E27FC236}">
                <a16:creationId xmlns:a16="http://schemas.microsoft.com/office/drawing/2014/main" id="{E7597F85-BC52-4112-BDCD-EDD1B32C693A}"/>
              </a:ext>
            </a:extLst>
          </p:cNvPr>
          <p:cNvSpPr>
            <a:spLocks xmlns:a="http://schemas.openxmlformats.org/drawingml/2006/main" noGrp="1"/>
          </p:cNvSpPr>
          <p:nvPr/>
        </p:nvSpPr>
        <p:spPr>
          <a:xfrm xmlns:a="http://schemas.openxmlformats.org/drawingml/2006/main">
            <a:off x="10335006" y="5695569"/>
            <a:ext cx="754380"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227" name="">
            <a:extLst xmlns:a="http://schemas.openxmlformats.org/drawingml/2006/main">
              <a:ext uri="{FF2B5EF4-FFF2-40B4-BE49-F238E27FC236}">
                <a16:creationId xmlns:a16="http://schemas.microsoft.com/office/drawing/2014/main" id="{6E722334-790F-4B67-8BCE-71EB413AD204}"/>
              </a:ext>
            </a:extLst>
          </p:cNvPr>
          <p:cNvSpPr>
            <a:spLocks xmlns:a="http://schemas.openxmlformats.org/drawingml/2006/main" noGrp="1"/>
          </p:cNvSpPr>
          <p:nvPr/>
        </p:nvSpPr>
        <p:spPr>
          <a:xfrm xmlns:a="http://schemas.openxmlformats.org/drawingml/2006/main">
            <a:off x="10335006" y="6311646"/>
            <a:ext cx="754380" cy="257747"/>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8860">
            <a:solidFill>
              <a:srgbClr val="8650A2"/>
            </a:solidFill>
          </a:ln>
        </p:spPr>
      </p:sp>
      <p:sp>
        <p:nvSpPr>
          <p:cNvPr id="228" name="">
            <a:extLst xmlns:a="http://schemas.openxmlformats.org/drawingml/2006/main">
              <a:ext uri="{FF2B5EF4-FFF2-40B4-BE49-F238E27FC236}">
                <a16:creationId xmlns:a16="http://schemas.microsoft.com/office/drawing/2014/main" id="{AD336B07-F5C9-4604-B2EF-9BC932F020C3}"/>
              </a:ext>
            </a:extLst>
          </p:cNvPr>
          <p:cNvSpPr>
            <a:spLocks xmlns:a="http://schemas.openxmlformats.org/drawingml/2006/main" noGrp="1"/>
          </p:cNvSpPr>
          <p:nvPr/>
        </p:nvSpPr>
        <p:spPr>
          <a:xfrm xmlns:a="http://schemas.openxmlformats.org/drawingml/2006/main">
            <a:off x="10712196" y="5450396"/>
            <a:ext cx="95" cy="245174"/>
          </a:xfrm>
          <a:custGeom xmlns:a="http://schemas.openxmlformats.org/drawingml/2006/main">
            <a:pathLst>
              <a:path w="95" h="245174">
                <a:moveTo>
                  <a:pt x="0" y="245174"/>
                </a:moveTo>
                <a:lnTo>
                  <a:pt x="0" y="0"/>
                </a:lnTo>
              </a:path>
            </a:pathLst>
          </a:custGeom>
          <a:noFill xmlns:a="http://schemas.openxmlformats.org/drawingml/2006/main"/>
          <a:ln xmlns:a="http://schemas.openxmlformats.org/drawingml/2006/main" w="15088">
            <a:solidFill>
              <a:srgbClr val="22272C"/>
            </a:solidFill>
            <a:prstDash val="solid"/>
          </a:ln>
        </p:spPr>
      </p:sp>
      <p:sp>
        <p:nvSpPr>
          <p:cNvPr id="229" name="">
            <a:extLst xmlns:a="http://schemas.openxmlformats.org/drawingml/2006/main">
              <a:ext uri="{FF2B5EF4-FFF2-40B4-BE49-F238E27FC236}">
                <a16:creationId xmlns:a16="http://schemas.microsoft.com/office/drawing/2014/main" id="{3F1E5C1A-E48D-474D-BA59-F1A8BC3F5E1A}"/>
              </a:ext>
            </a:extLst>
          </p:cNvPr>
          <p:cNvSpPr>
            <a:spLocks xmlns:a="http://schemas.openxmlformats.org/drawingml/2006/main" noGrp="1"/>
          </p:cNvSpPr>
          <p:nvPr/>
        </p:nvSpPr>
        <p:spPr>
          <a:xfrm xmlns:a="http://schemas.openxmlformats.org/drawingml/2006/main">
            <a:off x="10689126" y="545039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30" name="">
            <a:extLst xmlns:a="http://schemas.openxmlformats.org/drawingml/2006/main">
              <a:ext uri="{FF2B5EF4-FFF2-40B4-BE49-F238E27FC236}">
                <a16:creationId xmlns:a16="http://schemas.microsoft.com/office/drawing/2014/main" id="{87ED732F-9E99-4B51-A150-A72ACE7BFAE6}"/>
              </a:ext>
            </a:extLst>
          </p:cNvPr>
          <p:cNvSpPr>
            <a:spLocks xmlns:a="http://schemas.openxmlformats.org/drawingml/2006/main" noGrp="1"/>
          </p:cNvSpPr>
          <p:nvPr/>
        </p:nvSpPr>
        <p:spPr>
          <a:xfrm xmlns:a="http://schemas.openxmlformats.org/drawingml/2006/main">
            <a:off x="10712196" y="6204776"/>
            <a:ext cx="95" cy="106870"/>
          </a:xfrm>
          <a:custGeom xmlns:a="http://schemas.openxmlformats.org/drawingml/2006/main">
            <a:pathLst>
              <a:path w="95" h="106870">
                <a:moveTo>
                  <a:pt x="0" y="106870"/>
                </a:moveTo>
                <a:lnTo>
                  <a:pt x="0" y="0"/>
                </a:lnTo>
              </a:path>
            </a:pathLst>
          </a:custGeom>
          <a:noFill xmlns:a="http://schemas.openxmlformats.org/drawingml/2006/main"/>
          <a:ln xmlns:a="http://schemas.openxmlformats.org/drawingml/2006/main" w="15088">
            <a:solidFill>
              <a:srgbClr val="22272C"/>
            </a:solidFill>
            <a:prstDash val="solid"/>
          </a:ln>
        </p:spPr>
      </p:sp>
      <p:sp>
        <p:nvSpPr>
          <p:cNvPr id="231" name="">
            <a:extLst xmlns:a="http://schemas.openxmlformats.org/drawingml/2006/main">
              <a:ext uri="{FF2B5EF4-FFF2-40B4-BE49-F238E27FC236}">
                <a16:creationId xmlns:a16="http://schemas.microsoft.com/office/drawing/2014/main" id="{CCFC031F-D149-45B6-9139-B07A992C9A55}"/>
              </a:ext>
            </a:extLst>
          </p:cNvPr>
          <p:cNvSpPr>
            <a:spLocks xmlns:a="http://schemas.openxmlformats.org/drawingml/2006/main" noGrp="1"/>
          </p:cNvSpPr>
          <p:nvPr/>
        </p:nvSpPr>
        <p:spPr>
          <a:xfrm xmlns:a="http://schemas.openxmlformats.org/drawingml/2006/main">
            <a:off x="10689126" y="620477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32" name="">
            <a:extLst xmlns:a="http://schemas.openxmlformats.org/drawingml/2006/main">
              <a:ext uri="{FF2B5EF4-FFF2-40B4-BE49-F238E27FC236}">
                <a16:creationId xmlns:a16="http://schemas.microsoft.com/office/drawing/2014/main" id="{ED12FCED-966D-49D0-ADC3-14560FF80EAB}"/>
              </a:ext>
            </a:extLst>
          </p:cNvPr>
          <p:cNvSpPr>
            <a:spLocks xmlns:a="http://schemas.openxmlformats.org/drawingml/2006/main" noGrp="1"/>
          </p:cNvSpPr>
          <p:nvPr/>
        </p:nvSpPr>
        <p:spPr>
          <a:xfrm xmlns:a="http://schemas.openxmlformats.org/drawingml/2006/main">
            <a:off x="10712196" y="5953316"/>
            <a:ext cx="95" cy="163449"/>
          </a:xfrm>
          <a:custGeom xmlns:a="http://schemas.openxmlformats.org/drawingml/2006/main">
            <a:pathLst>
              <a:path w="95" h="163449">
                <a:moveTo>
                  <a:pt x="0" y="163449"/>
                </a:moveTo>
                <a:lnTo>
                  <a:pt x="0" y="0"/>
                </a:lnTo>
              </a:path>
            </a:pathLst>
          </a:custGeom>
          <a:noFill xmlns:a="http://schemas.openxmlformats.org/drawingml/2006/main"/>
          <a:ln xmlns:a="http://schemas.openxmlformats.org/drawingml/2006/main" w="15088">
            <a:solidFill>
              <a:srgbClr val="22272C"/>
            </a:solidFill>
            <a:prstDash val="solid"/>
          </a:ln>
        </p:spPr>
      </p:sp>
      <p:sp>
        <p:nvSpPr>
          <p:cNvPr id="233" name="">
            <a:extLst xmlns:a="http://schemas.openxmlformats.org/drawingml/2006/main">
              <a:ext uri="{FF2B5EF4-FFF2-40B4-BE49-F238E27FC236}">
                <a16:creationId xmlns:a16="http://schemas.microsoft.com/office/drawing/2014/main" id="{C46D73E4-57CC-488C-8224-5EE11EBDCCCC}"/>
              </a:ext>
            </a:extLst>
          </p:cNvPr>
          <p:cNvSpPr>
            <a:spLocks xmlns:a="http://schemas.openxmlformats.org/drawingml/2006/main" noGrp="1"/>
          </p:cNvSpPr>
          <p:nvPr/>
        </p:nvSpPr>
        <p:spPr>
          <a:xfrm xmlns:a="http://schemas.openxmlformats.org/drawingml/2006/main">
            <a:off x="10689126" y="5953316"/>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34" name="">
            <a:extLst xmlns:a="http://schemas.openxmlformats.org/drawingml/2006/main">
              <a:ext uri="{FF2B5EF4-FFF2-40B4-BE49-F238E27FC236}">
                <a16:creationId xmlns:a16="http://schemas.microsoft.com/office/drawing/2014/main" id="{D7FCE7FE-6F0F-42D0-8F9B-FA8C5FFAEB8B}"/>
              </a:ext>
            </a:extLst>
          </p:cNvPr>
          <p:cNvSpPr>
            <a:spLocks xmlns:a="http://schemas.openxmlformats.org/drawingml/2006/main" noGrp="1"/>
          </p:cNvSpPr>
          <p:nvPr/>
        </p:nvSpPr>
        <p:spPr>
          <a:xfrm xmlns:a="http://schemas.openxmlformats.org/drawingml/2006/main">
            <a:off x="10335006"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35" name="">
            <a:extLst xmlns:a="http://schemas.openxmlformats.org/drawingml/2006/main">
              <a:ext uri="{FF2B5EF4-FFF2-40B4-BE49-F238E27FC236}">
                <a16:creationId xmlns:a16="http://schemas.microsoft.com/office/drawing/2014/main" id="{645F1039-DA04-440B-A9E0-6334B3C26525}"/>
              </a:ext>
            </a:extLst>
          </p:cNvPr>
          <p:cNvSpPr>
            <a:spLocks xmlns:a="http://schemas.openxmlformats.org/drawingml/2006/main" noGrp="1"/>
          </p:cNvSpPr>
          <p:nvPr/>
        </p:nvSpPr>
        <p:spPr>
          <a:xfrm xmlns:a="http://schemas.openxmlformats.org/drawingml/2006/main">
            <a:off x="10335006" y="7091172"/>
            <a:ext cx="132017" cy="95"/>
          </a:xfrm>
          <a:custGeom xmlns:a="http://schemas.openxmlformats.org/drawingml/2006/main">
            <a:pathLst>
              <a:path w="132017" h="95">
                <a:moveTo>
                  <a:pt x="0" y="0"/>
                </a:moveTo>
                <a:lnTo>
                  <a:pt x="132017" y="0"/>
                </a:lnTo>
              </a:path>
            </a:pathLst>
          </a:custGeom>
          <a:noFill xmlns:a="http://schemas.openxmlformats.org/drawingml/2006/main"/>
          <a:ln xmlns:a="http://schemas.openxmlformats.org/drawingml/2006/main" w="6287">
            <a:solidFill>
              <a:srgbClr val="22272C"/>
            </a:solidFill>
            <a:prstDash val="solid"/>
          </a:ln>
        </p:spPr>
      </p:sp>
      <p:sp>
        <p:nvSpPr>
          <p:cNvPr id="236" name="">
            <a:extLst xmlns:a="http://schemas.openxmlformats.org/drawingml/2006/main">
              <a:ext uri="{FF2B5EF4-FFF2-40B4-BE49-F238E27FC236}">
                <a16:creationId xmlns:a16="http://schemas.microsoft.com/office/drawing/2014/main" id="{63C8D6CB-C7C0-4C1A-8A63-A50AEFF79C3D}"/>
              </a:ext>
            </a:extLst>
          </p:cNvPr>
          <p:cNvSpPr>
            <a:spLocks xmlns:a="http://schemas.openxmlformats.org/drawingml/2006/main" noGrp="1"/>
          </p:cNvSpPr>
          <p:nvPr/>
        </p:nvSpPr>
        <p:spPr>
          <a:xfrm xmlns:a="http://schemas.openxmlformats.org/drawingml/2006/main">
            <a:off x="10485882"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37" name="">
            <a:extLst xmlns:a="http://schemas.openxmlformats.org/drawingml/2006/main">
              <a:ext uri="{FF2B5EF4-FFF2-40B4-BE49-F238E27FC236}">
                <a16:creationId xmlns:a16="http://schemas.microsoft.com/office/drawing/2014/main" id="{98451DA8-F71E-414C-92B7-CD968792A52C}"/>
              </a:ext>
            </a:extLst>
          </p:cNvPr>
          <p:cNvSpPr>
            <a:spLocks xmlns:a="http://schemas.openxmlformats.org/drawingml/2006/main" noGrp="1"/>
          </p:cNvSpPr>
          <p:nvPr/>
        </p:nvSpPr>
        <p:spPr>
          <a:xfrm xmlns:a="http://schemas.openxmlformats.org/drawingml/2006/main">
            <a:off x="10485882" y="7091172"/>
            <a:ext cx="132016" cy="95"/>
          </a:xfrm>
          <a:custGeom xmlns:a="http://schemas.openxmlformats.org/drawingml/2006/main">
            <a:pathLst>
              <a:path w="132016" h="95">
                <a:moveTo>
                  <a:pt x="0" y="0"/>
                </a:moveTo>
                <a:lnTo>
                  <a:pt x="132016" y="0"/>
                </a:lnTo>
              </a:path>
            </a:pathLst>
          </a:custGeom>
          <a:noFill xmlns:a="http://schemas.openxmlformats.org/drawingml/2006/main"/>
          <a:ln xmlns:a="http://schemas.openxmlformats.org/drawingml/2006/main" w="6287">
            <a:solidFill>
              <a:srgbClr val="22272C"/>
            </a:solidFill>
            <a:prstDash val="solid"/>
          </a:ln>
        </p:spPr>
      </p:sp>
      <p:sp>
        <p:nvSpPr>
          <p:cNvPr id="238" name="">
            <a:extLst xmlns:a="http://schemas.openxmlformats.org/drawingml/2006/main">
              <a:ext uri="{FF2B5EF4-FFF2-40B4-BE49-F238E27FC236}">
                <a16:creationId xmlns:a16="http://schemas.microsoft.com/office/drawing/2014/main" id="{D07837C6-EDB3-434C-99CF-8DB63CE7E334}"/>
              </a:ext>
            </a:extLst>
          </p:cNvPr>
          <p:cNvSpPr>
            <a:spLocks xmlns:a="http://schemas.openxmlformats.org/drawingml/2006/main" noGrp="1"/>
          </p:cNvSpPr>
          <p:nvPr/>
        </p:nvSpPr>
        <p:spPr>
          <a:xfrm xmlns:a="http://schemas.openxmlformats.org/drawingml/2006/main">
            <a:off x="10636758"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39" name="">
            <a:extLst xmlns:a="http://schemas.openxmlformats.org/drawingml/2006/main">
              <a:ext uri="{FF2B5EF4-FFF2-40B4-BE49-F238E27FC236}">
                <a16:creationId xmlns:a16="http://schemas.microsoft.com/office/drawing/2014/main" id="{D83185F3-3EB1-459A-B9C1-E7E56650CCA2}"/>
              </a:ext>
            </a:extLst>
          </p:cNvPr>
          <p:cNvSpPr>
            <a:spLocks xmlns:a="http://schemas.openxmlformats.org/drawingml/2006/main" noGrp="1"/>
          </p:cNvSpPr>
          <p:nvPr/>
        </p:nvSpPr>
        <p:spPr>
          <a:xfrm xmlns:a="http://schemas.openxmlformats.org/drawingml/2006/main">
            <a:off x="10636758" y="7091172"/>
            <a:ext cx="132017" cy="95"/>
          </a:xfrm>
          <a:custGeom xmlns:a="http://schemas.openxmlformats.org/drawingml/2006/main">
            <a:pathLst>
              <a:path w="132017" h="95">
                <a:moveTo>
                  <a:pt x="0" y="0"/>
                </a:moveTo>
                <a:lnTo>
                  <a:pt x="132017" y="0"/>
                </a:lnTo>
              </a:path>
            </a:pathLst>
          </a:custGeom>
          <a:noFill xmlns:a="http://schemas.openxmlformats.org/drawingml/2006/main"/>
          <a:ln xmlns:a="http://schemas.openxmlformats.org/drawingml/2006/main" w="6287">
            <a:solidFill>
              <a:srgbClr val="22272C"/>
            </a:solidFill>
            <a:prstDash val="solid"/>
          </a:ln>
        </p:spPr>
      </p:sp>
      <p:sp>
        <p:nvSpPr>
          <p:cNvPr id="240" name="">
            <a:extLst xmlns:a="http://schemas.openxmlformats.org/drawingml/2006/main">
              <a:ext uri="{FF2B5EF4-FFF2-40B4-BE49-F238E27FC236}">
                <a16:creationId xmlns:a16="http://schemas.microsoft.com/office/drawing/2014/main" id="{0E3C21BD-EAB2-41BE-B7FF-A430B1E98E1D}"/>
              </a:ext>
            </a:extLst>
          </p:cNvPr>
          <p:cNvSpPr>
            <a:spLocks xmlns:a="http://schemas.openxmlformats.org/drawingml/2006/main" noGrp="1"/>
          </p:cNvSpPr>
          <p:nvPr/>
        </p:nvSpPr>
        <p:spPr>
          <a:xfrm xmlns:a="http://schemas.openxmlformats.org/drawingml/2006/main">
            <a:off x="10787634"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41" name="">
            <a:extLst xmlns:a="http://schemas.openxmlformats.org/drawingml/2006/main">
              <a:ext uri="{FF2B5EF4-FFF2-40B4-BE49-F238E27FC236}">
                <a16:creationId xmlns:a16="http://schemas.microsoft.com/office/drawing/2014/main" id="{AAB0731A-4B98-4BD1-B9E3-AC10550D8F48}"/>
              </a:ext>
            </a:extLst>
          </p:cNvPr>
          <p:cNvSpPr>
            <a:spLocks xmlns:a="http://schemas.openxmlformats.org/drawingml/2006/main" noGrp="1"/>
          </p:cNvSpPr>
          <p:nvPr/>
        </p:nvSpPr>
        <p:spPr>
          <a:xfrm xmlns:a="http://schemas.openxmlformats.org/drawingml/2006/main">
            <a:off x="10787634" y="7091172"/>
            <a:ext cx="132017" cy="95"/>
          </a:xfrm>
          <a:custGeom xmlns:a="http://schemas.openxmlformats.org/drawingml/2006/main">
            <a:pathLst>
              <a:path w="132017" h="95">
                <a:moveTo>
                  <a:pt x="0" y="0"/>
                </a:moveTo>
                <a:lnTo>
                  <a:pt x="132017" y="0"/>
                </a:lnTo>
              </a:path>
            </a:pathLst>
          </a:custGeom>
          <a:noFill xmlns:a="http://schemas.openxmlformats.org/drawingml/2006/main"/>
          <a:ln xmlns:a="http://schemas.openxmlformats.org/drawingml/2006/main" w="6287">
            <a:solidFill>
              <a:srgbClr val="22272C"/>
            </a:solidFill>
            <a:prstDash val="solid"/>
          </a:ln>
        </p:spPr>
      </p:sp>
      <p:sp>
        <p:nvSpPr>
          <p:cNvPr id="242" name="">
            <a:extLst xmlns:a="http://schemas.openxmlformats.org/drawingml/2006/main">
              <a:ext uri="{FF2B5EF4-FFF2-40B4-BE49-F238E27FC236}">
                <a16:creationId xmlns:a16="http://schemas.microsoft.com/office/drawing/2014/main" id="{CC17D721-8B1F-4E62-B22D-1123DAAC3990}"/>
              </a:ext>
            </a:extLst>
          </p:cNvPr>
          <p:cNvSpPr>
            <a:spLocks xmlns:a="http://schemas.openxmlformats.org/drawingml/2006/main" noGrp="1"/>
          </p:cNvSpPr>
          <p:nvPr/>
        </p:nvSpPr>
        <p:spPr>
          <a:xfrm xmlns:a="http://schemas.openxmlformats.org/drawingml/2006/main">
            <a:off x="10938510" y="6978015"/>
            <a:ext cx="132017" cy="226314"/>
          </a:xfrm>
          <a:prstGeom xmlns:a="http://schemas.openxmlformats.org/drawingml/2006/main" prst="rect">
            <a:avLst/>
          </a:prstGeom>
          <a:solidFill xmlns:a="http://schemas.openxmlformats.org/drawingml/2006/main">
            <a:srgbClr val="E9B8C5"/>
          </a:solidFill>
          <a:ln xmlns:a="http://schemas.openxmlformats.org/drawingml/2006/main" w="9430">
            <a:solidFill>
              <a:srgbClr val="22272C"/>
            </a:solidFill>
          </a:ln>
        </p:spPr>
      </p:sp>
      <p:sp>
        <p:nvSpPr>
          <p:cNvPr id="243" name="">
            <a:extLst xmlns:a="http://schemas.openxmlformats.org/drawingml/2006/main">
              <a:ext uri="{FF2B5EF4-FFF2-40B4-BE49-F238E27FC236}">
                <a16:creationId xmlns:a16="http://schemas.microsoft.com/office/drawing/2014/main" id="{A50AD43F-9056-439E-8565-E4E88AE125CB}"/>
              </a:ext>
            </a:extLst>
          </p:cNvPr>
          <p:cNvSpPr>
            <a:spLocks xmlns:a="http://schemas.openxmlformats.org/drawingml/2006/main" noGrp="1"/>
          </p:cNvSpPr>
          <p:nvPr/>
        </p:nvSpPr>
        <p:spPr>
          <a:xfrm xmlns:a="http://schemas.openxmlformats.org/drawingml/2006/main">
            <a:off x="10938510" y="7091172"/>
            <a:ext cx="132016" cy="95"/>
          </a:xfrm>
          <a:custGeom xmlns:a="http://schemas.openxmlformats.org/drawingml/2006/main">
            <a:pathLst>
              <a:path w="132016" h="95">
                <a:moveTo>
                  <a:pt x="0" y="0"/>
                </a:moveTo>
                <a:lnTo>
                  <a:pt x="132016" y="0"/>
                </a:lnTo>
              </a:path>
            </a:pathLst>
          </a:custGeom>
          <a:noFill xmlns:a="http://schemas.openxmlformats.org/drawingml/2006/main"/>
          <a:ln xmlns:a="http://schemas.openxmlformats.org/drawingml/2006/main" w="6287">
            <a:solidFill>
              <a:srgbClr val="22272C"/>
            </a:solidFill>
            <a:prstDash val="solid"/>
          </a:ln>
        </p:spPr>
      </p:sp>
      <p:sp>
        <p:nvSpPr>
          <p:cNvPr id="244" name="">
            <a:extLst xmlns:a="http://schemas.openxmlformats.org/drawingml/2006/main">
              <a:ext uri="{FF2B5EF4-FFF2-40B4-BE49-F238E27FC236}">
                <a16:creationId xmlns:a16="http://schemas.microsoft.com/office/drawing/2014/main" id="{F91437E1-5E5C-46AF-83C0-887DC1B487EE}"/>
              </a:ext>
            </a:extLst>
          </p:cNvPr>
          <p:cNvSpPr>
            <a:spLocks xmlns:a="http://schemas.openxmlformats.org/drawingml/2006/main" noGrp="1"/>
          </p:cNvSpPr>
          <p:nvPr/>
        </p:nvSpPr>
        <p:spPr>
          <a:xfrm xmlns:a="http://schemas.openxmlformats.org/drawingml/2006/main">
            <a:off x="10712196" y="6845999"/>
            <a:ext cx="95" cy="132017"/>
          </a:xfrm>
          <a:custGeom xmlns:a="http://schemas.openxmlformats.org/drawingml/2006/main">
            <a:pathLst>
              <a:path w="95" h="132017">
                <a:moveTo>
                  <a:pt x="0" y="132017"/>
                </a:moveTo>
                <a:lnTo>
                  <a:pt x="0" y="0"/>
                </a:lnTo>
              </a:path>
            </a:pathLst>
          </a:custGeom>
          <a:noFill xmlns:a="http://schemas.openxmlformats.org/drawingml/2006/main"/>
          <a:ln xmlns:a="http://schemas.openxmlformats.org/drawingml/2006/main" w="15088">
            <a:solidFill>
              <a:srgbClr val="22272C"/>
            </a:solidFill>
            <a:prstDash val="solid"/>
          </a:ln>
        </p:spPr>
      </p:sp>
      <p:sp>
        <p:nvSpPr>
          <p:cNvPr id="245" name="">
            <a:extLst xmlns:a="http://schemas.openxmlformats.org/drawingml/2006/main">
              <a:ext uri="{FF2B5EF4-FFF2-40B4-BE49-F238E27FC236}">
                <a16:creationId xmlns:a16="http://schemas.microsoft.com/office/drawing/2014/main" id="{F3FDFD19-98A3-46D6-9811-74C8EF868CDF}"/>
              </a:ext>
            </a:extLst>
          </p:cNvPr>
          <p:cNvSpPr>
            <a:spLocks xmlns:a="http://schemas.openxmlformats.org/drawingml/2006/main" noGrp="1"/>
          </p:cNvSpPr>
          <p:nvPr/>
        </p:nvSpPr>
        <p:spPr>
          <a:xfrm xmlns:a="http://schemas.openxmlformats.org/drawingml/2006/main">
            <a:off x="10689126" y="6845999"/>
            <a:ext cx="46141" cy="51661"/>
          </a:xfrm>
          <a:custGeom xmlns:a="http://schemas.openxmlformats.org/drawingml/2006/main">
            <a:pathLst>
              <a:path w="46141" h="51661">
                <a:moveTo>
                  <a:pt x="46141" y="51661"/>
                </a:moveTo>
                <a:lnTo>
                  <a:pt x="23070" y="0"/>
                </a:lnTo>
                <a:lnTo>
                  <a:pt x="0" y="51661"/>
                </a:lnTo>
                <a:close/>
              </a:path>
            </a:pathLst>
          </a:custGeom>
          <a:solidFill xmlns:a="http://schemas.openxmlformats.org/drawingml/2006/main">
            <a:srgbClr val="22272C"/>
          </a:solidFill>
          <a:ln xmlns:a="http://schemas.openxmlformats.org/drawingml/2006/main" w="0">
            <a:noFill/>
            <a:prstDash val="solid"/>
          </a:ln>
        </p:spPr>
      </p:sp>
      <p:sp>
        <p:nvSpPr>
          <p:cNvPr id="246" name="">
            <a:extLst xmlns:a="http://schemas.openxmlformats.org/drawingml/2006/main">
              <a:ext uri="{FF2B5EF4-FFF2-40B4-BE49-F238E27FC236}">
                <a16:creationId xmlns:a16="http://schemas.microsoft.com/office/drawing/2014/main" id="{3A398B1C-BE5C-4E60-99BA-A2D84FDF2F21}"/>
              </a:ext>
            </a:extLst>
          </p:cNvPr>
          <p:cNvSpPr>
            <a:spLocks xmlns:a="http://schemas.openxmlformats.org/drawingml/2006/main" noGrp="1"/>
          </p:cNvSpPr>
          <p:nvPr/>
        </p:nvSpPr>
        <p:spPr>
          <a:xfrm xmlns:a="http://schemas.openxmlformats.org/drawingml/2006/main">
            <a:off x="1244727" y="5286947"/>
            <a:ext cx="716661" cy="1590485"/>
          </a:xfrm>
          <a:custGeom xmlns:a="http://schemas.openxmlformats.org/drawingml/2006/main">
            <a:pathLst>
              <a:path w="716661" h="1590485">
                <a:moveTo>
                  <a:pt x="0" y="0"/>
                </a:moveTo>
                <a:lnTo>
                  <a:pt x="113157" y="0"/>
                </a:lnTo>
                <a:lnTo>
                  <a:pt x="113157" y="1590485"/>
                </a:lnTo>
                <a:lnTo>
                  <a:pt x="716661" y="1590485"/>
                </a:lnTo>
              </a:path>
            </a:pathLst>
          </a:custGeom>
          <a:noFill xmlns:a="http://schemas.openxmlformats.org/drawingml/2006/main"/>
          <a:ln xmlns:a="http://schemas.openxmlformats.org/drawingml/2006/main" w="11316">
            <a:solidFill>
              <a:srgbClr val="22272C"/>
            </a:solidFill>
            <a:prstDash val="solid"/>
          </a:ln>
        </p:spPr>
      </p:sp>
      <p:sp>
        <p:nvSpPr>
          <p:cNvPr id="247" name="">
            <a:extLst xmlns:a="http://schemas.openxmlformats.org/drawingml/2006/main">
              <a:ext uri="{FF2B5EF4-FFF2-40B4-BE49-F238E27FC236}">
                <a16:creationId xmlns:a16="http://schemas.microsoft.com/office/drawing/2014/main" id="{6363FEF1-7E99-4C63-A6B1-8F714360B350}"/>
              </a:ext>
            </a:extLst>
          </p:cNvPr>
          <p:cNvSpPr>
            <a:spLocks xmlns:a="http://schemas.openxmlformats.org/drawingml/2006/main" noGrp="1"/>
          </p:cNvSpPr>
          <p:nvPr/>
        </p:nvSpPr>
        <p:spPr>
          <a:xfrm xmlns:a="http://schemas.openxmlformats.org/drawingml/2006/main">
            <a:off x="1961388" y="6877431"/>
            <a:ext cx="95" cy="100584"/>
          </a:xfrm>
          <a:custGeom xmlns:a="http://schemas.openxmlformats.org/drawingml/2006/main">
            <a:pathLst>
              <a:path w="95" h="100584">
                <a:moveTo>
                  <a:pt x="0" y="0"/>
                </a:moveTo>
                <a:lnTo>
                  <a:pt x="0" y="100584"/>
                </a:lnTo>
              </a:path>
            </a:pathLst>
          </a:custGeom>
          <a:noFill xmlns:a="http://schemas.openxmlformats.org/drawingml/2006/main"/>
          <a:ln xmlns:a="http://schemas.openxmlformats.org/drawingml/2006/main" w="11316">
            <a:solidFill>
              <a:srgbClr val="22272C"/>
            </a:solidFill>
            <a:prstDash val="solid"/>
          </a:ln>
        </p:spPr>
      </p:sp>
      <p:sp>
        <p:nvSpPr>
          <p:cNvPr id="248" name="">
            <a:extLst xmlns:a="http://schemas.openxmlformats.org/drawingml/2006/main">
              <a:ext uri="{FF2B5EF4-FFF2-40B4-BE49-F238E27FC236}">
                <a16:creationId xmlns:a16="http://schemas.microsoft.com/office/drawing/2014/main" id="{143DDFAD-A7D8-44BA-B925-3A9FEDA8DC8D}"/>
              </a:ext>
            </a:extLst>
          </p:cNvPr>
          <p:cNvSpPr>
            <a:spLocks xmlns:a="http://schemas.openxmlformats.org/drawingml/2006/main" noGrp="1"/>
          </p:cNvSpPr>
          <p:nvPr/>
        </p:nvSpPr>
        <p:spPr>
          <a:xfrm xmlns:a="http://schemas.openxmlformats.org/drawingml/2006/main">
            <a:off x="1938318" y="6926354"/>
            <a:ext cx="46141" cy="51661"/>
          </a:xfrm>
          <a:custGeom xmlns:a="http://schemas.openxmlformats.org/drawingml/2006/main">
            <a:pathLst>
              <a:path w="46141" h="51661">
                <a:moveTo>
                  <a:pt x="0" y="0"/>
                </a:moveTo>
                <a:lnTo>
                  <a:pt x="23070" y="51661"/>
                </a:lnTo>
                <a:lnTo>
                  <a:pt x="46141" y="0"/>
                </a:lnTo>
                <a:close/>
              </a:path>
            </a:pathLst>
          </a:custGeom>
          <a:solidFill xmlns:a="http://schemas.openxmlformats.org/drawingml/2006/main">
            <a:srgbClr val="22272C"/>
          </a:solidFill>
          <a:ln xmlns:a="http://schemas.openxmlformats.org/drawingml/2006/main" w="0">
            <a:noFill/>
            <a:prstDash val="solid"/>
          </a:ln>
        </p:spPr>
      </p:sp>
      <p:sp>
        <p:nvSpPr>
          <p:cNvPr id="249" name="">
            <a:extLst xmlns:a="http://schemas.openxmlformats.org/drawingml/2006/main">
              <a:ext uri="{FF2B5EF4-FFF2-40B4-BE49-F238E27FC236}">
                <a16:creationId xmlns:a16="http://schemas.microsoft.com/office/drawing/2014/main" id="{EDD49823-837C-4BE9-B65A-45686DB4D0A8}"/>
              </a:ext>
            </a:extLst>
          </p:cNvPr>
          <p:cNvSpPr>
            <a:spLocks xmlns:a="http://schemas.openxmlformats.org/drawingml/2006/main" noGrp="1"/>
          </p:cNvSpPr>
          <p:nvPr/>
        </p:nvSpPr>
        <p:spPr>
          <a:xfrm xmlns:a="http://schemas.openxmlformats.org/drawingml/2006/main">
            <a:off x="2432876" y="5286947"/>
            <a:ext cx="716661" cy="1590485"/>
          </a:xfrm>
          <a:custGeom xmlns:a="http://schemas.openxmlformats.org/drawingml/2006/main">
            <a:pathLst>
              <a:path w="716661" h="1590485">
                <a:moveTo>
                  <a:pt x="0" y="0"/>
                </a:moveTo>
                <a:lnTo>
                  <a:pt x="113157" y="0"/>
                </a:lnTo>
                <a:lnTo>
                  <a:pt x="113157" y="1590485"/>
                </a:lnTo>
                <a:lnTo>
                  <a:pt x="716661" y="1590485"/>
                </a:lnTo>
              </a:path>
            </a:pathLst>
          </a:custGeom>
          <a:noFill xmlns:a="http://schemas.openxmlformats.org/drawingml/2006/main"/>
          <a:ln xmlns:a="http://schemas.openxmlformats.org/drawingml/2006/main" w="11316">
            <a:solidFill>
              <a:srgbClr val="22272C"/>
            </a:solidFill>
            <a:prstDash val="solid"/>
          </a:ln>
        </p:spPr>
      </p:sp>
      <p:sp>
        <p:nvSpPr>
          <p:cNvPr id="250" name="">
            <a:extLst xmlns:a="http://schemas.openxmlformats.org/drawingml/2006/main">
              <a:ext uri="{FF2B5EF4-FFF2-40B4-BE49-F238E27FC236}">
                <a16:creationId xmlns:a16="http://schemas.microsoft.com/office/drawing/2014/main" id="{B7C90CF6-8DBD-4BE3-9CB6-7FDAAC932314}"/>
              </a:ext>
            </a:extLst>
          </p:cNvPr>
          <p:cNvSpPr>
            <a:spLocks xmlns:a="http://schemas.openxmlformats.org/drawingml/2006/main" noGrp="1"/>
          </p:cNvSpPr>
          <p:nvPr/>
        </p:nvSpPr>
        <p:spPr>
          <a:xfrm xmlns:a="http://schemas.openxmlformats.org/drawingml/2006/main">
            <a:off x="3149537" y="6877431"/>
            <a:ext cx="95" cy="100584"/>
          </a:xfrm>
          <a:custGeom xmlns:a="http://schemas.openxmlformats.org/drawingml/2006/main">
            <a:pathLst>
              <a:path w="95" h="100584">
                <a:moveTo>
                  <a:pt x="0" y="0"/>
                </a:moveTo>
                <a:lnTo>
                  <a:pt x="0" y="100584"/>
                </a:lnTo>
              </a:path>
            </a:pathLst>
          </a:custGeom>
          <a:noFill xmlns:a="http://schemas.openxmlformats.org/drawingml/2006/main"/>
          <a:ln xmlns:a="http://schemas.openxmlformats.org/drawingml/2006/main" w="11316">
            <a:solidFill>
              <a:srgbClr val="22272C"/>
            </a:solidFill>
            <a:prstDash val="solid"/>
          </a:ln>
        </p:spPr>
      </p:sp>
      <p:sp>
        <p:nvSpPr>
          <p:cNvPr id="251" name="">
            <a:extLst xmlns:a="http://schemas.openxmlformats.org/drawingml/2006/main">
              <a:ext uri="{FF2B5EF4-FFF2-40B4-BE49-F238E27FC236}">
                <a16:creationId xmlns:a16="http://schemas.microsoft.com/office/drawing/2014/main" id="{046F4E80-4526-4112-B3CC-E09D8775EC7F}"/>
              </a:ext>
            </a:extLst>
          </p:cNvPr>
          <p:cNvSpPr>
            <a:spLocks xmlns:a="http://schemas.openxmlformats.org/drawingml/2006/main" noGrp="1"/>
          </p:cNvSpPr>
          <p:nvPr/>
        </p:nvSpPr>
        <p:spPr>
          <a:xfrm xmlns:a="http://schemas.openxmlformats.org/drawingml/2006/main">
            <a:off x="3126466" y="6926354"/>
            <a:ext cx="46141" cy="51661"/>
          </a:xfrm>
          <a:custGeom xmlns:a="http://schemas.openxmlformats.org/drawingml/2006/main">
            <a:pathLst>
              <a:path w="46141" h="51661">
                <a:moveTo>
                  <a:pt x="0" y="0"/>
                </a:moveTo>
                <a:lnTo>
                  <a:pt x="23070" y="51661"/>
                </a:lnTo>
                <a:lnTo>
                  <a:pt x="46141" y="0"/>
                </a:lnTo>
                <a:close/>
              </a:path>
            </a:pathLst>
          </a:custGeom>
          <a:solidFill xmlns:a="http://schemas.openxmlformats.org/drawingml/2006/main">
            <a:srgbClr val="22272C"/>
          </a:solidFill>
          <a:ln xmlns:a="http://schemas.openxmlformats.org/drawingml/2006/main" w="0">
            <a:noFill/>
            <a:prstDash val="solid"/>
          </a:ln>
        </p:spPr>
      </p:sp>
      <p:sp>
        <p:nvSpPr>
          <p:cNvPr id="252" name="">
            <a:extLst xmlns:a="http://schemas.openxmlformats.org/drawingml/2006/main">
              <a:ext uri="{FF2B5EF4-FFF2-40B4-BE49-F238E27FC236}">
                <a16:creationId xmlns:a16="http://schemas.microsoft.com/office/drawing/2014/main" id="{4053B6F9-4AD0-4E09-B171-ED4D48D326FC}"/>
              </a:ext>
            </a:extLst>
          </p:cNvPr>
          <p:cNvSpPr>
            <a:spLocks xmlns:a="http://schemas.openxmlformats.org/drawingml/2006/main" noGrp="1"/>
          </p:cNvSpPr>
          <p:nvPr/>
        </p:nvSpPr>
        <p:spPr>
          <a:xfrm xmlns:a="http://schemas.openxmlformats.org/drawingml/2006/main">
            <a:off x="5387531" y="5286947"/>
            <a:ext cx="716661" cy="1590485"/>
          </a:xfrm>
          <a:custGeom xmlns:a="http://schemas.openxmlformats.org/drawingml/2006/main">
            <a:pathLst>
              <a:path w="716661" h="1590485">
                <a:moveTo>
                  <a:pt x="0" y="0"/>
                </a:moveTo>
                <a:lnTo>
                  <a:pt x="113157" y="0"/>
                </a:lnTo>
                <a:lnTo>
                  <a:pt x="113157" y="1590485"/>
                </a:lnTo>
                <a:lnTo>
                  <a:pt x="716661" y="1590485"/>
                </a:lnTo>
              </a:path>
            </a:pathLst>
          </a:custGeom>
          <a:noFill xmlns:a="http://schemas.openxmlformats.org/drawingml/2006/main"/>
          <a:ln xmlns:a="http://schemas.openxmlformats.org/drawingml/2006/main" w="11316">
            <a:solidFill>
              <a:srgbClr val="22272C"/>
            </a:solidFill>
            <a:prstDash val="solid"/>
          </a:ln>
        </p:spPr>
      </p:sp>
      <p:sp>
        <p:nvSpPr>
          <p:cNvPr id="253" name="">
            <a:extLst xmlns:a="http://schemas.openxmlformats.org/drawingml/2006/main">
              <a:ext uri="{FF2B5EF4-FFF2-40B4-BE49-F238E27FC236}">
                <a16:creationId xmlns:a16="http://schemas.microsoft.com/office/drawing/2014/main" id="{E6E5EBD5-0358-41B1-B940-5A225600B683}"/>
              </a:ext>
            </a:extLst>
          </p:cNvPr>
          <p:cNvSpPr>
            <a:spLocks xmlns:a="http://schemas.openxmlformats.org/drawingml/2006/main" noGrp="1"/>
          </p:cNvSpPr>
          <p:nvPr/>
        </p:nvSpPr>
        <p:spPr>
          <a:xfrm xmlns:a="http://schemas.openxmlformats.org/drawingml/2006/main">
            <a:off x="6104192" y="6877431"/>
            <a:ext cx="95" cy="100584"/>
          </a:xfrm>
          <a:custGeom xmlns:a="http://schemas.openxmlformats.org/drawingml/2006/main">
            <a:pathLst>
              <a:path w="95" h="100584">
                <a:moveTo>
                  <a:pt x="0" y="0"/>
                </a:moveTo>
                <a:lnTo>
                  <a:pt x="0" y="100584"/>
                </a:lnTo>
              </a:path>
            </a:pathLst>
          </a:custGeom>
          <a:noFill xmlns:a="http://schemas.openxmlformats.org/drawingml/2006/main"/>
          <a:ln xmlns:a="http://schemas.openxmlformats.org/drawingml/2006/main" w="11316">
            <a:solidFill>
              <a:srgbClr val="22272C"/>
            </a:solidFill>
            <a:prstDash val="solid"/>
          </a:ln>
        </p:spPr>
      </p:sp>
      <p:sp>
        <p:nvSpPr>
          <p:cNvPr id="254" name="">
            <a:extLst xmlns:a="http://schemas.openxmlformats.org/drawingml/2006/main">
              <a:ext uri="{FF2B5EF4-FFF2-40B4-BE49-F238E27FC236}">
                <a16:creationId xmlns:a16="http://schemas.microsoft.com/office/drawing/2014/main" id="{D1FB0414-6114-4912-8BEF-4B52CEA7E2C4}"/>
              </a:ext>
            </a:extLst>
          </p:cNvPr>
          <p:cNvSpPr>
            <a:spLocks xmlns:a="http://schemas.openxmlformats.org/drawingml/2006/main" noGrp="1"/>
          </p:cNvSpPr>
          <p:nvPr/>
        </p:nvSpPr>
        <p:spPr>
          <a:xfrm xmlns:a="http://schemas.openxmlformats.org/drawingml/2006/main">
            <a:off x="6081121" y="6926354"/>
            <a:ext cx="46141" cy="51661"/>
          </a:xfrm>
          <a:custGeom xmlns:a="http://schemas.openxmlformats.org/drawingml/2006/main">
            <a:pathLst>
              <a:path w="46141" h="51661">
                <a:moveTo>
                  <a:pt x="0" y="0"/>
                </a:moveTo>
                <a:lnTo>
                  <a:pt x="23070" y="51661"/>
                </a:lnTo>
                <a:lnTo>
                  <a:pt x="46141" y="0"/>
                </a:lnTo>
                <a:close/>
              </a:path>
            </a:pathLst>
          </a:custGeom>
          <a:solidFill xmlns:a="http://schemas.openxmlformats.org/drawingml/2006/main">
            <a:srgbClr val="22272C"/>
          </a:solidFill>
          <a:ln xmlns:a="http://schemas.openxmlformats.org/drawingml/2006/main" w="0">
            <a:noFill/>
            <a:prstDash val="solid"/>
          </a:ln>
        </p:spPr>
      </p:sp>
      <p:sp>
        <p:nvSpPr>
          <p:cNvPr id="255" name="">
            <a:extLst xmlns:a="http://schemas.openxmlformats.org/drawingml/2006/main">
              <a:ext uri="{FF2B5EF4-FFF2-40B4-BE49-F238E27FC236}">
                <a16:creationId xmlns:a16="http://schemas.microsoft.com/office/drawing/2014/main" id="{36952B4D-E4C6-4FAE-B391-239F25D7E461}"/>
              </a:ext>
            </a:extLst>
          </p:cNvPr>
          <p:cNvSpPr>
            <a:spLocks xmlns:a="http://schemas.openxmlformats.org/drawingml/2006/main" noGrp="1"/>
          </p:cNvSpPr>
          <p:nvPr/>
        </p:nvSpPr>
        <p:spPr>
          <a:xfrm xmlns:a="http://schemas.openxmlformats.org/drawingml/2006/main">
            <a:off x="6575679" y="5286947"/>
            <a:ext cx="716661" cy="1590485"/>
          </a:xfrm>
          <a:custGeom xmlns:a="http://schemas.openxmlformats.org/drawingml/2006/main">
            <a:pathLst>
              <a:path w="716661" h="1590485">
                <a:moveTo>
                  <a:pt x="0" y="0"/>
                </a:moveTo>
                <a:lnTo>
                  <a:pt x="113157" y="0"/>
                </a:lnTo>
                <a:lnTo>
                  <a:pt x="113157" y="1590485"/>
                </a:lnTo>
                <a:lnTo>
                  <a:pt x="716661" y="1590485"/>
                </a:lnTo>
              </a:path>
            </a:pathLst>
          </a:custGeom>
          <a:noFill xmlns:a="http://schemas.openxmlformats.org/drawingml/2006/main"/>
          <a:ln xmlns:a="http://schemas.openxmlformats.org/drawingml/2006/main" w="11316">
            <a:solidFill>
              <a:srgbClr val="22272C"/>
            </a:solidFill>
            <a:prstDash val="solid"/>
          </a:ln>
        </p:spPr>
      </p:sp>
      <p:sp>
        <p:nvSpPr>
          <p:cNvPr id="256" name="">
            <a:extLst xmlns:a="http://schemas.openxmlformats.org/drawingml/2006/main">
              <a:ext uri="{FF2B5EF4-FFF2-40B4-BE49-F238E27FC236}">
                <a16:creationId xmlns:a16="http://schemas.microsoft.com/office/drawing/2014/main" id="{33B19D99-336F-40E1-989B-370BEB1C425A}"/>
              </a:ext>
            </a:extLst>
          </p:cNvPr>
          <p:cNvSpPr>
            <a:spLocks xmlns:a="http://schemas.openxmlformats.org/drawingml/2006/main" noGrp="1"/>
          </p:cNvSpPr>
          <p:nvPr/>
        </p:nvSpPr>
        <p:spPr>
          <a:xfrm xmlns:a="http://schemas.openxmlformats.org/drawingml/2006/main">
            <a:off x="7292340" y="6877431"/>
            <a:ext cx="95" cy="100584"/>
          </a:xfrm>
          <a:custGeom xmlns:a="http://schemas.openxmlformats.org/drawingml/2006/main">
            <a:pathLst>
              <a:path w="95" h="100584">
                <a:moveTo>
                  <a:pt x="0" y="0"/>
                </a:moveTo>
                <a:lnTo>
                  <a:pt x="0" y="100584"/>
                </a:lnTo>
              </a:path>
            </a:pathLst>
          </a:custGeom>
          <a:noFill xmlns:a="http://schemas.openxmlformats.org/drawingml/2006/main"/>
          <a:ln xmlns:a="http://schemas.openxmlformats.org/drawingml/2006/main" w="11316">
            <a:solidFill>
              <a:srgbClr val="22272C"/>
            </a:solidFill>
            <a:prstDash val="solid"/>
          </a:ln>
        </p:spPr>
      </p:sp>
      <p:sp>
        <p:nvSpPr>
          <p:cNvPr id="257" name="">
            <a:extLst xmlns:a="http://schemas.openxmlformats.org/drawingml/2006/main">
              <a:ext uri="{FF2B5EF4-FFF2-40B4-BE49-F238E27FC236}">
                <a16:creationId xmlns:a16="http://schemas.microsoft.com/office/drawing/2014/main" id="{C0BA35AB-4613-41BC-A124-9B51FCC7BC92}"/>
              </a:ext>
            </a:extLst>
          </p:cNvPr>
          <p:cNvSpPr>
            <a:spLocks xmlns:a="http://schemas.openxmlformats.org/drawingml/2006/main" noGrp="1"/>
          </p:cNvSpPr>
          <p:nvPr/>
        </p:nvSpPr>
        <p:spPr>
          <a:xfrm xmlns:a="http://schemas.openxmlformats.org/drawingml/2006/main">
            <a:off x="7269270" y="6926354"/>
            <a:ext cx="46141" cy="51661"/>
          </a:xfrm>
          <a:custGeom xmlns:a="http://schemas.openxmlformats.org/drawingml/2006/main">
            <a:pathLst>
              <a:path w="46141" h="51661">
                <a:moveTo>
                  <a:pt x="0" y="0"/>
                </a:moveTo>
                <a:lnTo>
                  <a:pt x="23070" y="51661"/>
                </a:lnTo>
                <a:lnTo>
                  <a:pt x="46141" y="0"/>
                </a:lnTo>
                <a:close/>
              </a:path>
            </a:pathLst>
          </a:custGeom>
          <a:solidFill xmlns:a="http://schemas.openxmlformats.org/drawingml/2006/main">
            <a:srgbClr val="22272C"/>
          </a:solidFill>
          <a:ln xmlns:a="http://schemas.openxmlformats.org/drawingml/2006/main" w="0">
            <a:noFill/>
            <a:prstDash val="solid"/>
          </a:ln>
        </p:spPr>
      </p:sp>
      <p:sp>
        <p:nvSpPr>
          <p:cNvPr id="258" name="">
            <a:extLst xmlns:a="http://schemas.openxmlformats.org/drawingml/2006/main">
              <a:ext uri="{FF2B5EF4-FFF2-40B4-BE49-F238E27FC236}">
                <a16:creationId xmlns:a16="http://schemas.microsoft.com/office/drawing/2014/main" id="{EE9F2107-4734-4AEA-8D9C-886A91E94777}"/>
              </a:ext>
            </a:extLst>
          </p:cNvPr>
          <p:cNvSpPr>
            <a:spLocks xmlns:a="http://schemas.openxmlformats.org/drawingml/2006/main" noGrp="1"/>
          </p:cNvSpPr>
          <p:nvPr/>
        </p:nvSpPr>
        <p:spPr>
          <a:xfrm xmlns:a="http://schemas.openxmlformats.org/drawingml/2006/main">
            <a:off x="7763828" y="5286947"/>
            <a:ext cx="716661" cy="1590485"/>
          </a:xfrm>
          <a:custGeom xmlns:a="http://schemas.openxmlformats.org/drawingml/2006/main">
            <a:pathLst>
              <a:path w="716661" h="1590485">
                <a:moveTo>
                  <a:pt x="0" y="0"/>
                </a:moveTo>
                <a:lnTo>
                  <a:pt x="113157" y="0"/>
                </a:lnTo>
                <a:lnTo>
                  <a:pt x="113157" y="1590485"/>
                </a:lnTo>
                <a:lnTo>
                  <a:pt x="716661" y="1590485"/>
                </a:lnTo>
              </a:path>
            </a:pathLst>
          </a:custGeom>
          <a:noFill xmlns:a="http://schemas.openxmlformats.org/drawingml/2006/main"/>
          <a:ln xmlns:a="http://schemas.openxmlformats.org/drawingml/2006/main" w="11316">
            <a:solidFill>
              <a:srgbClr val="22272C"/>
            </a:solidFill>
            <a:prstDash val="solid"/>
          </a:ln>
        </p:spPr>
      </p:sp>
      <p:sp>
        <p:nvSpPr>
          <p:cNvPr id="259" name="">
            <a:extLst xmlns:a="http://schemas.openxmlformats.org/drawingml/2006/main">
              <a:ext uri="{FF2B5EF4-FFF2-40B4-BE49-F238E27FC236}">
                <a16:creationId xmlns:a16="http://schemas.microsoft.com/office/drawing/2014/main" id="{842FA2EF-245C-4306-806A-3B61D0712358}"/>
              </a:ext>
            </a:extLst>
          </p:cNvPr>
          <p:cNvSpPr>
            <a:spLocks xmlns:a="http://schemas.openxmlformats.org/drawingml/2006/main" noGrp="1"/>
          </p:cNvSpPr>
          <p:nvPr/>
        </p:nvSpPr>
        <p:spPr>
          <a:xfrm xmlns:a="http://schemas.openxmlformats.org/drawingml/2006/main">
            <a:off x="8480489" y="6877431"/>
            <a:ext cx="95" cy="100584"/>
          </a:xfrm>
          <a:custGeom xmlns:a="http://schemas.openxmlformats.org/drawingml/2006/main">
            <a:pathLst>
              <a:path w="95" h="100584">
                <a:moveTo>
                  <a:pt x="0" y="0"/>
                </a:moveTo>
                <a:lnTo>
                  <a:pt x="0" y="100584"/>
                </a:lnTo>
              </a:path>
            </a:pathLst>
          </a:custGeom>
          <a:noFill xmlns:a="http://schemas.openxmlformats.org/drawingml/2006/main"/>
          <a:ln xmlns:a="http://schemas.openxmlformats.org/drawingml/2006/main" w="11316">
            <a:solidFill>
              <a:srgbClr val="22272C"/>
            </a:solidFill>
            <a:prstDash val="solid"/>
          </a:ln>
        </p:spPr>
      </p:sp>
      <p:sp>
        <p:nvSpPr>
          <p:cNvPr id="260" name="">
            <a:extLst xmlns:a="http://schemas.openxmlformats.org/drawingml/2006/main">
              <a:ext uri="{FF2B5EF4-FFF2-40B4-BE49-F238E27FC236}">
                <a16:creationId xmlns:a16="http://schemas.microsoft.com/office/drawing/2014/main" id="{8953B924-6438-4F66-AF38-A53D5465CF43}"/>
              </a:ext>
            </a:extLst>
          </p:cNvPr>
          <p:cNvSpPr>
            <a:spLocks xmlns:a="http://schemas.openxmlformats.org/drawingml/2006/main" noGrp="1"/>
          </p:cNvSpPr>
          <p:nvPr/>
        </p:nvSpPr>
        <p:spPr>
          <a:xfrm xmlns:a="http://schemas.openxmlformats.org/drawingml/2006/main">
            <a:off x="8457418" y="6926354"/>
            <a:ext cx="46141" cy="51661"/>
          </a:xfrm>
          <a:custGeom xmlns:a="http://schemas.openxmlformats.org/drawingml/2006/main">
            <a:pathLst>
              <a:path w="46141" h="51661">
                <a:moveTo>
                  <a:pt x="0" y="0"/>
                </a:moveTo>
                <a:lnTo>
                  <a:pt x="23070" y="51661"/>
                </a:lnTo>
                <a:lnTo>
                  <a:pt x="46141" y="0"/>
                </a:lnTo>
                <a:close/>
              </a:path>
            </a:pathLst>
          </a:custGeom>
          <a:solidFill xmlns:a="http://schemas.openxmlformats.org/drawingml/2006/main">
            <a:srgbClr val="22272C"/>
          </a:solidFill>
          <a:ln xmlns:a="http://schemas.openxmlformats.org/drawingml/2006/main" w="0">
            <a:noFill/>
            <a:prstDash val="solid"/>
          </a:ln>
        </p:spPr>
      </p:sp>
      <p:sp>
        <p:nvSpPr>
          <p:cNvPr id="261" name="">
            <a:extLst xmlns:a="http://schemas.openxmlformats.org/drawingml/2006/main">
              <a:ext uri="{FF2B5EF4-FFF2-40B4-BE49-F238E27FC236}">
                <a16:creationId xmlns:a16="http://schemas.microsoft.com/office/drawing/2014/main" id="{C79A31A1-0B94-4E9B-B72F-BF2FA7F01B9E}"/>
              </a:ext>
            </a:extLst>
          </p:cNvPr>
          <p:cNvSpPr>
            <a:spLocks xmlns:a="http://schemas.openxmlformats.org/drawingml/2006/main" noGrp="1"/>
          </p:cNvSpPr>
          <p:nvPr/>
        </p:nvSpPr>
        <p:spPr>
          <a:xfrm xmlns:a="http://schemas.openxmlformats.org/drawingml/2006/main">
            <a:off x="10133838" y="5286947"/>
            <a:ext cx="578358" cy="1590485"/>
          </a:xfrm>
          <a:custGeom xmlns:a="http://schemas.openxmlformats.org/drawingml/2006/main">
            <a:pathLst>
              <a:path w="578358" h="1590485">
                <a:moveTo>
                  <a:pt x="0" y="0"/>
                </a:moveTo>
                <a:lnTo>
                  <a:pt x="113157" y="0"/>
                </a:lnTo>
                <a:lnTo>
                  <a:pt x="113157" y="1590485"/>
                </a:lnTo>
                <a:lnTo>
                  <a:pt x="578358" y="1590485"/>
                </a:lnTo>
              </a:path>
            </a:pathLst>
          </a:custGeom>
          <a:noFill xmlns:a="http://schemas.openxmlformats.org/drawingml/2006/main"/>
          <a:ln xmlns:a="http://schemas.openxmlformats.org/drawingml/2006/main" w="11316">
            <a:solidFill>
              <a:srgbClr val="22272C"/>
            </a:solidFill>
            <a:prstDash val="solid"/>
          </a:ln>
        </p:spPr>
      </p:sp>
      <p:sp>
        <p:nvSpPr>
          <p:cNvPr id="262" name="">
            <a:extLst xmlns:a="http://schemas.openxmlformats.org/drawingml/2006/main">
              <a:ext uri="{FF2B5EF4-FFF2-40B4-BE49-F238E27FC236}">
                <a16:creationId xmlns:a16="http://schemas.microsoft.com/office/drawing/2014/main" id="{BBE1F254-0E10-4B65-AF7B-CE632DEAB597}"/>
              </a:ext>
            </a:extLst>
          </p:cNvPr>
          <p:cNvSpPr>
            <a:spLocks xmlns:a="http://schemas.openxmlformats.org/drawingml/2006/main" noGrp="1"/>
          </p:cNvSpPr>
          <p:nvPr/>
        </p:nvSpPr>
        <p:spPr>
          <a:xfrm xmlns:a="http://schemas.openxmlformats.org/drawingml/2006/main">
            <a:off x="10712196" y="6877431"/>
            <a:ext cx="95" cy="100584"/>
          </a:xfrm>
          <a:custGeom xmlns:a="http://schemas.openxmlformats.org/drawingml/2006/main">
            <a:pathLst>
              <a:path w="95" h="100584">
                <a:moveTo>
                  <a:pt x="0" y="0"/>
                </a:moveTo>
                <a:lnTo>
                  <a:pt x="0" y="100584"/>
                </a:lnTo>
              </a:path>
            </a:pathLst>
          </a:custGeom>
          <a:noFill xmlns:a="http://schemas.openxmlformats.org/drawingml/2006/main"/>
          <a:ln xmlns:a="http://schemas.openxmlformats.org/drawingml/2006/main" w="11316">
            <a:solidFill>
              <a:srgbClr val="22272C"/>
            </a:solidFill>
            <a:prstDash val="solid"/>
          </a:ln>
        </p:spPr>
      </p:sp>
      <p:sp>
        <p:nvSpPr>
          <p:cNvPr id="263" name="">
            <a:extLst xmlns:a="http://schemas.openxmlformats.org/drawingml/2006/main">
              <a:ext uri="{FF2B5EF4-FFF2-40B4-BE49-F238E27FC236}">
                <a16:creationId xmlns:a16="http://schemas.microsoft.com/office/drawing/2014/main" id="{99441D6B-A1C6-4FE4-A326-C1EAE50CB914}"/>
              </a:ext>
            </a:extLst>
          </p:cNvPr>
          <p:cNvSpPr>
            <a:spLocks xmlns:a="http://schemas.openxmlformats.org/drawingml/2006/main" noGrp="1"/>
          </p:cNvSpPr>
          <p:nvPr/>
        </p:nvSpPr>
        <p:spPr>
          <a:xfrm xmlns:a="http://schemas.openxmlformats.org/drawingml/2006/main">
            <a:off x="10689126" y="6926354"/>
            <a:ext cx="46141" cy="51661"/>
          </a:xfrm>
          <a:custGeom xmlns:a="http://schemas.openxmlformats.org/drawingml/2006/main">
            <a:pathLst>
              <a:path w="46141" h="51661">
                <a:moveTo>
                  <a:pt x="0" y="0"/>
                </a:moveTo>
                <a:lnTo>
                  <a:pt x="23070" y="51661"/>
                </a:lnTo>
                <a:lnTo>
                  <a:pt x="46141" y="0"/>
                </a:lnTo>
                <a:close/>
              </a:path>
            </a:pathLst>
          </a:custGeom>
          <a:solidFill xmlns:a="http://schemas.openxmlformats.org/drawingml/2006/main">
            <a:srgbClr val="22272C"/>
          </a:solidFill>
          <a:ln xmlns:a="http://schemas.openxmlformats.org/drawingml/2006/main" w="0">
            <a:noFill/>
            <a:prstDash val="solid"/>
          </a:ln>
        </p:spPr>
      </p:sp>
      <p:sp>
        <p:nvSpPr>
          <p:cNvPr id="264" name="">
            <a:extLst xmlns:a="http://schemas.openxmlformats.org/drawingml/2006/main">
              <a:ext uri="{FF2B5EF4-FFF2-40B4-BE49-F238E27FC236}">
                <a16:creationId xmlns:a16="http://schemas.microsoft.com/office/drawing/2014/main" id="{F6299B06-A109-4B77-9BF1-E1F30CBC93EB}"/>
              </a:ext>
            </a:extLst>
          </p:cNvPr>
          <p:cNvSpPr>
            <a:spLocks xmlns:a="http://schemas.openxmlformats.org/drawingml/2006/main" noGrp="1"/>
          </p:cNvSpPr>
          <p:nvPr/>
        </p:nvSpPr>
        <p:spPr>
          <a:xfrm xmlns:a="http://schemas.openxmlformats.org/drawingml/2006/main">
            <a:off x="232601" y="8178737"/>
            <a:ext cx="163449" cy="150876"/>
          </a:xfrm>
          <a:prstGeom xmlns:a="http://schemas.openxmlformats.org/drawingml/2006/main" prst="rect">
            <a:avLst/>
          </a:prstGeom>
          <a:solidFill xmlns:a="http://schemas.openxmlformats.org/drawingml/2006/main">
            <a:srgbClr val="E9B8C5"/>
          </a:solidFill>
          <a:ln xmlns:a="http://schemas.openxmlformats.org/drawingml/2006/main" w="0">
            <a:solidFill>
              <a:srgbClr val="E9B8C5"/>
            </a:solidFill>
          </a:ln>
        </p:spPr>
      </p:sp>
      <p:sp>
        <p:nvSpPr>
          <p:cNvPr id="265" name="">
            <a:extLst xmlns:a="http://schemas.openxmlformats.org/drawingml/2006/main">
              <a:ext uri="{FF2B5EF4-FFF2-40B4-BE49-F238E27FC236}">
                <a16:creationId xmlns:a16="http://schemas.microsoft.com/office/drawing/2014/main" id="{C6803638-CBC2-4C34-A5E9-ED4551775B3C}"/>
              </a:ext>
            </a:extLst>
          </p:cNvPr>
          <p:cNvSpPr>
            <a:spLocks xmlns:a="http://schemas.openxmlformats.org/drawingml/2006/main" noGrp="1"/>
          </p:cNvSpPr>
          <p:nvPr/>
        </p:nvSpPr>
        <p:spPr>
          <a:xfrm xmlns:a="http://schemas.openxmlformats.org/drawingml/2006/main">
            <a:off x="4274820" y="8178737"/>
            <a:ext cx="163449" cy="150876"/>
          </a:xfrm>
          <a:prstGeom xmlns:a="http://schemas.openxmlformats.org/drawingml/2006/main" prst="rect">
            <a:avLst/>
          </a:prstGeom>
          <a:solidFill xmlns:a="http://schemas.openxmlformats.org/drawingml/2006/main">
            <a:srgbClr val="C6DFB7"/>
          </a:solidFill>
          <a:ln xmlns:a="http://schemas.openxmlformats.org/drawingml/2006/main" w="0">
            <a:solidFill>
              <a:srgbClr val="C6DFB7"/>
            </a:solidFill>
          </a:ln>
        </p:spPr>
      </p:sp>
      <p:sp>
        <p:nvSpPr>
          <p:cNvPr id="266" name="">
            <a:extLst xmlns:a="http://schemas.openxmlformats.org/drawingml/2006/main">
              <a:ext uri="{FF2B5EF4-FFF2-40B4-BE49-F238E27FC236}">
                <a16:creationId xmlns:a16="http://schemas.microsoft.com/office/drawing/2014/main" id="{3D79F04E-E51D-43CE-9DFC-067395A4427B}"/>
              </a:ext>
            </a:extLst>
          </p:cNvPr>
          <p:cNvSpPr>
            <a:spLocks xmlns:a="http://schemas.openxmlformats.org/drawingml/2006/main" noGrp="1"/>
          </p:cNvSpPr>
          <p:nvPr/>
        </p:nvSpPr>
        <p:spPr>
          <a:xfrm xmlns:a="http://schemas.openxmlformats.org/drawingml/2006/main">
            <a:off x="6292787" y="8260461"/>
            <a:ext cx="314325" cy="95"/>
          </a:xfrm>
          <a:custGeom xmlns:a="http://schemas.openxmlformats.org/drawingml/2006/main">
            <a:pathLst>
              <a:path w="314325" h="95">
                <a:moveTo>
                  <a:pt x="0" y="0"/>
                </a:moveTo>
                <a:lnTo>
                  <a:pt x="314325" y="0"/>
                </a:lnTo>
              </a:path>
            </a:pathLst>
          </a:custGeom>
          <a:noFill xmlns:a="http://schemas.openxmlformats.org/drawingml/2006/main"/>
          <a:ln xmlns:a="http://schemas.openxmlformats.org/drawingml/2006/main" w="18860">
            <a:solidFill>
              <a:srgbClr val="3B82BB"/>
            </a:solidFill>
            <a:prstDash val="dash"/>
          </a:ln>
        </p:spPr>
      </p:sp>
      <p:sp>
        <p:nvSpPr>
          <p:cNvPr id="267" name="">
            <a:extLst xmlns:a="http://schemas.openxmlformats.org/drawingml/2006/main">
              <a:ext uri="{FF2B5EF4-FFF2-40B4-BE49-F238E27FC236}">
                <a16:creationId xmlns:a16="http://schemas.microsoft.com/office/drawing/2014/main" id="{E649CB1E-A549-4DA4-8E36-C403D2BDCFB5}"/>
              </a:ext>
            </a:extLst>
          </p:cNvPr>
          <p:cNvSpPr>
            <a:spLocks xmlns:a="http://schemas.openxmlformats.org/drawingml/2006/main" noGrp="1"/>
          </p:cNvSpPr>
          <p:nvPr/>
        </p:nvSpPr>
        <p:spPr>
          <a:xfrm xmlns:a="http://schemas.openxmlformats.org/drawingml/2006/main">
            <a:off x="6555450" y="8237391"/>
            <a:ext cx="51661" cy="46141"/>
          </a:xfrm>
          <a:custGeom xmlns:a="http://schemas.openxmlformats.org/drawingml/2006/main">
            <a:pathLst>
              <a:path w="51661" h="46141">
                <a:moveTo>
                  <a:pt x="0" y="46141"/>
                </a:moveTo>
                <a:lnTo>
                  <a:pt x="51661" y="23070"/>
                </a:lnTo>
                <a:lnTo>
                  <a:pt x="0" y="0"/>
                </a:lnTo>
                <a:close/>
              </a:path>
            </a:pathLst>
          </a:custGeom>
          <a:solidFill xmlns:a="http://schemas.openxmlformats.org/drawingml/2006/main">
            <a:srgbClr val="3B82BB"/>
          </a:solidFill>
          <a:ln xmlns:a="http://schemas.openxmlformats.org/drawingml/2006/main" w="0">
            <a:noFill/>
            <a:prstDash val="solid"/>
          </a:ln>
        </p:spPr>
      </p:sp>
      <p:sp>
        <p:nvSpPr>
          <p:cNvPr id="268" name="(a) CADD: cached state bypasses its producers">
            <a:extLst xmlns:a="http://schemas.openxmlformats.org/drawingml/2006/main">
              <a:ext uri="{FF2B5EF4-FFF2-40B4-BE49-F238E27FC236}">
                <a16:creationId xmlns:a16="http://schemas.microsoft.com/office/drawing/2014/main" id="{E199077E-3931-4A17-99E8-9C11D218B86E}"/>
              </a:ext>
            </a:extLst>
          </p:cNvPr>
          <p:cNvSpPr>
            <a:spLocks xmlns:a="http://schemas.openxmlformats.org/drawingml/2006/main" noGrp="1"/>
          </p:cNvSpPr>
          <p:nvPr/>
        </p:nvSpPr>
        <p:spPr>
          <a:xfrm xmlns:a="http://schemas.openxmlformats.org/drawingml/2006/main" rot="0">
            <a:off x="226314" y="106871"/>
            <a:ext cx="8001000" cy="303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80" b="1" i="0">
                <a:solidFill>
                  <a:srgbClr val="22272C"/>
                </a:solidFill>
                <a:latin typeface="Times New Roman"/>
                <a:ea typeface="Times New Roman"/>
                <a:cs typeface="Times New Roman"/>
              </a:defRPr>
            </a:pPr>
            <a:r>
              <a:rPr sz="1980" b="1" i="0">
                <a:solidFill>
                  <a:srgbClr val="22272C"/>
                </a:solidFill>
                <a:latin typeface="Times New Roman"/>
                <a:ea typeface="Times New Roman"/>
                <a:cs typeface="Times New Roman"/>
              </a:rPr>
              <a:t>(a) CADD: cached state bypasses its producers</a:t>
            </a:r>
          </a:p>
        </p:txBody>
      </p:sp>
      <p:sp>
        <p:nvSpPr>
          <p:cNvPr id="269" name="Recorded dispatch events">
            <a:extLst xmlns:a="http://schemas.openxmlformats.org/drawingml/2006/main">
              <a:ext uri="{FF2B5EF4-FFF2-40B4-BE49-F238E27FC236}">
                <a16:creationId xmlns:a16="http://schemas.microsoft.com/office/drawing/2014/main" id="{C4511F8F-291E-4EA2-9F8D-A09A4DE2852E}"/>
              </a:ext>
            </a:extLst>
          </p:cNvPr>
          <p:cNvSpPr>
            <a:spLocks xmlns:a="http://schemas.openxmlformats.org/drawingml/2006/main" noGrp="1"/>
          </p:cNvSpPr>
          <p:nvPr/>
        </p:nvSpPr>
        <p:spPr>
          <a:xfrm xmlns:a="http://schemas.openxmlformats.org/drawingml/2006/main" rot="0">
            <a:off x="8201025" y="150876"/>
            <a:ext cx="2914650" cy="238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20" b="0" i="0">
                <a:solidFill>
                  <a:srgbClr val="626B70"/>
                </a:solidFill>
                <a:latin typeface="Times New Roman"/>
                <a:ea typeface="Times New Roman"/>
                <a:cs typeface="Times New Roman"/>
              </a:defRPr>
            </a:pPr>
            <a:r>
              <a:rPr sz="1620" b="0" i="0">
                <a:solidFill>
                  <a:srgbClr val="626B70"/>
                </a:solidFill>
                <a:latin typeface="Times New Roman"/>
                <a:ea typeface="Times New Roman"/>
                <a:cs typeface="Times New Roman"/>
              </a:rPr>
              <a:t>Recorded dispatch events</a:t>
            </a:r>
          </a:p>
        </p:txBody>
      </p:sp>
      <p:sp>
        <p:nvSpPr>
          <p:cNvPr id="270" name="Features">
            <a:extLst xmlns:a="http://schemas.openxmlformats.org/drawingml/2006/main">
              <a:ext uri="{FF2B5EF4-FFF2-40B4-BE49-F238E27FC236}">
                <a16:creationId xmlns:a16="http://schemas.microsoft.com/office/drawing/2014/main" id="{A676E1D4-ED2C-4FCD-ABC6-BA7FA36FADFD}"/>
              </a:ext>
            </a:extLst>
          </p:cNvPr>
          <p:cNvSpPr>
            <a:spLocks xmlns:a="http://schemas.openxmlformats.org/drawingml/2006/main" noGrp="1"/>
          </p:cNvSpPr>
          <p:nvPr/>
        </p:nvSpPr>
        <p:spPr>
          <a:xfrm xmlns:a="http://schemas.openxmlformats.org/drawingml/2006/main" rot="0">
            <a:off x="402336" y="2747200"/>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Features</a:t>
            </a:r>
          </a:p>
        </p:txBody>
      </p:sp>
      <p:sp>
        <p:nvSpPr>
          <p:cNvPr id="271" name="Embed.">
            <a:extLst xmlns:a="http://schemas.openxmlformats.org/drawingml/2006/main">
              <a:ext uri="{FF2B5EF4-FFF2-40B4-BE49-F238E27FC236}">
                <a16:creationId xmlns:a16="http://schemas.microsoft.com/office/drawing/2014/main" id="{F35F9125-F85C-4E1C-9828-C67A7A033C9D}"/>
              </a:ext>
            </a:extLst>
          </p:cNvPr>
          <p:cNvSpPr>
            <a:spLocks xmlns:a="http://schemas.openxmlformats.org/drawingml/2006/main" noGrp="1"/>
          </p:cNvSpPr>
          <p:nvPr/>
        </p:nvSpPr>
        <p:spPr>
          <a:xfrm xmlns:a="http://schemas.openxmlformats.org/drawingml/2006/main" rot="0">
            <a:off x="402336" y="2451735"/>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Embed.</a:t>
            </a:r>
          </a:p>
        </p:txBody>
      </p:sp>
      <p:sp>
        <p:nvSpPr>
          <p:cNvPr id="272" name="Trunk">
            <a:extLst xmlns:a="http://schemas.openxmlformats.org/drawingml/2006/main">
              <a:ext uri="{FF2B5EF4-FFF2-40B4-BE49-F238E27FC236}">
                <a16:creationId xmlns:a16="http://schemas.microsoft.com/office/drawing/2014/main" id="{EAC11A0D-DBCC-4A3B-8367-8D0E168CCD6C}"/>
              </a:ext>
            </a:extLst>
          </p:cNvPr>
          <p:cNvSpPr>
            <a:spLocks xmlns:a="http://schemas.openxmlformats.org/drawingml/2006/main" noGrp="1"/>
          </p:cNvSpPr>
          <p:nvPr/>
        </p:nvSpPr>
        <p:spPr>
          <a:xfrm xmlns:a="http://schemas.openxmlformats.org/drawingml/2006/main" rot="0">
            <a:off x="402336" y="2156269"/>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Trunk</a:t>
            </a:r>
          </a:p>
        </p:txBody>
      </p:sp>
      <p:sp>
        <p:nvSpPr>
          <p:cNvPr id="273" name="Input proj.">
            <a:extLst xmlns:a="http://schemas.openxmlformats.org/drawingml/2006/main">
              <a:ext uri="{FF2B5EF4-FFF2-40B4-BE49-F238E27FC236}">
                <a16:creationId xmlns:a16="http://schemas.microsoft.com/office/drawing/2014/main" id="{80C202C2-6BD5-4F82-AF4F-FF592DDDD622}"/>
              </a:ext>
            </a:extLst>
          </p:cNvPr>
          <p:cNvSpPr>
            <a:spLocks xmlns:a="http://schemas.openxmlformats.org/drawingml/2006/main" noGrp="1"/>
          </p:cNvSpPr>
          <p:nvPr/>
        </p:nvSpPr>
        <p:spPr>
          <a:xfrm xmlns:a="http://schemas.openxmlformats.org/drawingml/2006/main" rot="0">
            <a:off x="402336" y="1860804"/>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Input proj.</a:t>
            </a:r>
          </a:p>
        </p:txBody>
      </p:sp>
      <p:sp>
        <p:nvSpPr>
          <p:cNvPr id="274" name="Head A">
            <a:extLst xmlns:a="http://schemas.openxmlformats.org/drawingml/2006/main">
              <a:ext uri="{FF2B5EF4-FFF2-40B4-BE49-F238E27FC236}">
                <a16:creationId xmlns:a16="http://schemas.microsoft.com/office/drawing/2014/main" id="{CB45178E-1F30-4E0A-8CA9-18CE765C2181}"/>
              </a:ext>
            </a:extLst>
          </p:cNvPr>
          <p:cNvSpPr>
            <a:spLocks xmlns:a="http://schemas.openxmlformats.org/drawingml/2006/main" noGrp="1"/>
          </p:cNvSpPr>
          <p:nvPr/>
        </p:nvSpPr>
        <p:spPr>
          <a:xfrm xmlns:a="http://schemas.openxmlformats.org/drawingml/2006/main" rot="0">
            <a:off x="402336" y="1565338"/>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Head A</a:t>
            </a:r>
          </a:p>
        </p:txBody>
      </p:sp>
      <p:sp>
        <p:nvSpPr>
          <p:cNvPr id="275" name="Head B">
            <a:extLst xmlns:a="http://schemas.openxmlformats.org/drawingml/2006/main">
              <a:ext uri="{FF2B5EF4-FFF2-40B4-BE49-F238E27FC236}">
                <a16:creationId xmlns:a16="http://schemas.microsoft.com/office/drawing/2014/main" id="{7FD2D40C-C705-43F9-AF4D-2D02ACCF865F}"/>
              </a:ext>
            </a:extLst>
          </p:cNvPr>
          <p:cNvSpPr>
            <a:spLocks xmlns:a="http://schemas.openxmlformats.org/drawingml/2006/main" noGrp="1"/>
          </p:cNvSpPr>
          <p:nvPr/>
        </p:nvSpPr>
        <p:spPr>
          <a:xfrm xmlns:a="http://schemas.openxmlformats.org/drawingml/2006/main" rot="0">
            <a:off x="402336" y="1269873"/>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Head B</a:t>
            </a:r>
          </a:p>
        </p:txBody>
      </p:sp>
      <p:sp>
        <p:nvSpPr>
          <p:cNvPr id="276" name="x₅">
            <a:extLst xmlns:a="http://schemas.openxmlformats.org/drawingml/2006/main">
              <a:ext uri="{FF2B5EF4-FFF2-40B4-BE49-F238E27FC236}">
                <a16:creationId xmlns:a16="http://schemas.microsoft.com/office/drawing/2014/main" id="{C16DAD8C-E69A-46AC-B1B5-C71D88C32A5D}"/>
              </a:ext>
            </a:extLst>
          </p:cNvPr>
          <p:cNvSpPr>
            <a:spLocks xmlns:a="http://schemas.openxmlformats.org/drawingml/2006/main" noGrp="1"/>
          </p:cNvSpPr>
          <p:nvPr/>
        </p:nvSpPr>
        <p:spPr>
          <a:xfrm xmlns:a="http://schemas.openxmlformats.org/drawingml/2006/main" rot="0">
            <a:off x="402336" y="3080385"/>
            <a:ext cx="1081278" cy="274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81" b="0" i="1">
                <a:solidFill>
                  <a:srgbClr val="22272C"/>
                </a:solidFill>
                <a:latin typeface="Times New Roman"/>
                <a:ea typeface="Times New Roman"/>
                <a:cs typeface="Times New Roman"/>
              </a:defRPr>
            </a:pPr>
            <a:r>
              <a:rPr sz="1881" b="0" i="1">
                <a:solidFill>
                  <a:srgbClr val="22272C"/>
                </a:solidFill>
                <a:latin typeface="Times New Roman"/>
                <a:ea typeface="Times New Roman"/>
                <a:cs typeface="Times New Roman"/>
              </a:rPr>
              <a:t>x₅</a:t>
            </a:r>
          </a:p>
        </p:txBody>
      </p:sp>
      <p:sp>
        <p:nvSpPr>
          <p:cNvPr id="277" name="v₅">
            <a:extLst xmlns:a="http://schemas.openxmlformats.org/drawingml/2006/main">
              <a:ext uri="{FF2B5EF4-FFF2-40B4-BE49-F238E27FC236}">
                <a16:creationId xmlns:a16="http://schemas.microsoft.com/office/drawing/2014/main" id="{60C9B34A-B5FF-4B7B-9E41-70F3D7D63190}"/>
              </a:ext>
            </a:extLst>
          </p:cNvPr>
          <p:cNvSpPr>
            <a:spLocks xmlns:a="http://schemas.openxmlformats.org/drawingml/2006/main" noGrp="1"/>
          </p:cNvSpPr>
          <p:nvPr/>
        </p:nvSpPr>
        <p:spPr>
          <a:xfrm xmlns:a="http://schemas.openxmlformats.org/drawingml/2006/main" rot="0">
            <a:off x="402336" y="817245"/>
            <a:ext cx="1081278"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v₅</a:t>
            </a:r>
          </a:p>
        </p:txBody>
      </p:sp>
      <p:sp>
        <p:nvSpPr>
          <p:cNvPr id="278" name="k = 5">
            <a:extLst xmlns:a="http://schemas.openxmlformats.org/drawingml/2006/main">
              <a:ext uri="{FF2B5EF4-FFF2-40B4-BE49-F238E27FC236}">
                <a16:creationId xmlns:a16="http://schemas.microsoft.com/office/drawing/2014/main" id="{6DF2FE47-8661-4465-9937-BA903BC041C4}"/>
              </a:ext>
            </a:extLst>
          </p:cNvPr>
          <p:cNvSpPr>
            <a:spLocks xmlns:a="http://schemas.openxmlformats.org/drawingml/2006/main" noGrp="1"/>
          </p:cNvSpPr>
          <p:nvPr/>
        </p:nvSpPr>
        <p:spPr>
          <a:xfrm xmlns:a="http://schemas.openxmlformats.org/drawingml/2006/main" rot="0">
            <a:off x="402336" y="3350705"/>
            <a:ext cx="1081278" cy="25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32" b="0" i="1">
                <a:solidFill>
                  <a:srgbClr val="22272C"/>
                </a:solidFill>
                <a:latin typeface="Times New Roman"/>
                <a:ea typeface="Times New Roman"/>
                <a:cs typeface="Times New Roman"/>
              </a:defRPr>
            </a:pPr>
            <a:r>
              <a:rPr sz="1732" b="0" i="1">
                <a:solidFill>
                  <a:srgbClr val="22272C"/>
                </a:solidFill>
                <a:latin typeface="Times New Roman"/>
                <a:ea typeface="Times New Roman"/>
                <a:cs typeface="Times New Roman"/>
              </a:rPr>
              <a:t>k = 5</a:t>
            </a:r>
          </a:p>
        </p:txBody>
      </p:sp>
      <p:sp>
        <p:nvSpPr>
          <p:cNvPr id="279" name="Head B">
            <a:extLst xmlns:a="http://schemas.openxmlformats.org/drawingml/2006/main">
              <a:ext uri="{FF2B5EF4-FFF2-40B4-BE49-F238E27FC236}">
                <a16:creationId xmlns:a16="http://schemas.microsoft.com/office/drawing/2014/main" id="{7230E43E-05E8-4F01-BE8C-42279E286279}"/>
              </a:ext>
            </a:extLst>
          </p:cNvPr>
          <p:cNvSpPr>
            <a:spLocks xmlns:a="http://schemas.openxmlformats.org/drawingml/2006/main" noGrp="1"/>
          </p:cNvSpPr>
          <p:nvPr/>
        </p:nvSpPr>
        <p:spPr>
          <a:xfrm xmlns:a="http://schemas.openxmlformats.org/drawingml/2006/main" rot="0">
            <a:off x="1986534" y="2747200"/>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Head B</a:t>
            </a:r>
          </a:p>
        </p:txBody>
      </p:sp>
      <p:sp>
        <p:nvSpPr>
          <p:cNvPr id="280" name="eₖ, mₖ">
            <a:extLst xmlns:a="http://schemas.openxmlformats.org/drawingml/2006/main">
              <a:ext uri="{FF2B5EF4-FFF2-40B4-BE49-F238E27FC236}">
                <a16:creationId xmlns:a16="http://schemas.microsoft.com/office/drawing/2014/main" id="{8735807C-6AD3-43AC-ACAB-103A0CB49507}"/>
              </a:ext>
            </a:extLst>
          </p:cNvPr>
          <p:cNvSpPr>
            <a:spLocks xmlns:a="http://schemas.openxmlformats.org/drawingml/2006/main" noGrp="1"/>
          </p:cNvSpPr>
          <p:nvPr/>
        </p:nvSpPr>
        <p:spPr>
          <a:xfrm xmlns:a="http://schemas.openxmlformats.org/drawingml/2006/main" rot="0">
            <a:off x="1986534" y="3080385"/>
            <a:ext cx="1081278" cy="274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81" b="0" i="1">
                <a:solidFill>
                  <a:srgbClr val="22272C"/>
                </a:solidFill>
                <a:latin typeface="Times New Roman"/>
                <a:ea typeface="Times New Roman"/>
                <a:cs typeface="Times New Roman"/>
              </a:defRPr>
            </a:pPr>
            <a:r>
              <a:rPr sz="1881" b="0" i="1">
                <a:solidFill>
                  <a:srgbClr val="22272C"/>
                </a:solidFill>
                <a:latin typeface="Times New Roman"/>
                <a:ea typeface="Times New Roman"/>
                <a:cs typeface="Times New Roman"/>
              </a:rPr>
              <a:t>eₖ, mₖ</a:t>
            </a:r>
          </a:p>
        </p:txBody>
      </p:sp>
      <p:sp>
        <p:nvSpPr>
          <p:cNvPr id="281" name="v₆">
            <a:extLst xmlns:a="http://schemas.openxmlformats.org/drawingml/2006/main">
              <a:ext uri="{FF2B5EF4-FFF2-40B4-BE49-F238E27FC236}">
                <a16:creationId xmlns:a16="http://schemas.microsoft.com/office/drawing/2014/main" id="{A0AC3EDA-17F5-4F94-A0C2-082BCDCED749}"/>
              </a:ext>
            </a:extLst>
          </p:cNvPr>
          <p:cNvSpPr>
            <a:spLocks xmlns:a="http://schemas.openxmlformats.org/drawingml/2006/main" noGrp="1"/>
          </p:cNvSpPr>
          <p:nvPr/>
        </p:nvSpPr>
        <p:spPr>
          <a:xfrm xmlns:a="http://schemas.openxmlformats.org/drawingml/2006/main" rot="0">
            <a:off x="1986534" y="2294573"/>
            <a:ext cx="1081278"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v₆</a:t>
            </a:r>
          </a:p>
        </p:txBody>
      </p:sp>
      <p:sp>
        <p:nvSpPr>
          <p:cNvPr id="282" name="k = 6">
            <a:extLst xmlns:a="http://schemas.openxmlformats.org/drawingml/2006/main">
              <a:ext uri="{FF2B5EF4-FFF2-40B4-BE49-F238E27FC236}">
                <a16:creationId xmlns:a16="http://schemas.microsoft.com/office/drawing/2014/main" id="{E059FE31-167B-4912-ADC6-72146D3E10A6}"/>
              </a:ext>
            </a:extLst>
          </p:cNvPr>
          <p:cNvSpPr>
            <a:spLocks xmlns:a="http://schemas.openxmlformats.org/drawingml/2006/main" noGrp="1"/>
          </p:cNvSpPr>
          <p:nvPr/>
        </p:nvSpPr>
        <p:spPr>
          <a:xfrm xmlns:a="http://schemas.openxmlformats.org/drawingml/2006/main" rot="0">
            <a:off x="1986534" y="3350705"/>
            <a:ext cx="1081278" cy="25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32" b="0" i="1">
                <a:solidFill>
                  <a:srgbClr val="22272C"/>
                </a:solidFill>
                <a:latin typeface="Times New Roman"/>
                <a:ea typeface="Times New Roman"/>
                <a:cs typeface="Times New Roman"/>
              </a:defRPr>
            </a:pPr>
            <a:r>
              <a:rPr sz="1732" b="0" i="1">
                <a:solidFill>
                  <a:srgbClr val="22272C"/>
                </a:solidFill>
                <a:latin typeface="Times New Roman"/>
                <a:ea typeface="Times New Roman"/>
                <a:cs typeface="Times New Roman"/>
              </a:rPr>
              <a:t>k = 6</a:t>
            </a:r>
          </a:p>
        </p:txBody>
      </p:sp>
      <p:sp>
        <p:nvSpPr>
          <p:cNvPr id="283" name="Head B">
            <a:extLst xmlns:a="http://schemas.openxmlformats.org/drawingml/2006/main">
              <a:ext uri="{FF2B5EF4-FFF2-40B4-BE49-F238E27FC236}">
                <a16:creationId xmlns:a16="http://schemas.microsoft.com/office/drawing/2014/main" id="{15DB7E2D-67AF-482E-8DBC-BA3C07858562}"/>
              </a:ext>
            </a:extLst>
          </p:cNvPr>
          <p:cNvSpPr>
            <a:spLocks xmlns:a="http://schemas.openxmlformats.org/drawingml/2006/main" noGrp="1"/>
          </p:cNvSpPr>
          <p:nvPr/>
        </p:nvSpPr>
        <p:spPr>
          <a:xfrm xmlns:a="http://schemas.openxmlformats.org/drawingml/2006/main" rot="0">
            <a:off x="3570732" y="2747200"/>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Head B</a:t>
            </a:r>
          </a:p>
        </p:txBody>
      </p:sp>
      <p:sp>
        <p:nvSpPr>
          <p:cNvPr id="284" name="eₖ, mₖ">
            <a:extLst xmlns:a="http://schemas.openxmlformats.org/drawingml/2006/main">
              <a:ext uri="{FF2B5EF4-FFF2-40B4-BE49-F238E27FC236}">
                <a16:creationId xmlns:a16="http://schemas.microsoft.com/office/drawing/2014/main" id="{20C158E6-6DC2-4C8A-B8F5-EF847EC5BB51}"/>
              </a:ext>
            </a:extLst>
          </p:cNvPr>
          <p:cNvSpPr>
            <a:spLocks xmlns:a="http://schemas.openxmlformats.org/drawingml/2006/main" noGrp="1"/>
          </p:cNvSpPr>
          <p:nvPr/>
        </p:nvSpPr>
        <p:spPr>
          <a:xfrm xmlns:a="http://schemas.openxmlformats.org/drawingml/2006/main" rot="0">
            <a:off x="3570732" y="3080385"/>
            <a:ext cx="1081278" cy="274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81" b="0" i="1">
                <a:solidFill>
                  <a:srgbClr val="22272C"/>
                </a:solidFill>
                <a:latin typeface="Times New Roman"/>
                <a:ea typeface="Times New Roman"/>
                <a:cs typeface="Times New Roman"/>
              </a:defRPr>
            </a:pPr>
            <a:r>
              <a:rPr sz="1881" b="0" i="1">
                <a:solidFill>
                  <a:srgbClr val="22272C"/>
                </a:solidFill>
                <a:latin typeface="Times New Roman"/>
                <a:ea typeface="Times New Roman"/>
                <a:cs typeface="Times New Roman"/>
              </a:rPr>
              <a:t>eₖ, mₖ</a:t>
            </a:r>
          </a:p>
        </p:txBody>
      </p:sp>
      <p:sp>
        <p:nvSpPr>
          <p:cNvPr id="285" name="v₇">
            <a:extLst xmlns:a="http://schemas.openxmlformats.org/drawingml/2006/main">
              <a:ext uri="{FF2B5EF4-FFF2-40B4-BE49-F238E27FC236}">
                <a16:creationId xmlns:a16="http://schemas.microsoft.com/office/drawing/2014/main" id="{CB601922-C540-4E3B-9C77-F0289A616BEB}"/>
              </a:ext>
            </a:extLst>
          </p:cNvPr>
          <p:cNvSpPr>
            <a:spLocks xmlns:a="http://schemas.openxmlformats.org/drawingml/2006/main" noGrp="1"/>
          </p:cNvSpPr>
          <p:nvPr/>
        </p:nvSpPr>
        <p:spPr>
          <a:xfrm xmlns:a="http://schemas.openxmlformats.org/drawingml/2006/main" rot="0">
            <a:off x="3570732" y="2294573"/>
            <a:ext cx="1081278"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v₇</a:t>
            </a:r>
          </a:p>
        </p:txBody>
      </p:sp>
      <p:sp>
        <p:nvSpPr>
          <p:cNvPr id="286" name="k = 7">
            <a:extLst xmlns:a="http://schemas.openxmlformats.org/drawingml/2006/main">
              <a:ext uri="{FF2B5EF4-FFF2-40B4-BE49-F238E27FC236}">
                <a16:creationId xmlns:a16="http://schemas.microsoft.com/office/drawing/2014/main" id="{C3FBEF48-2773-45E6-98ED-2C1547F6392D}"/>
              </a:ext>
            </a:extLst>
          </p:cNvPr>
          <p:cNvSpPr>
            <a:spLocks xmlns:a="http://schemas.openxmlformats.org/drawingml/2006/main" noGrp="1"/>
          </p:cNvSpPr>
          <p:nvPr/>
        </p:nvSpPr>
        <p:spPr>
          <a:xfrm xmlns:a="http://schemas.openxmlformats.org/drawingml/2006/main" rot="0">
            <a:off x="3570732" y="3350705"/>
            <a:ext cx="1081278" cy="25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32" b="0" i="1">
                <a:solidFill>
                  <a:srgbClr val="22272C"/>
                </a:solidFill>
                <a:latin typeface="Times New Roman"/>
                <a:ea typeface="Times New Roman"/>
                <a:cs typeface="Times New Roman"/>
              </a:defRPr>
            </a:pPr>
            <a:r>
              <a:rPr sz="1732" b="0" i="1">
                <a:solidFill>
                  <a:srgbClr val="22272C"/>
                </a:solidFill>
                <a:latin typeface="Times New Roman"/>
                <a:ea typeface="Times New Roman"/>
                <a:cs typeface="Times New Roman"/>
              </a:rPr>
              <a:t>k = 7</a:t>
            </a:r>
          </a:p>
        </p:txBody>
      </p:sp>
      <p:sp>
        <p:nvSpPr>
          <p:cNvPr id="287" name="Features">
            <a:extLst xmlns:a="http://schemas.openxmlformats.org/drawingml/2006/main">
              <a:ext uri="{FF2B5EF4-FFF2-40B4-BE49-F238E27FC236}">
                <a16:creationId xmlns:a16="http://schemas.microsoft.com/office/drawing/2014/main" id="{3548381E-3C32-4002-9864-AA158410AFBB}"/>
              </a:ext>
            </a:extLst>
          </p:cNvPr>
          <p:cNvSpPr>
            <a:spLocks xmlns:a="http://schemas.openxmlformats.org/drawingml/2006/main" noGrp="1"/>
          </p:cNvSpPr>
          <p:nvPr/>
        </p:nvSpPr>
        <p:spPr>
          <a:xfrm xmlns:a="http://schemas.openxmlformats.org/drawingml/2006/main" rot="0">
            <a:off x="5934456" y="2747200"/>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Features</a:t>
            </a:r>
          </a:p>
        </p:txBody>
      </p:sp>
      <p:sp>
        <p:nvSpPr>
          <p:cNvPr id="288" name="Embed.">
            <a:extLst xmlns:a="http://schemas.openxmlformats.org/drawingml/2006/main">
              <a:ext uri="{FF2B5EF4-FFF2-40B4-BE49-F238E27FC236}">
                <a16:creationId xmlns:a16="http://schemas.microsoft.com/office/drawing/2014/main" id="{E40D77AE-425B-496A-8030-EC82AAEF38F9}"/>
              </a:ext>
            </a:extLst>
          </p:cNvPr>
          <p:cNvSpPr>
            <a:spLocks xmlns:a="http://schemas.openxmlformats.org/drawingml/2006/main" noGrp="1"/>
          </p:cNvSpPr>
          <p:nvPr/>
        </p:nvSpPr>
        <p:spPr>
          <a:xfrm xmlns:a="http://schemas.openxmlformats.org/drawingml/2006/main" rot="0">
            <a:off x="5934456" y="2451735"/>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Embed.</a:t>
            </a:r>
          </a:p>
        </p:txBody>
      </p:sp>
      <p:sp>
        <p:nvSpPr>
          <p:cNvPr id="289" name="Trunk">
            <a:extLst xmlns:a="http://schemas.openxmlformats.org/drawingml/2006/main">
              <a:ext uri="{FF2B5EF4-FFF2-40B4-BE49-F238E27FC236}">
                <a16:creationId xmlns:a16="http://schemas.microsoft.com/office/drawing/2014/main" id="{3C3BDBD5-E16F-404F-85DD-DE59E23FFBF8}"/>
              </a:ext>
            </a:extLst>
          </p:cNvPr>
          <p:cNvSpPr>
            <a:spLocks xmlns:a="http://schemas.openxmlformats.org/drawingml/2006/main" noGrp="1"/>
          </p:cNvSpPr>
          <p:nvPr/>
        </p:nvSpPr>
        <p:spPr>
          <a:xfrm xmlns:a="http://schemas.openxmlformats.org/drawingml/2006/main" rot="0">
            <a:off x="5934456" y="2156269"/>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Trunk</a:t>
            </a:r>
          </a:p>
        </p:txBody>
      </p:sp>
      <p:sp>
        <p:nvSpPr>
          <p:cNvPr id="290" name="Input proj.">
            <a:extLst xmlns:a="http://schemas.openxmlformats.org/drawingml/2006/main">
              <a:ext uri="{FF2B5EF4-FFF2-40B4-BE49-F238E27FC236}">
                <a16:creationId xmlns:a16="http://schemas.microsoft.com/office/drawing/2014/main" id="{8B4CB57A-FFE9-4D1C-A64F-701CD928DBAC}"/>
              </a:ext>
            </a:extLst>
          </p:cNvPr>
          <p:cNvSpPr>
            <a:spLocks xmlns:a="http://schemas.openxmlformats.org/drawingml/2006/main" noGrp="1"/>
          </p:cNvSpPr>
          <p:nvPr/>
        </p:nvSpPr>
        <p:spPr>
          <a:xfrm xmlns:a="http://schemas.openxmlformats.org/drawingml/2006/main" rot="0">
            <a:off x="5934456" y="1860804"/>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Input proj.</a:t>
            </a:r>
          </a:p>
        </p:txBody>
      </p:sp>
      <p:sp>
        <p:nvSpPr>
          <p:cNvPr id="291" name="Head A">
            <a:extLst xmlns:a="http://schemas.openxmlformats.org/drawingml/2006/main">
              <a:ext uri="{FF2B5EF4-FFF2-40B4-BE49-F238E27FC236}">
                <a16:creationId xmlns:a16="http://schemas.microsoft.com/office/drawing/2014/main" id="{8821FF06-42DE-4C53-8C6A-AEC93A843123}"/>
              </a:ext>
            </a:extLst>
          </p:cNvPr>
          <p:cNvSpPr>
            <a:spLocks xmlns:a="http://schemas.openxmlformats.org/drawingml/2006/main" noGrp="1"/>
          </p:cNvSpPr>
          <p:nvPr/>
        </p:nvSpPr>
        <p:spPr>
          <a:xfrm xmlns:a="http://schemas.openxmlformats.org/drawingml/2006/main" rot="0">
            <a:off x="5934456" y="1565338"/>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Head A</a:t>
            </a:r>
          </a:p>
        </p:txBody>
      </p:sp>
      <p:sp>
        <p:nvSpPr>
          <p:cNvPr id="292" name="Head B">
            <a:extLst xmlns:a="http://schemas.openxmlformats.org/drawingml/2006/main">
              <a:ext uri="{FF2B5EF4-FFF2-40B4-BE49-F238E27FC236}">
                <a16:creationId xmlns:a16="http://schemas.microsoft.com/office/drawing/2014/main" id="{6D2396EE-BA47-424D-99A2-21CFDE69E084}"/>
              </a:ext>
            </a:extLst>
          </p:cNvPr>
          <p:cNvSpPr>
            <a:spLocks xmlns:a="http://schemas.openxmlformats.org/drawingml/2006/main" noGrp="1"/>
          </p:cNvSpPr>
          <p:nvPr/>
        </p:nvSpPr>
        <p:spPr>
          <a:xfrm xmlns:a="http://schemas.openxmlformats.org/drawingml/2006/main" rot="0">
            <a:off x="5934456" y="1269873"/>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Head B</a:t>
            </a:r>
          </a:p>
        </p:txBody>
      </p:sp>
      <p:sp>
        <p:nvSpPr>
          <p:cNvPr id="293" name="x₁₀">
            <a:extLst xmlns:a="http://schemas.openxmlformats.org/drawingml/2006/main">
              <a:ext uri="{FF2B5EF4-FFF2-40B4-BE49-F238E27FC236}">
                <a16:creationId xmlns:a16="http://schemas.microsoft.com/office/drawing/2014/main" id="{0AA8B838-8817-42FF-B21C-A422480EA656}"/>
              </a:ext>
            </a:extLst>
          </p:cNvPr>
          <p:cNvSpPr>
            <a:spLocks xmlns:a="http://schemas.openxmlformats.org/drawingml/2006/main" noGrp="1"/>
          </p:cNvSpPr>
          <p:nvPr/>
        </p:nvSpPr>
        <p:spPr>
          <a:xfrm xmlns:a="http://schemas.openxmlformats.org/drawingml/2006/main" rot="0">
            <a:off x="5934456" y="3080385"/>
            <a:ext cx="1081278" cy="274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81" b="0" i="1">
                <a:solidFill>
                  <a:srgbClr val="22272C"/>
                </a:solidFill>
                <a:latin typeface="Times New Roman"/>
                <a:ea typeface="Times New Roman"/>
                <a:cs typeface="Times New Roman"/>
              </a:defRPr>
            </a:pPr>
            <a:r>
              <a:rPr sz="1881" b="0" i="1">
                <a:solidFill>
                  <a:srgbClr val="22272C"/>
                </a:solidFill>
                <a:latin typeface="Times New Roman"/>
                <a:ea typeface="Times New Roman"/>
                <a:cs typeface="Times New Roman"/>
              </a:rPr>
              <a:t>x₁₀</a:t>
            </a:r>
          </a:p>
        </p:txBody>
      </p:sp>
      <p:sp>
        <p:nvSpPr>
          <p:cNvPr id="294" name="v₁₀">
            <a:extLst xmlns:a="http://schemas.openxmlformats.org/drawingml/2006/main">
              <a:ext uri="{FF2B5EF4-FFF2-40B4-BE49-F238E27FC236}">
                <a16:creationId xmlns:a16="http://schemas.microsoft.com/office/drawing/2014/main" id="{15AA3DDC-FD4C-4E5D-97EC-BB4B45331245}"/>
              </a:ext>
            </a:extLst>
          </p:cNvPr>
          <p:cNvSpPr>
            <a:spLocks xmlns:a="http://schemas.openxmlformats.org/drawingml/2006/main" noGrp="1"/>
          </p:cNvSpPr>
          <p:nvPr/>
        </p:nvSpPr>
        <p:spPr>
          <a:xfrm xmlns:a="http://schemas.openxmlformats.org/drawingml/2006/main" rot="0">
            <a:off x="5934456" y="817245"/>
            <a:ext cx="1081278"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v₁₀</a:t>
            </a:r>
          </a:p>
        </p:txBody>
      </p:sp>
      <p:sp>
        <p:nvSpPr>
          <p:cNvPr id="295" name="k = 10">
            <a:extLst xmlns:a="http://schemas.openxmlformats.org/drawingml/2006/main">
              <a:ext uri="{FF2B5EF4-FFF2-40B4-BE49-F238E27FC236}">
                <a16:creationId xmlns:a16="http://schemas.microsoft.com/office/drawing/2014/main" id="{C2C54B37-7EA0-4C4E-87AC-3D86F8E3C191}"/>
              </a:ext>
            </a:extLst>
          </p:cNvPr>
          <p:cNvSpPr>
            <a:spLocks xmlns:a="http://schemas.openxmlformats.org/drawingml/2006/main" noGrp="1"/>
          </p:cNvSpPr>
          <p:nvPr/>
        </p:nvSpPr>
        <p:spPr>
          <a:xfrm xmlns:a="http://schemas.openxmlformats.org/drawingml/2006/main" rot="0">
            <a:off x="5934456" y="3350705"/>
            <a:ext cx="1081278" cy="25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32" b="0" i="1">
                <a:solidFill>
                  <a:srgbClr val="22272C"/>
                </a:solidFill>
                <a:latin typeface="Times New Roman"/>
                <a:ea typeface="Times New Roman"/>
                <a:cs typeface="Times New Roman"/>
              </a:defRPr>
            </a:pPr>
            <a:r>
              <a:rPr sz="1732" b="0" i="1">
                <a:solidFill>
                  <a:srgbClr val="22272C"/>
                </a:solidFill>
                <a:latin typeface="Times New Roman"/>
                <a:ea typeface="Times New Roman"/>
                <a:cs typeface="Times New Roman"/>
              </a:rPr>
              <a:t>k = 10</a:t>
            </a:r>
          </a:p>
        </p:txBody>
      </p:sp>
      <p:sp>
        <p:nvSpPr>
          <p:cNvPr id="296" name="Head B">
            <a:extLst xmlns:a="http://schemas.openxmlformats.org/drawingml/2006/main">
              <a:ext uri="{FF2B5EF4-FFF2-40B4-BE49-F238E27FC236}">
                <a16:creationId xmlns:a16="http://schemas.microsoft.com/office/drawing/2014/main" id="{E4637BF6-C682-42B5-9B58-9C3DCB0120C6}"/>
              </a:ext>
            </a:extLst>
          </p:cNvPr>
          <p:cNvSpPr>
            <a:spLocks xmlns:a="http://schemas.openxmlformats.org/drawingml/2006/main" noGrp="1"/>
          </p:cNvSpPr>
          <p:nvPr/>
        </p:nvSpPr>
        <p:spPr>
          <a:xfrm xmlns:a="http://schemas.openxmlformats.org/drawingml/2006/main" rot="0">
            <a:off x="7518654" y="2747200"/>
            <a:ext cx="1081278"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Head B</a:t>
            </a:r>
          </a:p>
        </p:txBody>
      </p:sp>
      <p:sp>
        <p:nvSpPr>
          <p:cNvPr id="297" name="eₖ, mₖ">
            <a:extLst xmlns:a="http://schemas.openxmlformats.org/drawingml/2006/main">
              <a:ext uri="{FF2B5EF4-FFF2-40B4-BE49-F238E27FC236}">
                <a16:creationId xmlns:a16="http://schemas.microsoft.com/office/drawing/2014/main" id="{20815CC9-3488-41A1-88DD-9E26916686BF}"/>
              </a:ext>
            </a:extLst>
          </p:cNvPr>
          <p:cNvSpPr>
            <a:spLocks xmlns:a="http://schemas.openxmlformats.org/drawingml/2006/main" noGrp="1"/>
          </p:cNvSpPr>
          <p:nvPr/>
        </p:nvSpPr>
        <p:spPr>
          <a:xfrm xmlns:a="http://schemas.openxmlformats.org/drawingml/2006/main" rot="0">
            <a:off x="7518654" y="3080385"/>
            <a:ext cx="1081278" cy="274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81" b="0" i="1">
                <a:solidFill>
                  <a:srgbClr val="22272C"/>
                </a:solidFill>
                <a:latin typeface="Times New Roman"/>
                <a:ea typeface="Times New Roman"/>
                <a:cs typeface="Times New Roman"/>
              </a:defRPr>
            </a:pPr>
            <a:r>
              <a:rPr sz="1881" b="0" i="1">
                <a:solidFill>
                  <a:srgbClr val="22272C"/>
                </a:solidFill>
                <a:latin typeface="Times New Roman"/>
                <a:ea typeface="Times New Roman"/>
                <a:cs typeface="Times New Roman"/>
              </a:rPr>
              <a:t>eₖ, mₖ</a:t>
            </a:r>
          </a:p>
        </p:txBody>
      </p:sp>
      <p:sp>
        <p:nvSpPr>
          <p:cNvPr id="298" name="v₁₂">
            <a:extLst xmlns:a="http://schemas.openxmlformats.org/drawingml/2006/main">
              <a:ext uri="{FF2B5EF4-FFF2-40B4-BE49-F238E27FC236}">
                <a16:creationId xmlns:a16="http://schemas.microsoft.com/office/drawing/2014/main" id="{251CEC0E-3B80-4202-9ACB-6DB75287C60D}"/>
              </a:ext>
            </a:extLst>
          </p:cNvPr>
          <p:cNvSpPr>
            <a:spLocks xmlns:a="http://schemas.openxmlformats.org/drawingml/2006/main" noGrp="1"/>
          </p:cNvSpPr>
          <p:nvPr/>
        </p:nvSpPr>
        <p:spPr>
          <a:xfrm xmlns:a="http://schemas.openxmlformats.org/drawingml/2006/main" rot="0">
            <a:off x="7518654" y="2294573"/>
            <a:ext cx="1081278"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v₁₂</a:t>
            </a:r>
          </a:p>
        </p:txBody>
      </p:sp>
      <p:sp>
        <p:nvSpPr>
          <p:cNvPr id="299" name="k = 12">
            <a:extLst xmlns:a="http://schemas.openxmlformats.org/drawingml/2006/main">
              <a:ext uri="{FF2B5EF4-FFF2-40B4-BE49-F238E27FC236}">
                <a16:creationId xmlns:a16="http://schemas.microsoft.com/office/drawing/2014/main" id="{8BCD2482-19FE-40DA-B1C5-C83A1557BDAB}"/>
              </a:ext>
            </a:extLst>
          </p:cNvPr>
          <p:cNvSpPr>
            <a:spLocks xmlns:a="http://schemas.openxmlformats.org/drawingml/2006/main" noGrp="1"/>
          </p:cNvSpPr>
          <p:nvPr/>
        </p:nvSpPr>
        <p:spPr>
          <a:xfrm xmlns:a="http://schemas.openxmlformats.org/drawingml/2006/main" rot="0">
            <a:off x="7518654" y="3350705"/>
            <a:ext cx="1081278" cy="25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32" b="0" i="1">
                <a:solidFill>
                  <a:srgbClr val="22272C"/>
                </a:solidFill>
                <a:latin typeface="Times New Roman"/>
                <a:ea typeface="Times New Roman"/>
                <a:cs typeface="Times New Roman"/>
              </a:defRPr>
            </a:pPr>
            <a:r>
              <a:rPr sz="1732" b="0" i="1">
                <a:solidFill>
                  <a:srgbClr val="22272C"/>
                </a:solidFill>
                <a:latin typeface="Times New Roman"/>
                <a:ea typeface="Times New Roman"/>
                <a:cs typeface="Times New Roman"/>
              </a:rPr>
              <a:t>k = 12</a:t>
            </a:r>
          </a:p>
        </p:txBody>
      </p:sp>
      <p:sp>
        <p:nvSpPr>
          <p:cNvPr id="300" name="⋯">
            <a:extLst xmlns:a="http://schemas.openxmlformats.org/drawingml/2006/main">
              <a:ext uri="{FF2B5EF4-FFF2-40B4-BE49-F238E27FC236}">
                <a16:creationId xmlns:a16="http://schemas.microsoft.com/office/drawing/2014/main" id="{1401AC78-8EF0-48D4-8D7E-7940BFCD4062}"/>
              </a:ext>
            </a:extLst>
          </p:cNvPr>
          <p:cNvSpPr>
            <a:spLocks xmlns:a="http://schemas.openxmlformats.org/drawingml/2006/main" noGrp="1"/>
          </p:cNvSpPr>
          <p:nvPr/>
        </p:nvSpPr>
        <p:spPr>
          <a:xfrm xmlns:a="http://schemas.openxmlformats.org/drawingml/2006/main" rot="0">
            <a:off x="4997767" y="2828925"/>
            <a:ext cx="578358" cy="339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7" b="0" i="0">
                <a:solidFill>
                  <a:srgbClr val="22272C"/>
                </a:solidFill>
                <a:latin typeface="Times New Roman"/>
                <a:ea typeface="Times New Roman"/>
                <a:cs typeface="Times New Roman"/>
              </a:defRPr>
            </a:pPr>
            <a:r>
              <a:rPr sz="2327" b="0" i="0">
                <a:solidFill>
                  <a:srgbClr val="22272C"/>
                </a:solidFill>
                <a:latin typeface="Times New Roman"/>
                <a:ea typeface="Times New Roman"/>
                <a:cs typeface="Times New Roman"/>
              </a:rPr>
              <a:t>⋯</a:t>
            </a:r>
          </a:p>
        </p:txBody>
      </p:sp>
      <p:sp>
        <p:nvSpPr>
          <p:cNvPr id="301" name="⋯">
            <a:extLst xmlns:a="http://schemas.openxmlformats.org/drawingml/2006/main">
              <a:ext uri="{FF2B5EF4-FFF2-40B4-BE49-F238E27FC236}">
                <a16:creationId xmlns:a16="http://schemas.microsoft.com/office/drawing/2014/main" id="{CDA134A0-1124-44BE-B904-AA0591310CF0}"/>
              </a:ext>
            </a:extLst>
          </p:cNvPr>
          <p:cNvSpPr>
            <a:spLocks xmlns:a="http://schemas.openxmlformats.org/drawingml/2006/main" noGrp="1"/>
          </p:cNvSpPr>
          <p:nvPr/>
        </p:nvSpPr>
        <p:spPr>
          <a:xfrm xmlns:a="http://schemas.openxmlformats.org/drawingml/2006/main" rot="0">
            <a:off x="7047166" y="2828925"/>
            <a:ext cx="339471" cy="303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79" b="0" i="0">
                <a:solidFill>
                  <a:srgbClr val="22272C"/>
                </a:solidFill>
                <a:latin typeface="Times New Roman"/>
                <a:ea typeface="Times New Roman"/>
                <a:cs typeface="Times New Roman"/>
              </a:defRPr>
            </a:pPr>
            <a:r>
              <a:rPr sz="2079" b="0" i="0">
                <a:solidFill>
                  <a:srgbClr val="22272C"/>
                </a:solidFill>
                <a:latin typeface="Times New Roman"/>
                <a:ea typeface="Times New Roman"/>
                <a:cs typeface="Times New Roman"/>
              </a:rPr>
              <a:t>⋯</a:t>
            </a:r>
          </a:p>
        </p:txBody>
      </p:sp>
      <p:sp>
        <p:nvSpPr>
          <p:cNvPr id="302" name="same cached value">
            <a:extLst xmlns:a="http://schemas.openxmlformats.org/drawingml/2006/main">
              <a:ext uri="{FF2B5EF4-FFF2-40B4-BE49-F238E27FC236}">
                <a16:creationId xmlns:a16="http://schemas.microsoft.com/office/drawing/2014/main" id="{EF3629B9-166A-4CDF-AD5C-2B720D98032F}"/>
              </a:ext>
            </a:extLst>
          </p:cNvPr>
          <p:cNvSpPr>
            <a:spLocks xmlns:a="http://schemas.openxmlformats.org/drawingml/2006/main" noGrp="1"/>
          </p:cNvSpPr>
          <p:nvPr/>
        </p:nvSpPr>
        <p:spPr>
          <a:xfrm xmlns:a="http://schemas.openxmlformats.org/drawingml/2006/main" rot="0">
            <a:off x="1816799" y="1200722"/>
            <a:ext cx="2791206"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0">
                <a:solidFill>
                  <a:srgbClr val="3B82BB"/>
                </a:solidFill>
                <a:latin typeface="Times New Roman"/>
                <a:ea typeface="Times New Roman"/>
                <a:cs typeface="Times New Roman"/>
              </a:defRPr>
            </a:pPr>
            <a:r>
              <a:rPr sz="1782" b="0" i="0">
                <a:solidFill>
                  <a:srgbClr val="3B82BB"/>
                </a:solidFill>
                <a:latin typeface="Times New Roman"/>
                <a:ea typeface="Times New Roman"/>
                <a:cs typeface="Times New Roman"/>
              </a:rPr>
              <a:t>same cached value</a:t>
            </a:r>
          </a:p>
        </p:txBody>
      </p:sp>
      <p:sp>
        <p:nvSpPr>
          <p:cNvPr id="303" name="c₆ = c₇">
            <a:extLst xmlns:a="http://schemas.openxmlformats.org/drawingml/2006/main">
              <a:ext uri="{FF2B5EF4-FFF2-40B4-BE49-F238E27FC236}">
                <a16:creationId xmlns:a16="http://schemas.microsoft.com/office/drawing/2014/main" id="{A12F95D5-44A0-423B-B3C2-70C391E69A6E}"/>
              </a:ext>
            </a:extLst>
          </p:cNvPr>
          <p:cNvSpPr>
            <a:spLocks xmlns:a="http://schemas.openxmlformats.org/drawingml/2006/main" noGrp="1"/>
          </p:cNvSpPr>
          <p:nvPr/>
        </p:nvSpPr>
        <p:spPr>
          <a:xfrm xmlns:a="http://schemas.openxmlformats.org/drawingml/2006/main" rot="0">
            <a:off x="2219135" y="1458468"/>
            <a:ext cx="1571625" cy="28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30" b="0" i="1">
                <a:solidFill>
                  <a:srgbClr val="8650A2"/>
                </a:solidFill>
                <a:latin typeface="Times New Roman"/>
                <a:ea typeface="Times New Roman"/>
                <a:cs typeface="Times New Roman"/>
              </a:defRPr>
            </a:pPr>
            <a:r>
              <a:rPr sz="1930" b="0" i="1">
                <a:solidFill>
                  <a:srgbClr val="8650A2"/>
                </a:solidFill>
                <a:latin typeface="Times New Roman"/>
                <a:ea typeface="Times New Roman"/>
                <a:cs typeface="Times New Roman"/>
              </a:rPr>
              <a:t>c₆ = c₇</a:t>
            </a:r>
          </a:p>
        </p:txBody>
      </p:sp>
      <p:sp>
        <p:nvSpPr>
          <p:cNvPr id="304" name="Accept only if bₖ = 1">
            <a:extLst xmlns:a="http://schemas.openxmlformats.org/drawingml/2006/main">
              <a:ext uri="{FF2B5EF4-FFF2-40B4-BE49-F238E27FC236}">
                <a16:creationId xmlns:a16="http://schemas.microsoft.com/office/drawing/2014/main" id="{1A150CEE-18B1-4250-8D45-14049AB49D1B}"/>
              </a:ext>
            </a:extLst>
          </p:cNvPr>
          <p:cNvSpPr>
            <a:spLocks xmlns:a="http://schemas.openxmlformats.org/drawingml/2006/main" noGrp="1"/>
          </p:cNvSpPr>
          <p:nvPr/>
        </p:nvSpPr>
        <p:spPr>
          <a:xfrm xmlns:a="http://schemas.openxmlformats.org/drawingml/2006/main" rot="0">
            <a:off x="9029700" y="792099"/>
            <a:ext cx="2143125"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i="0">
                <a:solidFill>
                  <a:srgbClr val="22272C"/>
                </a:solidFill>
                <a:latin typeface="Times New Roman"/>
                <a:ea typeface="Times New Roman"/>
                <a:cs typeface="Times New Roman"/>
              </a:defRPr>
            </a:pPr>
            <a:r>
              <a:rPr sz="1688" b="1" i="0">
                <a:solidFill>
                  <a:srgbClr val="22272C"/>
                </a:solidFill>
                <a:latin typeface="Times New Roman"/>
                <a:ea typeface="Times New Roman"/>
                <a:cs typeface="Times New Roman"/>
              </a:rPr>
              <a:t>Accept only if bₖ = 1</a:t>
            </a:r>
          </a:p>
        </p:txBody>
      </p:sp>
      <p:sp>
        <p:nvSpPr>
          <p:cNvPr id="305" name="Reuse Head-A cache / and skip its producers">
            <a:extLst xmlns:a="http://schemas.openxmlformats.org/drawingml/2006/main">
              <a:ext uri="{FF2B5EF4-FFF2-40B4-BE49-F238E27FC236}">
                <a16:creationId xmlns:a16="http://schemas.microsoft.com/office/drawing/2014/main" id="{F80F8F25-CC78-424B-AA81-9B539BA897AA}"/>
              </a:ext>
            </a:extLst>
          </p:cNvPr>
          <p:cNvSpPr>
            <a:spLocks xmlns:a="http://schemas.openxmlformats.org/drawingml/2006/main" noGrp="1"/>
          </p:cNvSpPr>
          <p:nvPr/>
        </p:nvSpPr>
        <p:spPr>
          <a:xfrm xmlns:a="http://schemas.openxmlformats.org/drawingml/2006/main" rot="0">
            <a:off x="9058275" y="1081278"/>
            <a:ext cx="2114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20" b="0" i="0">
                <a:solidFill>
                  <a:srgbClr val="22272C"/>
                </a:solidFill>
                <a:latin typeface="Times New Roman"/>
                <a:ea typeface="Times New Roman"/>
                <a:cs typeface="Times New Roman"/>
              </a:defRPr>
            </a:pPr>
            <a:r>
              <a:rPr sz="1620" b="0" i="0">
                <a:solidFill>
                  <a:srgbClr val="22272C"/>
                </a:solidFill>
                <a:latin typeface="Times New Roman"/>
                <a:ea typeface="Times New Roman"/>
                <a:cs typeface="Times New Roman"/>
              </a:rPr>
              <a:t>Reuse Head-A cache</a:t>
            </a:r>
          </a:p>
          <a:p xmlns:a="http://schemas.openxmlformats.org/drawingml/2006/main">
            <a:pPr algn="ctr">
              <a:defRPr sz="1620" b="0" i="0">
                <a:solidFill>
                  <a:srgbClr val="22272C"/>
                </a:solidFill>
                <a:latin typeface="Times New Roman"/>
                <a:ea typeface="Times New Roman"/>
                <a:cs typeface="Times New Roman"/>
              </a:defRPr>
            </a:pPr>
            <a:r>
              <a:rPr sz="1620" b="0" i="0">
                <a:solidFill>
                  <a:srgbClr val="22272C"/>
                </a:solidFill>
                <a:latin typeface="Times New Roman"/>
                <a:ea typeface="Times New Roman"/>
                <a:cs typeface="Times New Roman"/>
              </a:rPr>
              <a:t>and skip its producers</a:t>
            </a:r>
          </a:p>
        </p:txBody>
      </p:sp>
      <p:sp>
        <p:nvSpPr>
          <p:cNvPr id="306" name="Head B still uses / current eₖ and mₖ">
            <a:extLst xmlns:a="http://schemas.openxmlformats.org/drawingml/2006/main">
              <a:ext uri="{FF2B5EF4-FFF2-40B4-BE49-F238E27FC236}">
                <a16:creationId xmlns:a16="http://schemas.microsoft.com/office/drawing/2014/main" id="{67809516-CB59-4F0E-830D-13E55885A353}"/>
              </a:ext>
            </a:extLst>
          </p:cNvPr>
          <p:cNvSpPr>
            <a:spLocks xmlns:a="http://schemas.openxmlformats.org/drawingml/2006/main" noGrp="1"/>
          </p:cNvSpPr>
          <p:nvPr/>
        </p:nvSpPr>
        <p:spPr>
          <a:xfrm xmlns:a="http://schemas.openxmlformats.org/drawingml/2006/main" rot="0">
            <a:off x="9058275" y="1879663"/>
            <a:ext cx="2114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20" b="0" i="0">
                <a:solidFill>
                  <a:srgbClr val="22272C"/>
                </a:solidFill>
                <a:latin typeface="Times New Roman"/>
                <a:ea typeface="Times New Roman"/>
                <a:cs typeface="Times New Roman"/>
              </a:defRPr>
            </a:pPr>
            <a:r>
              <a:rPr sz="1620" b="0" i="0">
                <a:solidFill>
                  <a:srgbClr val="22272C"/>
                </a:solidFill>
                <a:latin typeface="Times New Roman"/>
                <a:ea typeface="Times New Roman"/>
                <a:cs typeface="Times New Roman"/>
              </a:rPr>
              <a:t>Head B still uses</a:t>
            </a:r>
          </a:p>
          <a:p xmlns:a="http://schemas.openxmlformats.org/drawingml/2006/main">
            <a:pPr algn="ctr">
              <a:defRPr sz="1620" b="0" i="0">
                <a:solidFill>
                  <a:srgbClr val="22272C"/>
                </a:solidFill>
                <a:latin typeface="Times New Roman"/>
                <a:ea typeface="Times New Roman"/>
                <a:cs typeface="Times New Roman"/>
              </a:defRPr>
            </a:pPr>
            <a:r>
              <a:rPr sz="1620" b="0" i="0">
                <a:solidFill>
                  <a:srgbClr val="22272C"/>
                </a:solidFill>
                <a:latin typeface="Times New Roman"/>
                <a:ea typeface="Times New Roman"/>
                <a:cs typeface="Times New Roman"/>
              </a:rPr>
              <a:t>current eₖ and mₖ</a:t>
            </a:r>
          </a:p>
        </p:txBody>
      </p:sp>
      <p:sp>
        <p:nvSpPr>
          <p:cNvPr id="307" name="Sampler update retained">
            <a:extLst xmlns:a="http://schemas.openxmlformats.org/drawingml/2006/main">
              <a:ext uri="{FF2B5EF4-FFF2-40B4-BE49-F238E27FC236}">
                <a16:creationId xmlns:a16="http://schemas.microsoft.com/office/drawing/2014/main" id="{9A606E72-D626-485A-A7FA-12B5B93FAD24}"/>
              </a:ext>
            </a:extLst>
          </p:cNvPr>
          <p:cNvSpPr>
            <a:spLocks xmlns:a="http://schemas.openxmlformats.org/drawingml/2006/main" noGrp="1"/>
          </p:cNvSpPr>
          <p:nvPr/>
        </p:nvSpPr>
        <p:spPr>
          <a:xfrm xmlns:a="http://schemas.openxmlformats.org/drawingml/2006/main" rot="0">
            <a:off x="9058275" y="2388870"/>
            <a:ext cx="2114550" cy="238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22272C"/>
                </a:solidFill>
                <a:latin typeface="Times New Roman"/>
                <a:ea typeface="Times New Roman"/>
                <a:cs typeface="Times New Roman"/>
              </a:defRPr>
            </a:pPr>
            <a:r>
              <a:rPr sz="1575" b="0" i="0">
                <a:solidFill>
                  <a:srgbClr val="22272C"/>
                </a:solidFill>
                <a:latin typeface="Times New Roman"/>
                <a:ea typeface="Times New Roman"/>
                <a:cs typeface="Times New Roman"/>
              </a:rPr>
              <a:t>Sampler update retained</a:t>
            </a:r>
          </a:p>
        </p:txBody>
      </p:sp>
      <p:sp>
        <p:nvSpPr>
          <p:cNvPr id="308" name="Guard failure follows / the reference path">
            <a:extLst xmlns:a="http://schemas.openxmlformats.org/drawingml/2006/main">
              <a:ext uri="{FF2B5EF4-FFF2-40B4-BE49-F238E27FC236}">
                <a16:creationId xmlns:a16="http://schemas.microsoft.com/office/drawing/2014/main" id="{5D2130BB-8729-4FA1-8490-3EF3E5617663}"/>
              </a:ext>
            </a:extLst>
          </p:cNvPr>
          <p:cNvSpPr>
            <a:spLocks xmlns:a="http://schemas.openxmlformats.org/drawingml/2006/main" noGrp="1"/>
          </p:cNvSpPr>
          <p:nvPr/>
        </p:nvSpPr>
        <p:spPr>
          <a:xfrm xmlns:a="http://schemas.openxmlformats.org/drawingml/2006/main" rot="0">
            <a:off x="9058275" y="2960942"/>
            <a:ext cx="211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20" b="0" i="0">
                <a:solidFill>
                  <a:srgbClr val="22272C"/>
                </a:solidFill>
                <a:latin typeface="Times New Roman"/>
                <a:ea typeface="Times New Roman"/>
                <a:cs typeface="Times New Roman"/>
              </a:defRPr>
            </a:pPr>
            <a:r>
              <a:rPr sz="1620" b="0" i="0">
                <a:solidFill>
                  <a:srgbClr val="22272C"/>
                </a:solidFill>
                <a:latin typeface="Times New Roman"/>
                <a:ea typeface="Times New Roman"/>
                <a:cs typeface="Times New Roman"/>
              </a:rPr>
              <a:t>Guard failure follows</a:t>
            </a:r>
          </a:p>
          <a:p xmlns:a="http://schemas.openxmlformats.org/drawingml/2006/main">
            <a:pPr algn="ctr">
              <a:defRPr sz="1620" b="0" i="0">
                <a:solidFill>
                  <a:srgbClr val="22272C"/>
                </a:solidFill>
                <a:latin typeface="Times New Roman"/>
                <a:ea typeface="Times New Roman"/>
                <a:cs typeface="Times New Roman"/>
              </a:defRPr>
            </a:pPr>
            <a:r>
              <a:rPr sz="1620" b="0" i="0">
                <a:solidFill>
                  <a:srgbClr val="22272C"/>
                </a:solidFill>
                <a:latin typeface="Times New Roman"/>
                <a:ea typeface="Times New Roman"/>
                <a:cs typeface="Times New Roman"/>
              </a:rPr>
              <a:t>the reference path</a:t>
            </a:r>
          </a:p>
        </p:txBody>
      </p:sp>
      <p:sp>
        <p:nvSpPr>
          <p:cNvPr id="309" name="(b) Exact KV: select, rebuild, then reuse">
            <a:extLst xmlns:a="http://schemas.openxmlformats.org/drawingml/2006/main">
              <a:ext uri="{FF2B5EF4-FFF2-40B4-BE49-F238E27FC236}">
                <a16:creationId xmlns:a16="http://schemas.microsoft.com/office/drawing/2014/main" id="{3E532D0B-E727-4033-9366-796066B35BEE}"/>
              </a:ext>
            </a:extLst>
          </p:cNvPr>
          <p:cNvSpPr>
            <a:spLocks xmlns:a="http://schemas.openxmlformats.org/drawingml/2006/main" noGrp="1"/>
          </p:cNvSpPr>
          <p:nvPr/>
        </p:nvSpPr>
        <p:spPr>
          <a:xfrm xmlns:a="http://schemas.openxmlformats.org/drawingml/2006/main" rot="0">
            <a:off x="226314" y="4130230"/>
            <a:ext cx="7229475" cy="29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8" b="1" i="0">
                <a:solidFill>
                  <a:srgbClr val="22272C"/>
                </a:solidFill>
                <a:latin typeface="Times New Roman"/>
                <a:ea typeface="Times New Roman"/>
                <a:cs typeface="Times New Roman"/>
              </a:defRPr>
            </a:pPr>
            <a:r>
              <a:rPr sz="1958" b="1" i="0">
                <a:solidFill>
                  <a:srgbClr val="22272C"/>
                </a:solidFill>
                <a:latin typeface="Times New Roman"/>
                <a:ea typeface="Times New Roman"/>
                <a:cs typeface="Times New Roman"/>
              </a:rPr>
              <a:t>(b) Exact KV: select, rebuild, then reuse</a:t>
            </a:r>
          </a:p>
        </p:txBody>
      </p:sp>
      <p:sp>
        <p:nvSpPr>
          <p:cNvPr id="310" name="Selected skips: L24, L25">
            <a:extLst xmlns:a="http://schemas.openxmlformats.org/drawingml/2006/main">
              <a:ext uri="{FF2B5EF4-FFF2-40B4-BE49-F238E27FC236}">
                <a16:creationId xmlns:a16="http://schemas.microsoft.com/office/drawing/2014/main" id="{B278B0DF-4C43-4E53-96AD-75C213FB83D4}"/>
              </a:ext>
            </a:extLst>
          </p:cNvPr>
          <p:cNvSpPr>
            <a:spLocks xmlns:a="http://schemas.openxmlformats.org/drawingml/2006/main" noGrp="1"/>
          </p:cNvSpPr>
          <p:nvPr/>
        </p:nvSpPr>
        <p:spPr>
          <a:xfrm xmlns:a="http://schemas.openxmlformats.org/drawingml/2006/main" rot="0">
            <a:off x="226314" y="4482275"/>
            <a:ext cx="3903916"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83" b="0" i="0">
                <a:solidFill>
                  <a:srgbClr val="626B70"/>
                </a:solidFill>
                <a:latin typeface="Times New Roman"/>
                <a:ea typeface="Times New Roman"/>
                <a:cs typeface="Times New Roman"/>
              </a:defRPr>
            </a:pPr>
            <a:r>
              <a:rPr sz="1683" b="0" i="0">
                <a:solidFill>
                  <a:srgbClr val="626B70"/>
                </a:solidFill>
                <a:latin typeface="Times New Roman"/>
                <a:ea typeface="Times New Roman"/>
                <a:cs typeface="Times New Roman"/>
              </a:rPr>
              <a:t>Selected skips: L24, L25</a:t>
            </a:r>
          </a:p>
        </p:txBody>
      </p:sp>
      <p:sp>
        <p:nvSpPr>
          <p:cNvPr id="311" name="New period: L12, L26">
            <a:extLst xmlns:a="http://schemas.openxmlformats.org/drawingml/2006/main">
              <a:ext uri="{FF2B5EF4-FFF2-40B4-BE49-F238E27FC236}">
                <a16:creationId xmlns:a16="http://schemas.microsoft.com/office/drawing/2014/main" id="{7FF8C80E-30B7-4A82-80E2-2FAE51E0DA8A}"/>
              </a:ext>
            </a:extLst>
          </p:cNvPr>
          <p:cNvSpPr>
            <a:spLocks xmlns:a="http://schemas.openxmlformats.org/drawingml/2006/main" noGrp="1"/>
          </p:cNvSpPr>
          <p:nvPr/>
        </p:nvSpPr>
        <p:spPr>
          <a:xfrm xmlns:a="http://schemas.openxmlformats.org/drawingml/2006/main" rot="0">
            <a:off x="4318825" y="4482275"/>
            <a:ext cx="4576572"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98" b="1" i="0">
                <a:solidFill>
                  <a:srgbClr val="B54A65"/>
                </a:solidFill>
                <a:latin typeface="Times New Roman"/>
                <a:ea typeface="Times New Roman"/>
                <a:cs typeface="Times New Roman"/>
              </a:defRPr>
            </a:pPr>
            <a:r>
              <a:rPr sz="1598" b="1" i="0">
                <a:solidFill>
                  <a:srgbClr val="B54A65"/>
                </a:solidFill>
                <a:latin typeface="Times New Roman"/>
                <a:ea typeface="Times New Roman"/>
                <a:cs typeface="Times New Roman"/>
              </a:rPr>
              <a:t>New period: L12, L26</a:t>
            </a:r>
          </a:p>
        </p:txBody>
      </p:sp>
      <p:sp>
        <p:nvSpPr>
          <p:cNvPr id="312" name="select">
            <a:extLst xmlns:a="http://schemas.openxmlformats.org/drawingml/2006/main">
              <a:ext uri="{FF2B5EF4-FFF2-40B4-BE49-F238E27FC236}">
                <a16:creationId xmlns:a16="http://schemas.microsoft.com/office/drawing/2014/main" id="{1E0B9101-8EBF-47B8-A6D4-FCF72C68E7AA}"/>
              </a:ext>
            </a:extLst>
          </p:cNvPr>
          <p:cNvSpPr>
            <a:spLocks xmlns:a="http://schemas.openxmlformats.org/drawingml/2006/main" noGrp="1"/>
          </p:cNvSpPr>
          <p:nvPr/>
        </p:nvSpPr>
        <p:spPr>
          <a:xfrm xmlns:a="http://schemas.openxmlformats.org/drawingml/2006/main" rot="0">
            <a:off x="270320" y="4815459"/>
            <a:ext cx="100584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1" i="0">
                <a:solidFill>
                  <a:srgbClr val="A94D66"/>
                </a:solidFill>
                <a:latin typeface="Times New Roman"/>
                <a:ea typeface="Times New Roman"/>
                <a:cs typeface="Times New Roman"/>
              </a:defRPr>
            </a:pPr>
            <a:r>
              <a:rPr sz="1683" b="1" i="0">
                <a:solidFill>
                  <a:srgbClr val="A94D66"/>
                </a:solidFill>
                <a:latin typeface="Times New Roman"/>
                <a:ea typeface="Times New Roman"/>
                <a:cs typeface="Times New Roman"/>
              </a:rPr>
              <a:t>select</a:t>
            </a:r>
          </a:p>
        </p:txBody>
      </p:sp>
      <p:sp>
        <p:nvSpPr>
          <p:cNvPr id="313" name="t₀">
            <a:extLst xmlns:a="http://schemas.openxmlformats.org/drawingml/2006/main">
              <a:ext uri="{FF2B5EF4-FFF2-40B4-BE49-F238E27FC236}">
                <a16:creationId xmlns:a16="http://schemas.microsoft.com/office/drawing/2014/main" id="{52315FA3-DDB9-49BE-A7DA-0B95CD32298D}"/>
              </a:ext>
            </a:extLst>
          </p:cNvPr>
          <p:cNvSpPr>
            <a:spLocks xmlns:a="http://schemas.openxmlformats.org/drawingml/2006/main" noGrp="1"/>
          </p:cNvSpPr>
          <p:nvPr/>
        </p:nvSpPr>
        <p:spPr>
          <a:xfrm xmlns:a="http://schemas.openxmlformats.org/drawingml/2006/main" rot="0">
            <a:off x="301752" y="5129784"/>
            <a:ext cx="942975"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t₀</a:t>
            </a:r>
          </a:p>
        </p:txBody>
      </p:sp>
      <p:sp>
        <p:nvSpPr>
          <p:cNvPr id="314" name="Layer 28">
            <a:extLst xmlns:a="http://schemas.openxmlformats.org/drawingml/2006/main">
              <a:ext uri="{FF2B5EF4-FFF2-40B4-BE49-F238E27FC236}">
                <a16:creationId xmlns:a16="http://schemas.microsoft.com/office/drawing/2014/main" id="{356700E1-E866-4A64-90A6-E251B6CCD0A8}"/>
              </a:ext>
            </a:extLst>
          </p:cNvPr>
          <p:cNvSpPr>
            <a:spLocks xmlns:a="http://schemas.openxmlformats.org/drawingml/2006/main" noGrp="1"/>
          </p:cNvSpPr>
          <p:nvPr/>
        </p:nvSpPr>
        <p:spPr>
          <a:xfrm xmlns:a="http://schemas.openxmlformats.org/drawingml/2006/main" rot="0">
            <a:off x="301752" y="5701855"/>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28</a:t>
            </a:r>
          </a:p>
        </p:txBody>
      </p:sp>
      <p:sp>
        <p:nvSpPr>
          <p:cNvPr id="315" name="⋮">
            <a:extLst xmlns:a="http://schemas.openxmlformats.org/drawingml/2006/main">
              <a:ext uri="{FF2B5EF4-FFF2-40B4-BE49-F238E27FC236}">
                <a16:creationId xmlns:a16="http://schemas.microsoft.com/office/drawing/2014/main" id="{0619820D-2682-41AE-97F4-6C9BAC2C4446}"/>
              </a:ext>
            </a:extLst>
          </p:cNvPr>
          <p:cNvSpPr>
            <a:spLocks xmlns:a="http://schemas.openxmlformats.org/drawingml/2006/main" noGrp="1"/>
          </p:cNvSpPr>
          <p:nvPr/>
        </p:nvSpPr>
        <p:spPr>
          <a:xfrm xmlns:a="http://schemas.openxmlformats.org/drawingml/2006/main" rot="0">
            <a:off x="301752" y="5965888"/>
            <a:ext cx="942975"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16" name="Layer 1">
            <a:extLst xmlns:a="http://schemas.openxmlformats.org/drawingml/2006/main">
              <a:ext uri="{FF2B5EF4-FFF2-40B4-BE49-F238E27FC236}">
                <a16:creationId xmlns:a16="http://schemas.microsoft.com/office/drawing/2014/main" id="{BC2A6B51-AB15-46FF-87A6-4A8768F397AA}"/>
              </a:ext>
            </a:extLst>
          </p:cNvPr>
          <p:cNvSpPr>
            <a:spLocks xmlns:a="http://schemas.openxmlformats.org/drawingml/2006/main" noGrp="1"/>
          </p:cNvSpPr>
          <p:nvPr/>
        </p:nvSpPr>
        <p:spPr>
          <a:xfrm xmlns:a="http://schemas.openxmlformats.org/drawingml/2006/main" rot="0">
            <a:off x="301752" y="6317933"/>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1</a:t>
            </a:r>
          </a:p>
        </p:txBody>
      </p:sp>
      <p:sp>
        <p:nvSpPr>
          <p:cNvPr id="317" name="all 28">
            <a:extLst xmlns:a="http://schemas.openxmlformats.org/drawingml/2006/main">
              <a:ext uri="{FF2B5EF4-FFF2-40B4-BE49-F238E27FC236}">
                <a16:creationId xmlns:a16="http://schemas.microsoft.com/office/drawing/2014/main" id="{4B5B6357-968C-4439-81EB-E3AD7CD08849}"/>
              </a:ext>
            </a:extLst>
          </p:cNvPr>
          <p:cNvSpPr>
            <a:spLocks xmlns:a="http://schemas.openxmlformats.org/drawingml/2006/main" noGrp="1"/>
          </p:cNvSpPr>
          <p:nvPr/>
        </p:nvSpPr>
        <p:spPr>
          <a:xfrm xmlns:a="http://schemas.openxmlformats.org/drawingml/2006/main" rot="0">
            <a:off x="264033" y="6600825"/>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all 28</a:t>
            </a:r>
          </a:p>
        </p:txBody>
      </p:sp>
      <p:sp>
        <p:nvSpPr>
          <p:cNvPr id="318" name="full prefix">
            <a:extLst xmlns:a="http://schemas.openxmlformats.org/drawingml/2006/main">
              <a:ext uri="{FF2B5EF4-FFF2-40B4-BE49-F238E27FC236}">
                <a16:creationId xmlns:a16="http://schemas.microsoft.com/office/drawing/2014/main" id="{DAC179BB-E5A9-4A78-8C13-5A9F21CFFC6B}"/>
              </a:ext>
            </a:extLst>
          </p:cNvPr>
          <p:cNvSpPr>
            <a:spLocks xmlns:a="http://schemas.openxmlformats.org/drawingml/2006/main" noGrp="1"/>
          </p:cNvSpPr>
          <p:nvPr/>
        </p:nvSpPr>
        <p:spPr>
          <a:xfrm xmlns:a="http://schemas.openxmlformats.org/drawingml/2006/main" rot="0">
            <a:off x="264033" y="7254621"/>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full prefix</a:t>
            </a:r>
          </a:p>
        </p:txBody>
      </p:sp>
      <p:sp>
        <p:nvSpPr>
          <p:cNvPr id="319" name="786 tokens">
            <a:extLst xmlns:a="http://schemas.openxmlformats.org/drawingml/2006/main">
              <a:ext uri="{FF2B5EF4-FFF2-40B4-BE49-F238E27FC236}">
                <a16:creationId xmlns:a16="http://schemas.microsoft.com/office/drawing/2014/main" id="{D102829D-298E-4585-9D23-DA08859A089B}"/>
              </a:ext>
            </a:extLst>
          </p:cNvPr>
          <p:cNvSpPr>
            <a:spLocks xmlns:a="http://schemas.openxmlformats.org/drawingml/2006/main" noGrp="1"/>
          </p:cNvSpPr>
          <p:nvPr/>
        </p:nvSpPr>
        <p:spPr>
          <a:xfrm xmlns:a="http://schemas.openxmlformats.org/drawingml/2006/main" rot="0">
            <a:off x="264033" y="7493508"/>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786 tokens</a:t>
            </a:r>
          </a:p>
        </p:txBody>
      </p:sp>
      <p:sp>
        <p:nvSpPr>
          <p:cNvPr id="320" name="j = 0">
            <a:extLst xmlns:a="http://schemas.openxmlformats.org/drawingml/2006/main">
              <a:ext uri="{FF2B5EF4-FFF2-40B4-BE49-F238E27FC236}">
                <a16:creationId xmlns:a16="http://schemas.microsoft.com/office/drawing/2014/main" id="{2248C62A-299A-495B-9D91-713E6D01382D}"/>
              </a:ext>
            </a:extLst>
          </p:cNvPr>
          <p:cNvSpPr>
            <a:spLocks xmlns:a="http://schemas.openxmlformats.org/drawingml/2006/main" noGrp="1"/>
          </p:cNvSpPr>
          <p:nvPr/>
        </p:nvSpPr>
        <p:spPr>
          <a:xfrm xmlns:a="http://schemas.openxmlformats.org/drawingml/2006/main" rot="0">
            <a:off x="264033" y="7757541"/>
            <a:ext cx="1018413"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0</a:t>
            </a:r>
          </a:p>
        </p:txBody>
      </p:sp>
      <p:sp>
        <p:nvSpPr>
          <p:cNvPr id="321" name="rebuild">
            <a:extLst xmlns:a="http://schemas.openxmlformats.org/drawingml/2006/main">
              <a:ext uri="{FF2B5EF4-FFF2-40B4-BE49-F238E27FC236}">
                <a16:creationId xmlns:a16="http://schemas.microsoft.com/office/drawing/2014/main" id="{835808DF-F6B5-46AC-B2F6-94273A8EB3E0}"/>
              </a:ext>
            </a:extLst>
          </p:cNvPr>
          <p:cNvSpPr>
            <a:spLocks xmlns:a="http://schemas.openxmlformats.org/drawingml/2006/main" noGrp="1"/>
          </p:cNvSpPr>
          <p:nvPr/>
        </p:nvSpPr>
        <p:spPr>
          <a:xfrm xmlns:a="http://schemas.openxmlformats.org/drawingml/2006/main" rot="0">
            <a:off x="1458468" y="4815459"/>
            <a:ext cx="100584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1" i="0">
                <a:solidFill>
                  <a:srgbClr val="A94D66"/>
                </a:solidFill>
                <a:latin typeface="Times New Roman"/>
                <a:ea typeface="Times New Roman"/>
                <a:cs typeface="Times New Roman"/>
              </a:defRPr>
            </a:pPr>
            <a:r>
              <a:rPr sz="1683" b="1" i="0">
                <a:solidFill>
                  <a:srgbClr val="A94D66"/>
                </a:solidFill>
                <a:latin typeface="Times New Roman"/>
                <a:ea typeface="Times New Roman"/>
                <a:cs typeface="Times New Roman"/>
              </a:rPr>
              <a:t>rebuild</a:t>
            </a:r>
          </a:p>
        </p:txBody>
      </p:sp>
      <p:sp>
        <p:nvSpPr>
          <p:cNvPr id="322" name="t₁">
            <a:extLst xmlns:a="http://schemas.openxmlformats.org/drawingml/2006/main">
              <a:ext uri="{FF2B5EF4-FFF2-40B4-BE49-F238E27FC236}">
                <a16:creationId xmlns:a16="http://schemas.microsoft.com/office/drawing/2014/main" id="{D99D7D61-8CA5-4A1B-94B0-AB136118B876}"/>
              </a:ext>
            </a:extLst>
          </p:cNvPr>
          <p:cNvSpPr>
            <a:spLocks xmlns:a="http://schemas.openxmlformats.org/drawingml/2006/main" noGrp="1"/>
          </p:cNvSpPr>
          <p:nvPr/>
        </p:nvSpPr>
        <p:spPr>
          <a:xfrm xmlns:a="http://schemas.openxmlformats.org/drawingml/2006/main" rot="0">
            <a:off x="1489900" y="5129784"/>
            <a:ext cx="942975"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t₁</a:t>
            </a:r>
          </a:p>
        </p:txBody>
      </p:sp>
      <p:sp>
        <p:nvSpPr>
          <p:cNvPr id="323" name="Layer 28">
            <a:extLst xmlns:a="http://schemas.openxmlformats.org/drawingml/2006/main">
              <a:ext uri="{FF2B5EF4-FFF2-40B4-BE49-F238E27FC236}">
                <a16:creationId xmlns:a16="http://schemas.microsoft.com/office/drawing/2014/main" id="{93B4087D-9BBC-420B-BD5A-0BF6D7398A0B}"/>
              </a:ext>
            </a:extLst>
          </p:cNvPr>
          <p:cNvSpPr>
            <a:spLocks xmlns:a="http://schemas.openxmlformats.org/drawingml/2006/main" noGrp="1"/>
          </p:cNvSpPr>
          <p:nvPr/>
        </p:nvSpPr>
        <p:spPr>
          <a:xfrm xmlns:a="http://schemas.openxmlformats.org/drawingml/2006/main" rot="0">
            <a:off x="1489900" y="5701855"/>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28</a:t>
            </a:r>
          </a:p>
        </p:txBody>
      </p:sp>
      <p:sp>
        <p:nvSpPr>
          <p:cNvPr id="324" name="⋮">
            <a:extLst xmlns:a="http://schemas.openxmlformats.org/drawingml/2006/main">
              <a:ext uri="{FF2B5EF4-FFF2-40B4-BE49-F238E27FC236}">
                <a16:creationId xmlns:a16="http://schemas.microsoft.com/office/drawing/2014/main" id="{16BC04FD-B248-4B9D-8120-E56105F5427C}"/>
              </a:ext>
            </a:extLst>
          </p:cNvPr>
          <p:cNvSpPr>
            <a:spLocks xmlns:a="http://schemas.openxmlformats.org/drawingml/2006/main" noGrp="1"/>
          </p:cNvSpPr>
          <p:nvPr/>
        </p:nvSpPr>
        <p:spPr>
          <a:xfrm xmlns:a="http://schemas.openxmlformats.org/drawingml/2006/main" rot="0">
            <a:off x="1489900" y="5965888"/>
            <a:ext cx="942975"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25" name="Layer 1">
            <a:extLst xmlns:a="http://schemas.openxmlformats.org/drawingml/2006/main">
              <a:ext uri="{FF2B5EF4-FFF2-40B4-BE49-F238E27FC236}">
                <a16:creationId xmlns:a16="http://schemas.microsoft.com/office/drawing/2014/main" id="{8786B072-E43A-46A1-87E1-3E38B5F60E7F}"/>
              </a:ext>
            </a:extLst>
          </p:cNvPr>
          <p:cNvSpPr>
            <a:spLocks xmlns:a="http://schemas.openxmlformats.org/drawingml/2006/main" noGrp="1"/>
          </p:cNvSpPr>
          <p:nvPr/>
        </p:nvSpPr>
        <p:spPr>
          <a:xfrm xmlns:a="http://schemas.openxmlformats.org/drawingml/2006/main" rot="0">
            <a:off x="1489900" y="6317933"/>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1</a:t>
            </a:r>
          </a:p>
        </p:txBody>
      </p:sp>
      <p:sp>
        <p:nvSpPr>
          <p:cNvPr id="326" name="26 active">
            <a:extLst xmlns:a="http://schemas.openxmlformats.org/drawingml/2006/main">
              <a:ext uri="{FF2B5EF4-FFF2-40B4-BE49-F238E27FC236}">
                <a16:creationId xmlns:a16="http://schemas.microsoft.com/office/drawing/2014/main" id="{A81102DD-09AB-4939-B764-0AEF1923D405}"/>
              </a:ext>
            </a:extLst>
          </p:cNvPr>
          <p:cNvSpPr>
            <a:spLocks xmlns:a="http://schemas.openxmlformats.org/drawingml/2006/main" noGrp="1"/>
          </p:cNvSpPr>
          <p:nvPr/>
        </p:nvSpPr>
        <p:spPr>
          <a:xfrm xmlns:a="http://schemas.openxmlformats.org/drawingml/2006/main" rot="0">
            <a:off x="1452181" y="6600825"/>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26 active</a:t>
            </a:r>
          </a:p>
        </p:txBody>
      </p:sp>
      <p:sp>
        <p:nvSpPr>
          <p:cNvPr id="327" name="full prefix">
            <a:extLst xmlns:a="http://schemas.openxmlformats.org/drawingml/2006/main">
              <a:ext uri="{FF2B5EF4-FFF2-40B4-BE49-F238E27FC236}">
                <a16:creationId xmlns:a16="http://schemas.microsoft.com/office/drawing/2014/main" id="{5E9E6B02-5AB2-43F8-A9F7-2C4C1D823068}"/>
              </a:ext>
            </a:extLst>
          </p:cNvPr>
          <p:cNvSpPr>
            <a:spLocks xmlns:a="http://schemas.openxmlformats.org/drawingml/2006/main" noGrp="1"/>
          </p:cNvSpPr>
          <p:nvPr/>
        </p:nvSpPr>
        <p:spPr>
          <a:xfrm xmlns:a="http://schemas.openxmlformats.org/drawingml/2006/main" rot="0">
            <a:off x="1452181" y="7254621"/>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full prefix</a:t>
            </a:r>
          </a:p>
        </p:txBody>
      </p:sp>
      <p:sp>
        <p:nvSpPr>
          <p:cNvPr id="328" name="787 tokens">
            <a:extLst xmlns:a="http://schemas.openxmlformats.org/drawingml/2006/main">
              <a:ext uri="{FF2B5EF4-FFF2-40B4-BE49-F238E27FC236}">
                <a16:creationId xmlns:a16="http://schemas.microsoft.com/office/drawing/2014/main" id="{5F50803A-C997-443C-A64B-8A585587BD2F}"/>
              </a:ext>
            </a:extLst>
          </p:cNvPr>
          <p:cNvSpPr>
            <a:spLocks xmlns:a="http://schemas.openxmlformats.org/drawingml/2006/main" noGrp="1"/>
          </p:cNvSpPr>
          <p:nvPr/>
        </p:nvSpPr>
        <p:spPr>
          <a:xfrm xmlns:a="http://schemas.openxmlformats.org/drawingml/2006/main" rot="0">
            <a:off x="1452181" y="7493508"/>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787 tokens</a:t>
            </a:r>
          </a:p>
        </p:txBody>
      </p:sp>
      <p:sp>
        <p:nvSpPr>
          <p:cNvPr id="329" name="j = 1">
            <a:extLst xmlns:a="http://schemas.openxmlformats.org/drawingml/2006/main">
              <a:ext uri="{FF2B5EF4-FFF2-40B4-BE49-F238E27FC236}">
                <a16:creationId xmlns:a16="http://schemas.microsoft.com/office/drawing/2014/main" id="{2BF142BF-B7DD-4063-9982-3724D54BE7C4}"/>
              </a:ext>
            </a:extLst>
          </p:cNvPr>
          <p:cNvSpPr>
            <a:spLocks xmlns:a="http://schemas.openxmlformats.org/drawingml/2006/main" noGrp="1"/>
          </p:cNvSpPr>
          <p:nvPr/>
        </p:nvSpPr>
        <p:spPr>
          <a:xfrm xmlns:a="http://schemas.openxmlformats.org/drawingml/2006/main" rot="0">
            <a:off x="1452181" y="7757541"/>
            <a:ext cx="1018413"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1</a:t>
            </a:r>
          </a:p>
        </p:txBody>
      </p:sp>
      <p:sp>
        <p:nvSpPr>
          <p:cNvPr id="330" name="reuse">
            <a:extLst xmlns:a="http://schemas.openxmlformats.org/drawingml/2006/main">
              <a:ext uri="{FF2B5EF4-FFF2-40B4-BE49-F238E27FC236}">
                <a16:creationId xmlns:a16="http://schemas.microsoft.com/office/drawing/2014/main" id="{AF23E9B8-FC4E-4839-9C87-09820DF1307C}"/>
              </a:ext>
            </a:extLst>
          </p:cNvPr>
          <p:cNvSpPr>
            <a:spLocks xmlns:a="http://schemas.openxmlformats.org/drawingml/2006/main" noGrp="1"/>
          </p:cNvSpPr>
          <p:nvPr/>
        </p:nvSpPr>
        <p:spPr>
          <a:xfrm xmlns:a="http://schemas.openxmlformats.org/drawingml/2006/main" rot="0">
            <a:off x="2646617" y="4815459"/>
            <a:ext cx="100584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1" i="0">
                <a:solidFill>
                  <a:srgbClr val="467847"/>
                </a:solidFill>
                <a:latin typeface="Times New Roman"/>
                <a:ea typeface="Times New Roman"/>
                <a:cs typeface="Times New Roman"/>
              </a:defRPr>
            </a:pPr>
            <a:r>
              <a:rPr sz="1683" b="1" i="0">
                <a:solidFill>
                  <a:srgbClr val="467847"/>
                </a:solidFill>
                <a:latin typeface="Times New Roman"/>
                <a:ea typeface="Times New Roman"/>
                <a:cs typeface="Times New Roman"/>
              </a:rPr>
              <a:t>reuse</a:t>
            </a:r>
          </a:p>
        </p:txBody>
      </p:sp>
      <p:sp>
        <p:nvSpPr>
          <p:cNvPr id="331" name="t₂">
            <a:extLst xmlns:a="http://schemas.openxmlformats.org/drawingml/2006/main">
              <a:ext uri="{FF2B5EF4-FFF2-40B4-BE49-F238E27FC236}">
                <a16:creationId xmlns:a16="http://schemas.microsoft.com/office/drawing/2014/main" id="{1A927CA1-EC50-4173-9596-61C402CB6B56}"/>
              </a:ext>
            </a:extLst>
          </p:cNvPr>
          <p:cNvSpPr>
            <a:spLocks xmlns:a="http://schemas.openxmlformats.org/drawingml/2006/main" noGrp="1"/>
          </p:cNvSpPr>
          <p:nvPr/>
        </p:nvSpPr>
        <p:spPr>
          <a:xfrm xmlns:a="http://schemas.openxmlformats.org/drawingml/2006/main" rot="0">
            <a:off x="2678049" y="5129784"/>
            <a:ext cx="942975"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t₂</a:t>
            </a:r>
          </a:p>
        </p:txBody>
      </p:sp>
      <p:sp>
        <p:nvSpPr>
          <p:cNvPr id="332" name="Layer 28">
            <a:extLst xmlns:a="http://schemas.openxmlformats.org/drawingml/2006/main">
              <a:ext uri="{FF2B5EF4-FFF2-40B4-BE49-F238E27FC236}">
                <a16:creationId xmlns:a16="http://schemas.microsoft.com/office/drawing/2014/main" id="{29BC39CC-4823-43A5-8608-7535BEB22A9D}"/>
              </a:ext>
            </a:extLst>
          </p:cNvPr>
          <p:cNvSpPr>
            <a:spLocks xmlns:a="http://schemas.openxmlformats.org/drawingml/2006/main" noGrp="1"/>
          </p:cNvSpPr>
          <p:nvPr/>
        </p:nvSpPr>
        <p:spPr>
          <a:xfrm xmlns:a="http://schemas.openxmlformats.org/drawingml/2006/main" rot="0">
            <a:off x="2678049" y="5701855"/>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28</a:t>
            </a:r>
          </a:p>
        </p:txBody>
      </p:sp>
      <p:sp>
        <p:nvSpPr>
          <p:cNvPr id="333" name="⋮">
            <a:extLst xmlns:a="http://schemas.openxmlformats.org/drawingml/2006/main">
              <a:ext uri="{FF2B5EF4-FFF2-40B4-BE49-F238E27FC236}">
                <a16:creationId xmlns:a16="http://schemas.microsoft.com/office/drawing/2014/main" id="{3AEE0A65-9931-46B1-9EBE-0CA0DCB47E5C}"/>
              </a:ext>
            </a:extLst>
          </p:cNvPr>
          <p:cNvSpPr>
            <a:spLocks xmlns:a="http://schemas.openxmlformats.org/drawingml/2006/main" noGrp="1"/>
          </p:cNvSpPr>
          <p:nvPr/>
        </p:nvSpPr>
        <p:spPr>
          <a:xfrm xmlns:a="http://schemas.openxmlformats.org/drawingml/2006/main" rot="0">
            <a:off x="2678049" y="5965888"/>
            <a:ext cx="942975"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34" name="Layer 1">
            <a:extLst xmlns:a="http://schemas.openxmlformats.org/drawingml/2006/main">
              <a:ext uri="{FF2B5EF4-FFF2-40B4-BE49-F238E27FC236}">
                <a16:creationId xmlns:a16="http://schemas.microsoft.com/office/drawing/2014/main" id="{5140D3AB-D60E-4B2B-98C8-032F2DBAD91E}"/>
              </a:ext>
            </a:extLst>
          </p:cNvPr>
          <p:cNvSpPr>
            <a:spLocks xmlns:a="http://schemas.openxmlformats.org/drawingml/2006/main" noGrp="1"/>
          </p:cNvSpPr>
          <p:nvPr/>
        </p:nvSpPr>
        <p:spPr>
          <a:xfrm xmlns:a="http://schemas.openxmlformats.org/drawingml/2006/main" rot="0">
            <a:off x="2678049" y="6317933"/>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1</a:t>
            </a:r>
          </a:p>
        </p:txBody>
      </p:sp>
      <p:sp>
        <p:nvSpPr>
          <p:cNvPr id="335" name="26 active">
            <a:extLst xmlns:a="http://schemas.openxmlformats.org/drawingml/2006/main">
              <a:ext uri="{FF2B5EF4-FFF2-40B4-BE49-F238E27FC236}">
                <a16:creationId xmlns:a16="http://schemas.microsoft.com/office/drawing/2014/main" id="{511D41E9-2BCC-4E18-965B-820041F3B7E3}"/>
              </a:ext>
            </a:extLst>
          </p:cNvPr>
          <p:cNvSpPr>
            <a:spLocks xmlns:a="http://schemas.openxmlformats.org/drawingml/2006/main" noGrp="1"/>
          </p:cNvSpPr>
          <p:nvPr/>
        </p:nvSpPr>
        <p:spPr>
          <a:xfrm xmlns:a="http://schemas.openxmlformats.org/drawingml/2006/main" rot="0">
            <a:off x="2640330" y="6600825"/>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26 active</a:t>
            </a:r>
          </a:p>
        </p:txBody>
      </p:sp>
      <p:sp>
        <p:nvSpPr>
          <p:cNvPr id="336" name="new token">
            <a:extLst xmlns:a="http://schemas.openxmlformats.org/drawingml/2006/main">
              <a:ext uri="{FF2B5EF4-FFF2-40B4-BE49-F238E27FC236}">
                <a16:creationId xmlns:a16="http://schemas.microsoft.com/office/drawing/2014/main" id="{3E379870-B857-4A82-9AD2-117553ACCB46}"/>
              </a:ext>
            </a:extLst>
          </p:cNvPr>
          <p:cNvSpPr>
            <a:spLocks xmlns:a="http://schemas.openxmlformats.org/drawingml/2006/main" noGrp="1"/>
          </p:cNvSpPr>
          <p:nvPr/>
        </p:nvSpPr>
        <p:spPr>
          <a:xfrm xmlns:a="http://schemas.openxmlformats.org/drawingml/2006/main" rot="0">
            <a:off x="2640330" y="7254621"/>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new token</a:t>
            </a:r>
          </a:p>
        </p:txBody>
      </p:sp>
      <p:sp>
        <p:nvSpPr>
          <p:cNvPr id="337" name="1 token">
            <a:extLst xmlns:a="http://schemas.openxmlformats.org/drawingml/2006/main">
              <a:ext uri="{FF2B5EF4-FFF2-40B4-BE49-F238E27FC236}">
                <a16:creationId xmlns:a16="http://schemas.microsoft.com/office/drawing/2014/main" id="{753C4716-5B6B-41B3-8DBC-6B0E5BB221D2}"/>
              </a:ext>
            </a:extLst>
          </p:cNvPr>
          <p:cNvSpPr>
            <a:spLocks xmlns:a="http://schemas.openxmlformats.org/drawingml/2006/main" noGrp="1"/>
          </p:cNvSpPr>
          <p:nvPr/>
        </p:nvSpPr>
        <p:spPr>
          <a:xfrm xmlns:a="http://schemas.openxmlformats.org/drawingml/2006/main" rot="0">
            <a:off x="2640330" y="7493508"/>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1 token</a:t>
            </a:r>
          </a:p>
        </p:txBody>
      </p:sp>
      <p:sp>
        <p:nvSpPr>
          <p:cNvPr id="338" name="j = 2">
            <a:extLst xmlns:a="http://schemas.openxmlformats.org/drawingml/2006/main">
              <a:ext uri="{FF2B5EF4-FFF2-40B4-BE49-F238E27FC236}">
                <a16:creationId xmlns:a16="http://schemas.microsoft.com/office/drawing/2014/main" id="{23E97747-36D8-4A05-A8F9-98DD80C63674}"/>
              </a:ext>
            </a:extLst>
          </p:cNvPr>
          <p:cNvSpPr>
            <a:spLocks xmlns:a="http://schemas.openxmlformats.org/drawingml/2006/main" noGrp="1"/>
          </p:cNvSpPr>
          <p:nvPr/>
        </p:nvSpPr>
        <p:spPr>
          <a:xfrm xmlns:a="http://schemas.openxmlformats.org/drawingml/2006/main" rot="0">
            <a:off x="2640330" y="7757541"/>
            <a:ext cx="1018413"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2</a:t>
            </a:r>
          </a:p>
        </p:txBody>
      </p:sp>
      <p:sp>
        <p:nvSpPr>
          <p:cNvPr id="339" name="select">
            <a:extLst xmlns:a="http://schemas.openxmlformats.org/drawingml/2006/main">
              <a:ext uri="{FF2B5EF4-FFF2-40B4-BE49-F238E27FC236}">
                <a16:creationId xmlns:a16="http://schemas.microsoft.com/office/drawing/2014/main" id="{E1FFC929-9398-4078-92FC-4ADBB0FA383D}"/>
              </a:ext>
            </a:extLst>
          </p:cNvPr>
          <p:cNvSpPr>
            <a:spLocks xmlns:a="http://schemas.openxmlformats.org/drawingml/2006/main" noGrp="1"/>
          </p:cNvSpPr>
          <p:nvPr/>
        </p:nvSpPr>
        <p:spPr>
          <a:xfrm xmlns:a="http://schemas.openxmlformats.org/drawingml/2006/main" rot="0">
            <a:off x="4413123" y="4815459"/>
            <a:ext cx="100584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1" i="0">
                <a:solidFill>
                  <a:srgbClr val="A94D66"/>
                </a:solidFill>
                <a:latin typeface="Times New Roman"/>
                <a:ea typeface="Times New Roman"/>
                <a:cs typeface="Times New Roman"/>
              </a:defRPr>
            </a:pPr>
            <a:r>
              <a:rPr sz="1683" b="1" i="0">
                <a:solidFill>
                  <a:srgbClr val="A94D66"/>
                </a:solidFill>
                <a:latin typeface="Times New Roman"/>
                <a:ea typeface="Times New Roman"/>
                <a:cs typeface="Times New Roman"/>
              </a:rPr>
              <a:t>select</a:t>
            </a:r>
          </a:p>
        </p:txBody>
      </p:sp>
      <p:sp>
        <p:nvSpPr>
          <p:cNvPr id="340" name="t₁₀">
            <a:extLst xmlns:a="http://schemas.openxmlformats.org/drawingml/2006/main">
              <a:ext uri="{FF2B5EF4-FFF2-40B4-BE49-F238E27FC236}">
                <a16:creationId xmlns:a16="http://schemas.microsoft.com/office/drawing/2014/main" id="{44E861C4-71EE-47D6-A564-03664F24A354}"/>
              </a:ext>
            </a:extLst>
          </p:cNvPr>
          <p:cNvSpPr>
            <a:spLocks xmlns:a="http://schemas.openxmlformats.org/drawingml/2006/main" noGrp="1"/>
          </p:cNvSpPr>
          <p:nvPr/>
        </p:nvSpPr>
        <p:spPr>
          <a:xfrm xmlns:a="http://schemas.openxmlformats.org/drawingml/2006/main" rot="0">
            <a:off x="4444555" y="5129784"/>
            <a:ext cx="942975"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t₁₀</a:t>
            </a:r>
          </a:p>
        </p:txBody>
      </p:sp>
      <p:sp>
        <p:nvSpPr>
          <p:cNvPr id="341" name="Layer 28">
            <a:extLst xmlns:a="http://schemas.openxmlformats.org/drawingml/2006/main">
              <a:ext uri="{FF2B5EF4-FFF2-40B4-BE49-F238E27FC236}">
                <a16:creationId xmlns:a16="http://schemas.microsoft.com/office/drawing/2014/main" id="{A8026202-00D6-407D-B670-5DBC2F252442}"/>
              </a:ext>
            </a:extLst>
          </p:cNvPr>
          <p:cNvSpPr>
            <a:spLocks xmlns:a="http://schemas.openxmlformats.org/drawingml/2006/main" noGrp="1"/>
          </p:cNvSpPr>
          <p:nvPr/>
        </p:nvSpPr>
        <p:spPr>
          <a:xfrm xmlns:a="http://schemas.openxmlformats.org/drawingml/2006/main" rot="0">
            <a:off x="4444555" y="5701855"/>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28</a:t>
            </a:r>
          </a:p>
        </p:txBody>
      </p:sp>
      <p:sp>
        <p:nvSpPr>
          <p:cNvPr id="342" name="⋮">
            <a:extLst xmlns:a="http://schemas.openxmlformats.org/drawingml/2006/main">
              <a:ext uri="{FF2B5EF4-FFF2-40B4-BE49-F238E27FC236}">
                <a16:creationId xmlns:a16="http://schemas.microsoft.com/office/drawing/2014/main" id="{263DFB38-357C-40D6-9253-5C68C70F65D3}"/>
              </a:ext>
            </a:extLst>
          </p:cNvPr>
          <p:cNvSpPr>
            <a:spLocks xmlns:a="http://schemas.openxmlformats.org/drawingml/2006/main" noGrp="1"/>
          </p:cNvSpPr>
          <p:nvPr/>
        </p:nvSpPr>
        <p:spPr>
          <a:xfrm xmlns:a="http://schemas.openxmlformats.org/drawingml/2006/main" rot="0">
            <a:off x="4444555" y="5965888"/>
            <a:ext cx="942975"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43" name="Layer 1">
            <a:extLst xmlns:a="http://schemas.openxmlformats.org/drawingml/2006/main">
              <a:ext uri="{FF2B5EF4-FFF2-40B4-BE49-F238E27FC236}">
                <a16:creationId xmlns:a16="http://schemas.microsoft.com/office/drawing/2014/main" id="{E3EEA4A4-4989-4D43-9E23-D6809AE3F3A8}"/>
              </a:ext>
            </a:extLst>
          </p:cNvPr>
          <p:cNvSpPr>
            <a:spLocks xmlns:a="http://schemas.openxmlformats.org/drawingml/2006/main" noGrp="1"/>
          </p:cNvSpPr>
          <p:nvPr/>
        </p:nvSpPr>
        <p:spPr>
          <a:xfrm xmlns:a="http://schemas.openxmlformats.org/drawingml/2006/main" rot="0">
            <a:off x="4444555" y="6317933"/>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1</a:t>
            </a:r>
          </a:p>
        </p:txBody>
      </p:sp>
      <p:sp>
        <p:nvSpPr>
          <p:cNvPr id="344" name="all 28">
            <a:extLst xmlns:a="http://schemas.openxmlformats.org/drawingml/2006/main">
              <a:ext uri="{FF2B5EF4-FFF2-40B4-BE49-F238E27FC236}">
                <a16:creationId xmlns:a16="http://schemas.microsoft.com/office/drawing/2014/main" id="{650F20CA-AB15-40C6-833C-378D1645534D}"/>
              </a:ext>
            </a:extLst>
          </p:cNvPr>
          <p:cNvSpPr>
            <a:spLocks xmlns:a="http://schemas.openxmlformats.org/drawingml/2006/main" noGrp="1"/>
          </p:cNvSpPr>
          <p:nvPr/>
        </p:nvSpPr>
        <p:spPr>
          <a:xfrm xmlns:a="http://schemas.openxmlformats.org/drawingml/2006/main" rot="0">
            <a:off x="4406837" y="6600825"/>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all 28</a:t>
            </a:r>
          </a:p>
        </p:txBody>
      </p:sp>
      <p:sp>
        <p:nvSpPr>
          <p:cNvPr id="345" name="full prefix">
            <a:extLst xmlns:a="http://schemas.openxmlformats.org/drawingml/2006/main">
              <a:ext uri="{FF2B5EF4-FFF2-40B4-BE49-F238E27FC236}">
                <a16:creationId xmlns:a16="http://schemas.microsoft.com/office/drawing/2014/main" id="{4103F954-9FFD-4373-9B88-756D9452E237}"/>
              </a:ext>
            </a:extLst>
          </p:cNvPr>
          <p:cNvSpPr>
            <a:spLocks xmlns:a="http://schemas.openxmlformats.org/drawingml/2006/main" noGrp="1"/>
          </p:cNvSpPr>
          <p:nvPr/>
        </p:nvSpPr>
        <p:spPr>
          <a:xfrm xmlns:a="http://schemas.openxmlformats.org/drawingml/2006/main" rot="0">
            <a:off x="4406837" y="7254621"/>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full prefix</a:t>
            </a:r>
          </a:p>
        </p:txBody>
      </p:sp>
      <p:sp>
        <p:nvSpPr>
          <p:cNvPr id="346" name="796 tokens">
            <a:extLst xmlns:a="http://schemas.openxmlformats.org/drawingml/2006/main">
              <a:ext uri="{FF2B5EF4-FFF2-40B4-BE49-F238E27FC236}">
                <a16:creationId xmlns:a16="http://schemas.microsoft.com/office/drawing/2014/main" id="{52A07629-4574-4BFB-BE2A-05641C807A64}"/>
              </a:ext>
            </a:extLst>
          </p:cNvPr>
          <p:cNvSpPr>
            <a:spLocks xmlns:a="http://schemas.openxmlformats.org/drawingml/2006/main" noGrp="1"/>
          </p:cNvSpPr>
          <p:nvPr/>
        </p:nvSpPr>
        <p:spPr>
          <a:xfrm xmlns:a="http://schemas.openxmlformats.org/drawingml/2006/main" rot="0">
            <a:off x="4406837" y="7493508"/>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796 tokens</a:t>
            </a:r>
          </a:p>
        </p:txBody>
      </p:sp>
      <p:sp>
        <p:nvSpPr>
          <p:cNvPr id="347" name="j = 10">
            <a:extLst xmlns:a="http://schemas.openxmlformats.org/drawingml/2006/main">
              <a:ext uri="{FF2B5EF4-FFF2-40B4-BE49-F238E27FC236}">
                <a16:creationId xmlns:a16="http://schemas.microsoft.com/office/drawing/2014/main" id="{61E55C52-46E5-40C4-879E-31E025E8DE94}"/>
              </a:ext>
            </a:extLst>
          </p:cNvPr>
          <p:cNvSpPr>
            <a:spLocks xmlns:a="http://schemas.openxmlformats.org/drawingml/2006/main" noGrp="1"/>
          </p:cNvSpPr>
          <p:nvPr/>
        </p:nvSpPr>
        <p:spPr>
          <a:xfrm xmlns:a="http://schemas.openxmlformats.org/drawingml/2006/main" rot="0">
            <a:off x="4406837" y="7757541"/>
            <a:ext cx="1018413"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10</a:t>
            </a:r>
          </a:p>
        </p:txBody>
      </p:sp>
      <p:sp>
        <p:nvSpPr>
          <p:cNvPr id="348" name="rebuild">
            <a:extLst xmlns:a="http://schemas.openxmlformats.org/drawingml/2006/main">
              <a:ext uri="{FF2B5EF4-FFF2-40B4-BE49-F238E27FC236}">
                <a16:creationId xmlns:a16="http://schemas.microsoft.com/office/drawing/2014/main" id="{1F0D74D6-48BD-4165-96B8-10FD1771BF2E}"/>
              </a:ext>
            </a:extLst>
          </p:cNvPr>
          <p:cNvSpPr>
            <a:spLocks xmlns:a="http://schemas.openxmlformats.org/drawingml/2006/main" noGrp="1"/>
          </p:cNvSpPr>
          <p:nvPr/>
        </p:nvSpPr>
        <p:spPr>
          <a:xfrm xmlns:a="http://schemas.openxmlformats.org/drawingml/2006/main" rot="0">
            <a:off x="5601272" y="4815459"/>
            <a:ext cx="100584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1" i="0">
                <a:solidFill>
                  <a:srgbClr val="A94D66"/>
                </a:solidFill>
                <a:latin typeface="Times New Roman"/>
                <a:ea typeface="Times New Roman"/>
                <a:cs typeface="Times New Roman"/>
              </a:defRPr>
            </a:pPr>
            <a:r>
              <a:rPr sz="1683" b="1" i="0">
                <a:solidFill>
                  <a:srgbClr val="A94D66"/>
                </a:solidFill>
                <a:latin typeface="Times New Roman"/>
                <a:ea typeface="Times New Roman"/>
                <a:cs typeface="Times New Roman"/>
              </a:rPr>
              <a:t>rebuild</a:t>
            </a:r>
          </a:p>
        </p:txBody>
      </p:sp>
      <p:sp>
        <p:nvSpPr>
          <p:cNvPr id="349" name="t₁₁">
            <a:extLst xmlns:a="http://schemas.openxmlformats.org/drawingml/2006/main">
              <a:ext uri="{FF2B5EF4-FFF2-40B4-BE49-F238E27FC236}">
                <a16:creationId xmlns:a16="http://schemas.microsoft.com/office/drawing/2014/main" id="{B317673F-5F8B-430F-8655-874E6FF8B7F4}"/>
              </a:ext>
            </a:extLst>
          </p:cNvPr>
          <p:cNvSpPr>
            <a:spLocks xmlns:a="http://schemas.openxmlformats.org/drawingml/2006/main" noGrp="1"/>
          </p:cNvSpPr>
          <p:nvPr/>
        </p:nvSpPr>
        <p:spPr>
          <a:xfrm xmlns:a="http://schemas.openxmlformats.org/drawingml/2006/main" rot="0">
            <a:off x="5632704" y="5129784"/>
            <a:ext cx="942975"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t₁₁</a:t>
            </a:r>
          </a:p>
        </p:txBody>
      </p:sp>
      <p:sp>
        <p:nvSpPr>
          <p:cNvPr id="350" name="Layer 28">
            <a:extLst xmlns:a="http://schemas.openxmlformats.org/drawingml/2006/main">
              <a:ext uri="{FF2B5EF4-FFF2-40B4-BE49-F238E27FC236}">
                <a16:creationId xmlns:a16="http://schemas.microsoft.com/office/drawing/2014/main" id="{DBA46899-25CD-4C02-9C21-C54D7C494A6D}"/>
              </a:ext>
            </a:extLst>
          </p:cNvPr>
          <p:cNvSpPr>
            <a:spLocks xmlns:a="http://schemas.openxmlformats.org/drawingml/2006/main" noGrp="1"/>
          </p:cNvSpPr>
          <p:nvPr/>
        </p:nvSpPr>
        <p:spPr>
          <a:xfrm xmlns:a="http://schemas.openxmlformats.org/drawingml/2006/main" rot="0">
            <a:off x="5632704" y="5701855"/>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28</a:t>
            </a:r>
          </a:p>
        </p:txBody>
      </p:sp>
      <p:sp>
        <p:nvSpPr>
          <p:cNvPr id="351" name="⋮">
            <a:extLst xmlns:a="http://schemas.openxmlformats.org/drawingml/2006/main">
              <a:ext uri="{FF2B5EF4-FFF2-40B4-BE49-F238E27FC236}">
                <a16:creationId xmlns:a16="http://schemas.microsoft.com/office/drawing/2014/main" id="{3A4AA217-0A17-435F-AEED-41FB773B2E16}"/>
              </a:ext>
            </a:extLst>
          </p:cNvPr>
          <p:cNvSpPr>
            <a:spLocks xmlns:a="http://schemas.openxmlformats.org/drawingml/2006/main" noGrp="1"/>
          </p:cNvSpPr>
          <p:nvPr/>
        </p:nvSpPr>
        <p:spPr>
          <a:xfrm xmlns:a="http://schemas.openxmlformats.org/drawingml/2006/main" rot="0">
            <a:off x="5632704" y="5965888"/>
            <a:ext cx="942975"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52" name="Layer 1">
            <a:extLst xmlns:a="http://schemas.openxmlformats.org/drawingml/2006/main">
              <a:ext uri="{FF2B5EF4-FFF2-40B4-BE49-F238E27FC236}">
                <a16:creationId xmlns:a16="http://schemas.microsoft.com/office/drawing/2014/main" id="{D80C7B7D-B3F9-4E42-873B-66CA349307CA}"/>
              </a:ext>
            </a:extLst>
          </p:cNvPr>
          <p:cNvSpPr>
            <a:spLocks xmlns:a="http://schemas.openxmlformats.org/drawingml/2006/main" noGrp="1"/>
          </p:cNvSpPr>
          <p:nvPr/>
        </p:nvSpPr>
        <p:spPr>
          <a:xfrm xmlns:a="http://schemas.openxmlformats.org/drawingml/2006/main" rot="0">
            <a:off x="5632704" y="6317933"/>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1</a:t>
            </a:r>
          </a:p>
        </p:txBody>
      </p:sp>
      <p:sp>
        <p:nvSpPr>
          <p:cNvPr id="353" name="26 active">
            <a:extLst xmlns:a="http://schemas.openxmlformats.org/drawingml/2006/main">
              <a:ext uri="{FF2B5EF4-FFF2-40B4-BE49-F238E27FC236}">
                <a16:creationId xmlns:a16="http://schemas.microsoft.com/office/drawing/2014/main" id="{4C14BEB5-5030-40A7-AA54-5D903AFC3A4A}"/>
              </a:ext>
            </a:extLst>
          </p:cNvPr>
          <p:cNvSpPr>
            <a:spLocks xmlns:a="http://schemas.openxmlformats.org/drawingml/2006/main" noGrp="1"/>
          </p:cNvSpPr>
          <p:nvPr/>
        </p:nvSpPr>
        <p:spPr>
          <a:xfrm xmlns:a="http://schemas.openxmlformats.org/drawingml/2006/main" rot="0">
            <a:off x="5594985" y="6600825"/>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26 active</a:t>
            </a:r>
          </a:p>
        </p:txBody>
      </p:sp>
      <p:sp>
        <p:nvSpPr>
          <p:cNvPr id="354" name="full prefix">
            <a:extLst xmlns:a="http://schemas.openxmlformats.org/drawingml/2006/main">
              <a:ext uri="{FF2B5EF4-FFF2-40B4-BE49-F238E27FC236}">
                <a16:creationId xmlns:a16="http://schemas.microsoft.com/office/drawing/2014/main" id="{60F658F9-723A-4164-ADC8-8CDEB84B1BBE}"/>
              </a:ext>
            </a:extLst>
          </p:cNvPr>
          <p:cNvSpPr>
            <a:spLocks xmlns:a="http://schemas.openxmlformats.org/drawingml/2006/main" noGrp="1"/>
          </p:cNvSpPr>
          <p:nvPr/>
        </p:nvSpPr>
        <p:spPr>
          <a:xfrm xmlns:a="http://schemas.openxmlformats.org/drawingml/2006/main" rot="0">
            <a:off x="5594985" y="7254621"/>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full prefix</a:t>
            </a:r>
          </a:p>
        </p:txBody>
      </p:sp>
      <p:sp>
        <p:nvSpPr>
          <p:cNvPr id="355" name="797 tokens">
            <a:extLst xmlns:a="http://schemas.openxmlformats.org/drawingml/2006/main">
              <a:ext uri="{FF2B5EF4-FFF2-40B4-BE49-F238E27FC236}">
                <a16:creationId xmlns:a16="http://schemas.microsoft.com/office/drawing/2014/main" id="{2F192993-F54D-46DA-8EA9-C50DA4580445}"/>
              </a:ext>
            </a:extLst>
          </p:cNvPr>
          <p:cNvSpPr>
            <a:spLocks xmlns:a="http://schemas.openxmlformats.org/drawingml/2006/main" noGrp="1"/>
          </p:cNvSpPr>
          <p:nvPr/>
        </p:nvSpPr>
        <p:spPr>
          <a:xfrm xmlns:a="http://schemas.openxmlformats.org/drawingml/2006/main" rot="0">
            <a:off x="5594985" y="7493508"/>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797 tokens</a:t>
            </a:r>
          </a:p>
        </p:txBody>
      </p:sp>
      <p:sp>
        <p:nvSpPr>
          <p:cNvPr id="356" name="j = 11">
            <a:extLst xmlns:a="http://schemas.openxmlformats.org/drawingml/2006/main">
              <a:ext uri="{FF2B5EF4-FFF2-40B4-BE49-F238E27FC236}">
                <a16:creationId xmlns:a16="http://schemas.microsoft.com/office/drawing/2014/main" id="{54E15C2A-2EF6-4D9B-A86B-E0DC419376BF}"/>
              </a:ext>
            </a:extLst>
          </p:cNvPr>
          <p:cNvSpPr>
            <a:spLocks xmlns:a="http://schemas.openxmlformats.org/drawingml/2006/main" noGrp="1"/>
          </p:cNvSpPr>
          <p:nvPr/>
        </p:nvSpPr>
        <p:spPr>
          <a:xfrm xmlns:a="http://schemas.openxmlformats.org/drawingml/2006/main" rot="0">
            <a:off x="5594985" y="7757541"/>
            <a:ext cx="1018413"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11</a:t>
            </a:r>
          </a:p>
        </p:txBody>
      </p:sp>
      <p:sp>
        <p:nvSpPr>
          <p:cNvPr id="357" name="reuse">
            <a:extLst xmlns:a="http://schemas.openxmlformats.org/drawingml/2006/main">
              <a:ext uri="{FF2B5EF4-FFF2-40B4-BE49-F238E27FC236}">
                <a16:creationId xmlns:a16="http://schemas.microsoft.com/office/drawing/2014/main" id="{6AEB4A06-5E14-494C-B8E7-1CED35B29FA7}"/>
              </a:ext>
            </a:extLst>
          </p:cNvPr>
          <p:cNvSpPr>
            <a:spLocks xmlns:a="http://schemas.openxmlformats.org/drawingml/2006/main" noGrp="1"/>
          </p:cNvSpPr>
          <p:nvPr/>
        </p:nvSpPr>
        <p:spPr>
          <a:xfrm xmlns:a="http://schemas.openxmlformats.org/drawingml/2006/main" rot="0">
            <a:off x="6789420" y="4815459"/>
            <a:ext cx="100584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1" i="0">
                <a:solidFill>
                  <a:srgbClr val="467847"/>
                </a:solidFill>
                <a:latin typeface="Times New Roman"/>
                <a:ea typeface="Times New Roman"/>
                <a:cs typeface="Times New Roman"/>
              </a:defRPr>
            </a:pPr>
            <a:r>
              <a:rPr sz="1683" b="1" i="0">
                <a:solidFill>
                  <a:srgbClr val="467847"/>
                </a:solidFill>
                <a:latin typeface="Times New Roman"/>
                <a:ea typeface="Times New Roman"/>
                <a:cs typeface="Times New Roman"/>
              </a:rPr>
              <a:t>reuse</a:t>
            </a:r>
          </a:p>
        </p:txBody>
      </p:sp>
      <p:sp>
        <p:nvSpPr>
          <p:cNvPr id="358" name="t₁₂">
            <a:extLst xmlns:a="http://schemas.openxmlformats.org/drawingml/2006/main">
              <a:ext uri="{FF2B5EF4-FFF2-40B4-BE49-F238E27FC236}">
                <a16:creationId xmlns:a16="http://schemas.microsoft.com/office/drawing/2014/main" id="{77736BCC-8327-4E55-8EEA-690A3CBA9FCB}"/>
              </a:ext>
            </a:extLst>
          </p:cNvPr>
          <p:cNvSpPr>
            <a:spLocks xmlns:a="http://schemas.openxmlformats.org/drawingml/2006/main" noGrp="1"/>
          </p:cNvSpPr>
          <p:nvPr/>
        </p:nvSpPr>
        <p:spPr>
          <a:xfrm xmlns:a="http://schemas.openxmlformats.org/drawingml/2006/main" rot="0">
            <a:off x="6820852" y="5129784"/>
            <a:ext cx="942975"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t₁₂</a:t>
            </a:r>
          </a:p>
        </p:txBody>
      </p:sp>
      <p:sp>
        <p:nvSpPr>
          <p:cNvPr id="359" name="Layer 28">
            <a:extLst xmlns:a="http://schemas.openxmlformats.org/drawingml/2006/main">
              <a:ext uri="{FF2B5EF4-FFF2-40B4-BE49-F238E27FC236}">
                <a16:creationId xmlns:a16="http://schemas.microsoft.com/office/drawing/2014/main" id="{0D975B36-8570-4F2F-B1CA-AD5CB62A7795}"/>
              </a:ext>
            </a:extLst>
          </p:cNvPr>
          <p:cNvSpPr>
            <a:spLocks xmlns:a="http://schemas.openxmlformats.org/drawingml/2006/main" noGrp="1"/>
          </p:cNvSpPr>
          <p:nvPr/>
        </p:nvSpPr>
        <p:spPr>
          <a:xfrm xmlns:a="http://schemas.openxmlformats.org/drawingml/2006/main" rot="0">
            <a:off x="6820852" y="5701855"/>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28</a:t>
            </a:r>
          </a:p>
        </p:txBody>
      </p:sp>
      <p:sp>
        <p:nvSpPr>
          <p:cNvPr id="360" name="⋮">
            <a:extLst xmlns:a="http://schemas.openxmlformats.org/drawingml/2006/main">
              <a:ext uri="{FF2B5EF4-FFF2-40B4-BE49-F238E27FC236}">
                <a16:creationId xmlns:a16="http://schemas.microsoft.com/office/drawing/2014/main" id="{CC78E2D0-6E48-49D9-830F-7777054C64BC}"/>
              </a:ext>
            </a:extLst>
          </p:cNvPr>
          <p:cNvSpPr>
            <a:spLocks xmlns:a="http://schemas.openxmlformats.org/drawingml/2006/main" noGrp="1"/>
          </p:cNvSpPr>
          <p:nvPr/>
        </p:nvSpPr>
        <p:spPr>
          <a:xfrm xmlns:a="http://schemas.openxmlformats.org/drawingml/2006/main" rot="0">
            <a:off x="6820852" y="5965888"/>
            <a:ext cx="942975"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61" name="Layer 1">
            <a:extLst xmlns:a="http://schemas.openxmlformats.org/drawingml/2006/main">
              <a:ext uri="{FF2B5EF4-FFF2-40B4-BE49-F238E27FC236}">
                <a16:creationId xmlns:a16="http://schemas.microsoft.com/office/drawing/2014/main" id="{24845F1F-7C93-49CC-9A02-598CF9C89FC0}"/>
              </a:ext>
            </a:extLst>
          </p:cNvPr>
          <p:cNvSpPr>
            <a:spLocks xmlns:a="http://schemas.openxmlformats.org/drawingml/2006/main" noGrp="1"/>
          </p:cNvSpPr>
          <p:nvPr/>
        </p:nvSpPr>
        <p:spPr>
          <a:xfrm xmlns:a="http://schemas.openxmlformats.org/drawingml/2006/main" rot="0">
            <a:off x="6820852" y="6317933"/>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1</a:t>
            </a:r>
          </a:p>
        </p:txBody>
      </p:sp>
      <p:sp>
        <p:nvSpPr>
          <p:cNvPr id="362" name="26 active">
            <a:extLst xmlns:a="http://schemas.openxmlformats.org/drawingml/2006/main">
              <a:ext uri="{FF2B5EF4-FFF2-40B4-BE49-F238E27FC236}">
                <a16:creationId xmlns:a16="http://schemas.microsoft.com/office/drawing/2014/main" id="{58208986-72C1-46EF-9297-50054B14A85E}"/>
              </a:ext>
            </a:extLst>
          </p:cNvPr>
          <p:cNvSpPr>
            <a:spLocks xmlns:a="http://schemas.openxmlformats.org/drawingml/2006/main" noGrp="1"/>
          </p:cNvSpPr>
          <p:nvPr/>
        </p:nvSpPr>
        <p:spPr>
          <a:xfrm xmlns:a="http://schemas.openxmlformats.org/drawingml/2006/main" rot="0">
            <a:off x="6783134" y="6600825"/>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26 active</a:t>
            </a:r>
          </a:p>
        </p:txBody>
      </p:sp>
      <p:sp>
        <p:nvSpPr>
          <p:cNvPr id="363" name="new token">
            <a:extLst xmlns:a="http://schemas.openxmlformats.org/drawingml/2006/main">
              <a:ext uri="{FF2B5EF4-FFF2-40B4-BE49-F238E27FC236}">
                <a16:creationId xmlns:a16="http://schemas.microsoft.com/office/drawing/2014/main" id="{95318682-2D1D-4994-BCE0-49B3BF3B935B}"/>
              </a:ext>
            </a:extLst>
          </p:cNvPr>
          <p:cNvSpPr>
            <a:spLocks xmlns:a="http://schemas.openxmlformats.org/drawingml/2006/main" noGrp="1"/>
          </p:cNvSpPr>
          <p:nvPr/>
        </p:nvSpPr>
        <p:spPr>
          <a:xfrm xmlns:a="http://schemas.openxmlformats.org/drawingml/2006/main" rot="0">
            <a:off x="6783134" y="7254621"/>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new token</a:t>
            </a:r>
          </a:p>
        </p:txBody>
      </p:sp>
      <p:sp>
        <p:nvSpPr>
          <p:cNvPr id="364" name="1 token">
            <a:extLst xmlns:a="http://schemas.openxmlformats.org/drawingml/2006/main">
              <a:ext uri="{FF2B5EF4-FFF2-40B4-BE49-F238E27FC236}">
                <a16:creationId xmlns:a16="http://schemas.microsoft.com/office/drawing/2014/main" id="{E4CA888B-64FF-46E8-A045-A1DD84A68DC9}"/>
              </a:ext>
            </a:extLst>
          </p:cNvPr>
          <p:cNvSpPr>
            <a:spLocks xmlns:a="http://schemas.openxmlformats.org/drawingml/2006/main" noGrp="1"/>
          </p:cNvSpPr>
          <p:nvPr/>
        </p:nvSpPr>
        <p:spPr>
          <a:xfrm xmlns:a="http://schemas.openxmlformats.org/drawingml/2006/main" rot="0">
            <a:off x="6783134" y="7493508"/>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1 token</a:t>
            </a:r>
          </a:p>
        </p:txBody>
      </p:sp>
      <p:sp>
        <p:nvSpPr>
          <p:cNvPr id="365" name="j = 12">
            <a:extLst xmlns:a="http://schemas.openxmlformats.org/drawingml/2006/main">
              <a:ext uri="{FF2B5EF4-FFF2-40B4-BE49-F238E27FC236}">
                <a16:creationId xmlns:a16="http://schemas.microsoft.com/office/drawing/2014/main" id="{D24ED420-0AEC-4AEA-9C5B-3D61B98B5259}"/>
              </a:ext>
            </a:extLst>
          </p:cNvPr>
          <p:cNvSpPr>
            <a:spLocks xmlns:a="http://schemas.openxmlformats.org/drawingml/2006/main" noGrp="1"/>
          </p:cNvSpPr>
          <p:nvPr/>
        </p:nvSpPr>
        <p:spPr>
          <a:xfrm xmlns:a="http://schemas.openxmlformats.org/drawingml/2006/main" rot="0">
            <a:off x="6783134" y="7757541"/>
            <a:ext cx="1018413"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12</a:t>
            </a:r>
          </a:p>
        </p:txBody>
      </p:sp>
      <p:sp>
        <p:nvSpPr>
          <p:cNvPr id="366" name="reuse">
            <a:extLst xmlns:a="http://schemas.openxmlformats.org/drawingml/2006/main">
              <a:ext uri="{FF2B5EF4-FFF2-40B4-BE49-F238E27FC236}">
                <a16:creationId xmlns:a16="http://schemas.microsoft.com/office/drawing/2014/main" id="{93B112C8-639E-4C2C-893D-0B2C4D8B341A}"/>
              </a:ext>
            </a:extLst>
          </p:cNvPr>
          <p:cNvSpPr>
            <a:spLocks xmlns:a="http://schemas.openxmlformats.org/drawingml/2006/main" noGrp="1"/>
          </p:cNvSpPr>
          <p:nvPr/>
        </p:nvSpPr>
        <p:spPr>
          <a:xfrm xmlns:a="http://schemas.openxmlformats.org/drawingml/2006/main" rot="0">
            <a:off x="7977568" y="4815459"/>
            <a:ext cx="100584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1" i="0">
                <a:solidFill>
                  <a:srgbClr val="467847"/>
                </a:solidFill>
                <a:latin typeface="Times New Roman"/>
                <a:ea typeface="Times New Roman"/>
                <a:cs typeface="Times New Roman"/>
              </a:defRPr>
            </a:pPr>
            <a:r>
              <a:rPr sz="1683" b="1" i="0">
                <a:solidFill>
                  <a:srgbClr val="467847"/>
                </a:solidFill>
                <a:latin typeface="Times New Roman"/>
                <a:ea typeface="Times New Roman"/>
                <a:cs typeface="Times New Roman"/>
              </a:rPr>
              <a:t>reuse</a:t>
            </a:r>
          </a:p>
        </p:txBody>
      </p:sp>
      <p:sp>
        <p:nvSpPr>
          <p:cNvPr id="367" name="EOS">
            <a:extLst xmlns:a="http://schemas.openxmlformats.org/drawingml/2006/main">
              <a:ext uri="{FF2B5EF4-FFF2-40B4-BE49-F238E27FC236}">
                <a16:creationId xmlns:a16="http://schemas.microsoft.com/office/drawing/2014/main" id="{468B4F04-830B-4EED-A90F-7E8FC27AD237}"/>
              </a:ext>
            </a:extLst>
          </p:cNvPr>
          <p:cNvSpPr>
            <a:spLocks xmlns:a="http://schemas.openxmlformats.org/drawingml/2006/main" noGrp="1"/>
          </p:cNvSpPr>
          <p:nvPr/>
        </p:nvSpPr>
        <p:spPr>
          <a:xfrm xmlns:a="http://schemas.openxmlformats.org/drawingml/2006/main" rot="0">
            <a:off x="8009001" y="5129784"/>
            <a:ext cx="942975"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EOS</a:t>
            </a:r>
          </a:p>
        </p:txBody>
      </p:sp>
      <p:sp>
        <p:nvSpPr>
          <p:cNvPr id="368" name="Layer 28">
            <a:extLst xmlns:a="http://schemas.openxmlformats.org/drawingml/2006/main">
              <a:ext uri="{FF2B5EF4-FFF2-40B4-BE49-F238E27FC236}">
                <a16:creationId xmlns:a16="http://schemas.microsoft.com/office/drawing/2014/main" id="{A2326268-21D7-4C06-8688-3774053A6AB7}"/>
              </a:ext>
            </a:extLst>
          </p:cNvPr>
          <p:cNvSpPr>
            <a:spLocks xmlns:a="http://schemas.openxmlformats.org/drawingml/2006/main" noGrp="1"/>
          </p:cNvSpPr>
          <p:nvPr/>
        </p:nvSpPr>
        <p:spPr>
          <a:xfrm xmlns:a="http://schemas.openxmlformats.org/drawingml/2006/main" rot="0">
            <a:off x="8009001" y="5701855"/>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28</a:t>
            </a:r>
          </a:p>
        </p:txBody>
      </p:sp>
      <p:sp>
        <p:nvSpPr>
          <p:cNvPr id="369" name="⋮">
            <a:extLst xmlns:a="http://schemas.openxmlformats.org/drawingml/2006/main">
              <a:ext uri="{FF2B5EF4-FFF2-40B4-BE49-F238E27FC236}">
                <a16:creationId xmlns:a16="http://schemas.microsoft.com/office/drawing/2014/main" id="{F5B84448-B2E3-46FC-96F5-63B0BA37AB85}"/>
              </a:ext>
            </a:extLst>
          </p:cNvPr>
          <p:cNvSpPr>
            <a:spLocks xmlns:a="http://schemas.openxmlformats.org/drawingml/2006/main" noGrp="1"/>
          </p:cNvSpPr>
          <p:nvPr/>
        </p:nvSpPr>
        <p:spPr>
          <a:xfrm xmlns:a="http://schemas.openxmlformats.org/drawingml/2006/main" rot="0">
            <a:off x="8009001" y="5965888"/>
            <a:ext cx="942975"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70" name="Layer 1">
            <a:extLst xmlns:a="http://schemas.openxmlformats.org/drawingml/2006/main">
              <a:ext uri="{FF2B5EF4-FFF2-40B4-BE49-F238E27FC236}">
                <a16:creationId xmlns:a16="http://schemas.microsoft.com/office/drawing/2014/main" id="{CA92118B-83BE-4A62-B457-9A74063FB4B6}"/>
              </a:ext>
            </a:extLst>
          </p:cNvPr>
          <p:cNvSpPr>
            <a:spLocks xmlns:a="http://schemas.openxmlformats.org/drawingml/2006/main" noGrp="1"/>
          </p:cNvSpPr>
          <p:nvPr/>
        </p:nvSpPr>
        <p:spPr>
          <a:xfrm xmlns:a="http://schemas.openxmlformats.org/drawingml/2006/main" rot="0">
            <a:off x="8009001" y="6317933"/>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Layer 1</a:t>
            </a:r>
          </a:p>
        </p:txBody>
      </p:sp>
      <p:sp>
        <p:nvSpPr>
          <p:cNvPr id="371" name="26 active">
            <a:extLst xmlns:a="http://schemas.openxmlformats.org/drawingml/2006/main">
              <a:ext uri="{FF2B5EF4-FFF2-40B4-BE49-F238E27FC236}">
                <a16:creationId xmlns:a16="http://schemas.microsoft.com/office/drawing/2014/main" id="{17EEF150-67C2-46FD-B8CD-59F8E2630809}"/>
              </a:ext>
            </a:extLst>
          </p:cNvPr>
          <p:cNvSpPr>
            <a:spLocks xmlns:a="http://schemas.openxmlformats.org/drawingml/2006/main" noGrp="1"/>
          </p:cNvSpPr>
          <p:nvPr/>
        </p:nvSpPr>
        <p:spPr>
          <a:xfrm xmlns:a="http://schemas.openxmlformats.org/drawingml/2006/main" rot="0">
            <a:off x="7971282" y="6600825"/>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26 active</a:t>
            </a:r>
          </a:p>
        </p:txBody>
      </p:sp>
      <p:sp>
        <p:nvSpPr>
          <p:cNvPr id="372" name="new token">
            <a:extLst xmlns:a="http://schemas.openxmlformats.org/drawingml/2006/main">
              <a:ext uri="{FF2B5EF4-FFF2-40B4-BE49-F238E27FC236}">
                <a16:creationId xmlns:a16="http://schemas.microsoft.com/office/drawing/2014/main" id="{741215AB-84C2-497F-9C2D-DFC2908A5D2A}"/>
              </a:ext>
            </a:extLst>
          </p:cNvPr>
          <p:cNvSpPr>
            <a:spLocks xmlns:a="http://schemas.openxmlformats.org/drawingml/2006/main" noGrp="1"/>
          </p:cNvSpPr>
          <p:nvPr/>
        </p:nvSpPr>
        <p:spPr>
          <a:xfrm xmlns:a="http://schemas.openxmlformats.org/drawingml/2006/main" rot="0">
            <a:off x="7971282" y="7254621"/>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new token</a:t>
            </a:r>
          </a:p>
        </p:txBody>
      </p:sp>
      <p:sp>
        <p:nvSpPr>
          <p:cNvPr id="373" name="1 token">
            <a:extLst xmlns:a="http://schemas.openxmlformats.org/drawingml/2006/main">
              <a:ext uri="{FF2B5EF4-FFF2-40B4-BE49-F238E27FC236}">
                <a16:creationId xmlns:a16="http://schemas.microsoft.com/office/drawing/2014/main" id="{D4F11F6A-6965-48D8-9DAB-8B1AF0C7CAA5}"/>
              </a:ext>
            </a:extLst>
          </p:cNvPr>
          <p:cNvSpPr>
            <a:spLocks xmlns:a="http://schemas.openxmlformats.org/drawingml/2006/main" noGrp="1"/>
          </p:cNvSpPr>
          <p:nvPr/>
        </p:nvSpPr>
        <p:spPr>
          <a:xfrm xmlns:a="http://schemas.openxmlformats.org/drawingml/2006/main" rot="0">
            <a:off x="7971282" y="7493508"/>
            <a:ext cx="101841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1 token</a:t>
            </a:r>
          </a:p>
        </p:txBody>
      </p:sp>
      <p:sp>
        <p:nvSpPr>
          <p:cNvPr id="374" name="j = 13">
            <a:extLst xmlns:a="http://schemas.openxmlformats.org/drawingml/2006/main">
              <a:ext uri="{FF2B5EF4-FFF2-40B4-BE49-F238E27FC236}">
                <a16:creationId xmlns:a16="http://schemas.microsoft.com/office/drawing/2014/main" id="{498F6D20-5A2A-4364-A205-4FE57FBF4D2D}"/>
              </a:ext>
            </a:extLst>
          </p:cNvPr>
          <p:cNvSpPr>
            <a:spLocks xmlns:a="http://schemas.openxmlformats.org/drawingml/2006/main" noGrp="1"/>
          </p:cNvSpPr>
          <p:nvPr/>
        </p:nvSpPr>
        <p:spPr>
          <a:xfrm xmlns:a="http://schemas.openxmlformats.org/drawingml/2006/main" rot="0">
            <a:off x="7971282" y="7757541"/>
            <a:ext cx="1018413"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13</a:t>
            </a:r>
          </a:p>
        </p:txBody>
      </p:sp>
      <p:sp>
        <p:nvSpPr>
          <p:cNvPr id="375" name="⋯">
            <a:extLst xmlns:a="http://schemas.openxmlformats.org/drawingml/2006/main">
              <a:ext uri="{FF2B5EF4-FFF2-40B4-BE49-F238E27FC236}">
                <a16:creationId xmlns:a16="http://schemas.microsoft.com/office/drawing/2014/main" id="{22A7B83A-62A4-4DF0-8EB3-F85F075FC306}"/>
              </a:ext>
            </a:extLst>
          </p:cNvPr>
          <p:cNvSpPr>
            <a:spLocks xmlns:a="http://schemas.openxmlformats.org/drawingml/2006/main" noGrp="1"/>
          </p:cNvSpPr>
          <p:nvPr/>
        </p:nvSpPr>
        <p:spPr>
          <a:xfrm xmlns:a="http://schemas.openxmlformats.org/drawingml/2006/main" rot="0">
            <a:off x="3822192" y="5915597"/>
            <a:ext cx="502920"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0">
                <a:solidFill>
                  <a:srgbClr val="22272C"/>
                </a:solidFill>
                <a:latin typeface="Times New Roman"/>
                <a:ea typeface="Times New Roman"/>
                <a:cs typeface="Times New Roman"/>
              </a:defRPr>
            </a:pPr>
            <a:r>
              <a:rPr sz="2129" b="0" i="0">
                <a:solidFill>
                  <a:srgbClr val="22272C"/>
                </a:solidFill>
                <a:latin typeface="Times New Roman"/>
                <a:ea typeface="Times New Roman"/>
                <a:cs typeface="Times New Roman"/>
              </a:rPr>
              <a:t>⋯</a:t>
            </a:r>
          </a:p>
        </p:txBody>
      </p:sp>
      <p:sp>
        <p:nvSpPr>
          <p:cNvPr id="376" name="3–9">
            <a:extLst xmlns:a="http://schemas.openxmlformats.org/drawingml/2006/main">
              <a:ext uri="{FF2B5EF4-FFF2-40B4-BE49-F238E27FC236}">
                <a16:creationId xmlns:a16="http://schemas.microsoft.com/office/drawing/2014/main" id="{4A44D95F-8D7E-4AB3-B862-766EFA5F7C84}"/>
              </a:ext>
            </a:extLst>
          </p:cNvPr>
          <p:cNvSpPr>
            <a:spLocks xmlns:a="http://schemas.openxmlformats.org/drawingml/2006/main" noGrp="1"/>
          </p:cNvSpPr>
          <p:nvPr/>
        </p:nvSpPr>
        <p:spPr>
          <a:xfrm xmlns:a="http://schemas.openxmlformats.org/drawingml/2006/main" rot="0">
            <a:off x="3790760" y="7757541"/>
            <a:ext cx="502920" cy="25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32" b="0" i="1">
                <a:solidFill>
                  <a:srgbClr val="22272C"/>
                </a:solidFill>
                <a:latin typeface="Times New Roman"/>
                <a:ea typeface="Times New Roman"/>
                <a:cs typeface="Times New Roman"/>
              </a:defRPr>
            </a:pPr>
            <a:r>
              <a:rPr sz="1732" b="0" i="1">
                <a:solidFill>
                  <a:srgbClr val="22272C"/>
                </a:solidFill>
                <a:latin typeface="Times New Roman"/>
                <a:ea typeface="Times New Roman"/>
                <a:cs typeface="Times New Roman"/>
              </a:rPr>
              <a:t>3–9</a:t>
            </a:r>
          </a:p>
        </p:txBody>
      </p:sp>
      <p:sp>
        <p:nvSpPr>
          <p:cNvPr id="377" name="cached K/V">
            <a:extLst xmlns:a="http://schemas.openxmlformats.org/drawingml/2006/main">
              <a:ext uri="{FF2B5EF4-FFF2-40B4-BE49-F238E27FC236}">
                <a16:creationId xmlns:a16="http://schemas.microsoft.com/office/drawing/2014/main" id="{04E2D0E0-742B-4E00-A222-D1C8AB70AA47}"/>
              </a:ext>
            </a:extLst>
          </p:cNvPr>
          <p:cNvSpPr>
            <a:spLocks xmlns:a="http://schemas.openxmlformats.org/drawingml/2006/main" noGrp="1"/>
          </p:cNvSpPr>
          <p:nvPr/>
        </p:nvSpPr>
        <p:spPr>
          <a:xfrm xmlns:a="http://schemas.openxmlformats.org/drawingml/2006/main" rot="0">
            <a:off x="1129856" y="5456682"/>
            <a:ext cx="2596325"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i="0">
                <a:solidFill>
                  <a:srgbClr val="3B82BB"/>
                </a:solidFill>
                <a:latin typeface="Times New Roman"/>
                <a:ea typeface="Times New Roman"/>
                <a:cs typeface="Times New Roman"/>
              </a:defRPr>
            </a:pPr>
            <a:r>
              <a:rPr sz="1350" b="0" i="0">
                <a:solidFill>
                  <a:srgbClr val="3B82BB"/>
                </a:solidFill>
                <a:latin typeface="Times New Roman"/>
                <a:ea typeface="Times New Roman"/>
                <a:cs typeface="Times New Roman"/>
              </a:rPr>
              <a:t>cached K/V</a:t>
            </a:r>
          </a:p>
        </p:txBody>
      </p:sp>
      <p:sp>
        <p:nvSpPr>
          <p:cNvPr id="378" name="cached K/V">
            <a:extLst xmlns:a="http://schemas.openxmlformats.org/drawingml/2006/main">
              <a:ext uri="{FF2B5EF4-FFF2-40B4-BE49-F238E27FC236}">
                <a16:creationId xmlns:a16="http://schemas.microsoft.com/office/drawing/2014/main" id="{80EB0C6B-0A5E-4BB8-878F-660718D1E93A}"/>
              </a:ext>
            </a:extLst>
          </p:cNvPr>
          <p:cNvSpPr>
            <a:spLocks xmlns:a="http://schemas.openxmlformats.org/drawingml/2006/main" noGrp="1"/>
          </p:cNvSpPr>
          <p:nvPr/>
        </p:nvSpPr>
        <p:spPr>
          <a:xfrm xmlns:a="http://schemas.openxmlformats.org/drawingml/2006/main" rot="0">
            <a:off x="6517958" y="5456682"/>
            <a:ext cx="2508313"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i="0">
                <a:solidFill>
                  <a:srgbClr val="3B82BB"/>
                </a:solidFill>
                <a:latin typeface="Times New Roman"/>
                <a:ea typeface="Times New Roman"/>
                <a:cs typeface="Times New Roman"/>
              </a:defRPr>
            </a:pPr>
            <a:r>
              <a:rPr sz="1350" b="0" i="0">
                <a:solidFill>
                  <a:srgbClr val="3B82BB"/>
                </a:solidFill>
                <a:latin typeface="Times New Roman"/>
                <a:ea typeface="Times New Roman"/>
                <a:cs typeface="Times New Roman"/>
              </a:rPr>
              <a:t>cached K/V</a:t>
            </a:r>
          </a:p>
        </p:txBody>
      </p:sp>
      <p:sp>
        <p:nvSpPr>
          <p:cNvPr id="379" name="(c) Early EOS">
            <a:extLst xmlns:a="http://schemas.openxmlformats.org/drawingml/2006/main">
              <a:ext uri="{FF2B5EF4-FFF2-40B4-BE49-F238E27FC236}">
                <a16:creationId xmlns:a16="http://schemas.microsoft.com/office/drawing/2014/main" id="{CFB2FD9B-BBDE-4E05-8919-042C5C40286F}"/>
              </a:ext>
            </a:extLst>
          </p:cNvPr>
          <p:cNvSpPr>
            <a:spLocks xmlns:a="http://schemas.openxmlformats.org/drawingml/2006/main" noGrp="1"/>
          </p:cNvSpPr>
          <p:nvPr/>
        </p:nvSpPr>
        <p:spPr>
          <a:xfrm xmlns:a="http://schemas.openxmlformats.org/drawingml/2006/main" rot="0">
            <a:off x="9379458" y="4130230"/>
            <a:ext cx="1766506" cy="28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3" b="1" i="0">
                <a:solidFill>
                  <a:srgbClr val="222222"/>
                </a:solidFill>
                <a:latin typeface="Times New Roman"/>
                <a:ea typeface="Times New Roman"/>
                <a:cs typeface="Times New Roman"/>
              </a:defRPr>
            </a:pPr>
            <a:r>
              <a:rPr sz="1913" b="1" i="0">
                <a:solidFill>
                  <a:srgbClr val="222222"/>
                </a:solidFill>
                <a:latin typeface="Times New Roman"/>
                <a:ea typeface="Times New Roman"/>
                <a:cs typeface="Times New Roman"/>
              </a:rPr>
              <a:t>(c) Early EOS</a:t>
            </a:r>
          </a:p>
        </p:txBody>
      </p:sp>
      <p:sp>
        <p:nvSpPr>
          <p:cNvPr id="380" name="AI2D #280">
            <a:extLst xmlns:a="http://schemas.openxmlformats.org/drawingml/2006/main">
              <a:ext uri="{FF2B5EF4-FFF2-40B4-BE49-F238E27FC236}">
                <a16:creationId xmlns:a16="http://schemas.microsoft.com/office/drawing/2014/main" id="{12282CA9-5F10-4C56-8A4D-02865812C9DA}"/>
              </a:ext>
            </a:extLst>
          </p:cNvPr>
          <p:cNvSpPr>
            <a:spLocks xmlns:a="http://schemas.openxmlformats.org/drawingml/2006/main" noGrp="1"/>
          </p:cNvSpPr>
          <p:nvPr/>
        </p:nvSpPr>
        <p:spPr>
          <a:xfrm xmlns:a="http://schemas.openxmlformats.org/drawingml/2006/main" rot="0">
            <a:off x="9379458" y="4482275"/>
            <a:ext cx="1709928"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83" b="0" i="0">
                <a:solidFill>
                  <a:srgbClr val="626B70"/>
                </a:solidFill>
                <a:latin typeface="Times New Roman"/>
                <a:ea typeface="Times New Roman"/>
                <a:cs typeface="Times New Roman"/>
              </a:defRPr>
            </a:pPr>
            <a:r>
              <a:rPr sz="1683" b="0" i="0">
                <a:solidFill>
                  <a:srgbClr val="626B70"/>
                </a:solidFill>
                <a:latin typeface="Times New Roman"/>
                <a:ea typeface="Times New Roman"/>
                <a:cs typeface="Times New Roman"/>
              </a:rPr>
              <a:t>AI2D #280</a:t>
            </a:r>
          </a:p>
        </p:txBody>
      </p:sp>
      <p:sp>
        <p:nvSpPr>
          <p:cNvPr id="381" name="select">
            <a:extLst xmlns:a="http://schemas.openxmlformats.org/drawingml/2006/main">
              <a:ext uri="{FF2B5EF4-FFF2-40B4-BE49-F238E27FC236}">
                <a16:creationId xmlns:a16="http://schemas.microsoft.com/office/drawing/2014/main" id="{D65F0A16-E0AF-4551-8236-F11E2AAA402E}"/>
              </a:ext>
            </a:extLst>
          </p:cNvPr>
          <p:cNvSpPr>
            <a:spLocks xmlns:a="http://schemas.openxmlformats.org/drawingml/2006/main" noGrp="1"/>
          </p:cNvSpPr>
          <p:nvPr/>
        </p:nvSpPr>
        <p:spPr>
          <a:xfrm xmlns:a="http://schemas.openxmlformats.org/drawingml/2006/main" rot="0">
            <a:off x="9354312" y="4815459"/>
            <a:ext cx="804672" cy="238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33" b="1" i="0">
                <a:solidFill>
                  <a:srgbClr val="A94D66"/>
                </a:solidFill>
                <a:latin typeface="Times New Roman"/>
                <a:ea typeface="Times New Roman"/>
                <a:cs typeface="Times New Roman"/>
              </a:defRPr>
            </a:pPr>
            <a:r>
              <a:rPr sz="1633" b="1" i="0">
                <a:solidFill>
                  <a:srgbClr val="A94D66"/>
                </a:solidFill>
                <a:latin typeface="Times New Roman"/>
                <a:ea typeface="Times New Roman"/>
                <a:cs typeface="Times New Roman"/>
              </a:rPr>
              <a:t>select</a:t>
            </a:r>
          </a:p>
        </p:txBody>
      </p:sp>
      <p:sp>
        <p:nvSpPr>
          <p:cNvPr id="382" name="D">
            <a:extLst xmlns:a="http://schemas.openxmlformats.org/drawingml/2006/main">
              <a:ext uri="{FF2B5EF4-FFF2-40B4-BE49-F238E27FC236}">
                <a16:creationId xmlns:a16="http://schemas.microsoft.com/office/drawing/2014/main" id="{96DF72AF-E17C-4876-AB95-9EB51FFA30DD}"/>
              </a:ext>
            </a:extLst>
          </p:cNvPr>
          <p:cNvSpPr>
            <a:spLocks xmlns:a="http://schemas.openxmlformats.org/drawingml/2006/main" noGrp="1"/>
          </p:cNvSpPr>
          <p:nvPr/>
        </p:nvSpPr>
        <p:spPr>
          <a:xfrm xmlns:a="http://schemas.openxmlformats.org/drawingml/2006/main" rot="0">
            <a:off x="9379458" y="5129784"/>
            <a:ext cx="754380"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D</a:t>
            </a:r>
          </a:p>
        </p:txBody>
      </p:sp>
      <p:sp>
        <p:nvSpPr>
          <p:cNvPr id="383" name="L28">
            <a:extLst xmlns:a="http://schemas.openxmlformats.org/drawingml/2006/main">
              <a:ext uri="{FF2B5EF4-FFF2-40B4-BE49-F238E27FC236}">
                <a16:creationId xmlns:a16="http://schemas.microsoft.com/office/drawing/2014/main" id="{9FD46B63-7AC7-44CE-B570-9F2A14EDCF07}"/>
              </a:ext>
            </a:extLst>
          </p:cNvPr>
          <p:cNvSpPr>
            <a:spLocks xmlns:a="http://schemas.openxmlformats.org/drawingml/2006/main" noGrp="1"/>
          </p:cNvSpPr>
          <p:nvPr/>
        </p:nvSpPr>
        <p:spPr>
          <a:xfrm xmlns:a="http://schemas.openxmlformats.org/drawingml/2006/main" rot="0">
            <a:off x="9379458" y="5701855"/>
            <a:ext cx="754380"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L28</a:t>
            </a:r>
          </a:p>
        </p:txBody>
      </p:sp>
      <p:sp>
        <p:nvSpPr>
          <p:cNvPr id="384" name="⋮">
            <a:extLst xmlns:a="http://schemas.openxmlformats.org/drawingml/2006/main">
              <a:ext uri="{FF2B5EF4-FFF2-40B4-BE49-F238E27FC236}">
                <a16:creationId xmlns:a16="http://schemas.microsoft.com/office/drawing/2014/main" id="{60CED911-AD73-408F-8435-70F5486ABCA1}"/>
              </a:ext>
            </a:extLst>
          </p:cNvPr>
          <p:cNvSpPr>
            <a:spLocks xmlns:a="http://schemas.openxmlformats.org/drawingml/2006/main" noGrp="1"/>
          </p:cNvSpPr>
          <p:nvPr/>
        </p:nvSpPr>
        <p:spPr>
          <a:xfrm xmlns:a="http://schemas.openxmlformats.org/drawingml/2006/main" rot="0">
            <a:off x="9379458" y="5965888"/>
            <a:ext cx="75438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85" name="L1">
            <a:extLst xmlns:a="http://schemas.openxmlformats.org/drawingml/2006/main">
              <a:ext uri="{FF2B5EF4-FFF2-40B4-BE49-F238E27FC236}">
                <a16:creationId xmlns:a16="http://schemas.microsoft.com/office/drawing/2014/main" id="{D3EEE27B-71E1-4AD9-A0A0-083E682369CA}"/>
              </a:ext>
            </a:extLst>
          </p:cNvPr>
          <p:cNvSpPr>
            <a:spLocks xmlns:a="http://schemas.openxmlformats.org/drawingml/2006/main" noGrp="1"/>
          </p:cNvSpPr>
          <p:nvPr/>
        </p:nvSpPr>
        <p:spPr>
          <a:xfrm xmlns:a="http://schemas.openxmlformats.org/drawingml/2006/main" rot="0">
            <a:off x="9379458" y="6317933"/>
            <a:ext cx="754380"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L1</a:t>
            </a:r>
          </a:p>
        </p:txBody>
      </p:sp>
      <p:sp>
        <p:nvSpPr>
          <p:cNvPr id="386" name="prefix">
            <a:extLst xmlns:a="http://schemas.openxmlformats.org/drawingml/2006/main">
              <a:ext uri="{FF2B5EF4-FFF2-40B4-BE49-F238E27FC236}">
                <a16:creationId xmlns:a16="http://schemas.microsoft.com/office/drawing/2014/main" id="{054BBC74-AAC6-4EED-8FFC-FB144F454EEA}"/>
              </a:ext>
            </a:extLst>
          </p:cNvPr>
          <p:cNvSpPr>
            <a:spLocks xmlns:a="http://schemas.openxmlformats.org/drawingml/2006/main" noGrp="1"/>
          </p:cNvSpPr>
          <p:nvPr/>
        </p:nvSpPr>
        <p:spPr>
          <a:xfrm xmlns:a="http://schemas.openxmlformats.org/drawingml/2006/main" rot="0">
            <a:off x="9354312" y="7254621"/>
            <a:ext cx="804672"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prefix</a:t>
            </a:r>
          </a:p>
        </p:txBody>
      </p:sp>
      <p:sp>
        <p:nvSpPr>
          <p:cNvPr id="387" name="933 tokens">
            <a:extLst xmlns:a="http://schemas.openxmlformats.org/drawingml/2006/main">
              <a:ext uri="{FF2B5EF4-FFF2-40B4-BE49-F238E27FC236}">
                <a16:creationId xmlns:a16="http://schemas.microsoft.com/office/drawing/2014/main" id="{11DB291D-E3AC-4C36-AA7A-9A22990C67EC}"/>
              </a:ext>
            </a:extLst>
          </p:cNvPr>
          <p:cNvSpPr>
            <a:spLocks xmlns:a="http://schemas.openxmlformats.org/drawingml/2006/main" noGrp="1"/>
          </p:cNvSpPr>
          <p:nvPr/>
        </p:nvSpPr>
        <p:spPr>
          <a:xfrm xmlns:a="http://schemas.openxmlformats.org/drawingml/2006/main" rot="0">
            <a:off x="9285161" y="7493508"/>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933 tokens</a:t>
            </a:r>
          </a:p>
        </p:txBody>
      </p:sp>
      <p:sp>
        <p:nvSpPr>
          <p:cNvPr id="388" name="j = 0">
            <a:extLst xmlns:a="http://schemas.openxmlformats.org/drawingml/2006/main">
              <a:ext uri="{FF2B5EF4-FFF2-40B4-BE49-F238E27FC236}">
                <a16:creationId xmlns:a16="http://schemas.microsoft.com/office/drawing/2014/main" id="{2A061E9A-FDD0-4C86-B32E-379B78B1011B}"/>
              </a:ext>
            </a:extLst>
          </p:cNvPr>
          <p:cNvSpPr>
            <a:spLocks xmlns:a="http://schemas.openxmlformats.org/drawingml/2006/main" noGrp="1"/>
          </p:cNvSpPr>
          <p:nvPr/>
        </p:nvSpPr>
        <p:spPr>
          <a:xfrm xmlns:a="http://schemas.openxmlformats.org/drawingml/2006/main" rot="0">
            <a:off x="9354312" y="7757541"/>
            <a:ext cx="804672"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0</a:t>
            </a:r>
          </a:p>
        </p:txBody>
      </p:sp>
      <p:sp>
        <p:nvSpPr>
          <p:cNvPr id="389" name="rebuild">
            <a:extLst xmlns:a="http://schemas.openxmlformats.org/drawingml/2006/main">
              <a:ext uri="{FF2B5EF4-FFF2-40B4-BE49-F238E27FC236}">
                <a16:creationId xmlns:a16="http://schemas.microsoft.com/office/drawing/2014/main" id="{9C561509-8F03-4BB8-A1F9-14D9EBA3EDAF}"/>
              </a:ext>
            </a:extLst>
          </p:cNvPr>
          <p:cNvSpPr>
            <a:spLocks xmlns:a="http://schemas.openxmlformats.org/drawingml/2006/main" noGrp="1"/>
          </p:cNvSpPr>
          <p:nvPr/>
        </p:nvSpPr>
        <p:spPr>
          <a:xfrm xmlns:a="http://schemas.openxmlformats.org/drawingml/2006/main" rot="0">
            <a:off x="10309860" y="4815459"/>
            <a:ext cx="804672" cy="238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33" b="1" i="0">
                <a:solidFill>
                  <a:srgbClr val="A94D66"/>
                </a:solidFill>
                <a:latin typeface="Times New Roman"/>
                <a:ea typeface="Times New Roman"/>
                <a:cs typeface="Times New Roman"/>
              </a:defRPr>
            </a:pPr>
            <a:r>
              <a:rPr sz="1633" b="1" i="0">
                <a:solidFill>
                  <a:srgbClr val="A94D66"/>
                </a:solidFill>
                <a:latin typeface="Times New Roman"/>
                <a:ea typeface="Times New Roman"/>
                <a:cs typeface="Times New Roman"/>
              </a:rPr>
              <a:t>rebuild</a:t>
            </a:r>
          </a:p>
        </p:txBody>
      </p:sp>
      <p:sp>
        <p:nvSpPr>
          <p:cNvPr id="390" name="EOS">
            <a:extLst xmlns:a="http://schemas.openxmlformats.org/drawingml/2006/main">
              <a:ext uri="{FF2B5EF4-FFF2-40B4-BE49-F238E27FC236}">
                <a16:creationId xmlns:a16="http://schemas.microsoft.com/office/drawing/2014/main" id="{7450A11F-BC3D-45F7-9296-8642EC11C1A6}"/>
              </a:ext>
            </a:extLst>
          </p:cNvPr>
          <p:cNvSpPr>
            <a:spLocks xmlns:a="http://schemas.openxmlformats.org/drawingml/2006/main" noGrp="1"/>
          </p:cNvSpPr>
          <p:nvPr/>
        </p:nvSpPr>
        <p:spPr>
          <a:xfrm xmlns:a="http://schemas.openxmlformats.org/drawingml/2006/main" rot="0">
            <a:off x="10335006" y="5129784"/>
            <a:ext cx="754380" cy="310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29" b="0" i="1">
                <a:solidFill>
                  <a:srgbClr val="22272C"/>
                </a:solidFill>
                <a:latin typeface="Times New Roman"/>
                <a:ea typeface="Times New Roman"/>
                <a:cs typeface="Times New Roman"/>
              </a:defRPr>
            </a:pPr>
            <a:r>
              <a:rPr sz="2129" b="0" i="1">
                <a:solidFill>
                  <a:srgbClr val="22272C"/>
                </a:solidFill>
                <a:latin typeface="Times New Roman"/>
                <a:ea typeface="Times New Roman"/>
                <a:cs typeface="Times New Roman"/>
              </a:rPr>
              <a:t>EOS</a:t>
            </a:r>
          </a:p>
        </p:txBody>
      </p:sp>
      <p:sp>
        <p:nvSpPr>
          <p:cNvPr id="391" name="L28">
            <a:extLst xmlns:a="http://schemas.openxmlformats.org/drawingml/2006/main">
              <a:ext uri="{FF2B5EF4-FFF2-40B4-BE49-F238E27FC236}">
                <a16:creationId xmlns:a16="http://schemas.microsoft.com/office/drawing/2014/main" id="{7267A9AC-3202-4E99-98EB-EB25C083F0E2}"/>
              </a:ext>
            </a:extLst>
          </p:cNvPr>
          <p:cNvSpPr>
            <a:spLocks xmlns:a="http://schemas.openxmlformats.org/drawingml/2006/main" noGrp="1"/>
          </p:cNvSpPr>
          <p:nvPr/>
        </p:nvSpPr>
        <p:spPr>
          <a:xfrm xmlns:a="http://schemas.openxmlformats.org/drawingml/2006/main" rot="0">
            <a:off x="10335006" y="5701855"/>
            <a:ext cx="754380"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L28</a:t>
            </a:r>
          </a:p>
        </p:txBody>
      </p:sp>
      <p:sp>
        <p:nvSpPr>
          <p:cNvPr id="392" name="⋮">
            <a:extLst xmlns:a="http://schemas.openxmlformats.org/drawingml/2006/main">
              <a:ext uri="{FF2B5EF4-FFF2-40B4-BE49-F238E27FC236}">
                <a16:creationId xmlns:a16="http://schemas.microsoft.com/office/drawing/2014/main" id="{A3EA35E8-A45B-43BF-8C2F-58CBD6CB3535}"/>
              </a:ext>
            </a:extLst>
          </p:cNvPr>
          <p:cNvSpPr>
            <a:spLocks xmlns:a="http://schemas.openxmlformats.org/drawingml/2006/main" noGrp="1"/>
          </p:cNvSpPr>
          <p:nvPr/>
        </p:nvSpPr>
        <p:spPr>
          <a:xfrm xmlns:a="http://schemas.openxmlformats.org/drawingml/2006/main" rot="0">
            <a:off x="10335006" y="5965888"/>
            <a:ext cx="754380" cy="245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3" b="0" i="0">
                <a:solidFill>
                  <a:srgbClr val="22272C"/>
                </a:solidFill>
                <a:latin typeface="Times New Roman"/>
                <a:ea typeface="Times New Roman"/>
                <a:cs typeface="Times New Roman"/>
              </a:defRPr>
            </a:pPr>
            <a:r>
              <a:rPr sz="1683" b="0" i="0">
                <a:solidFill>
                  <a:srgbClr val="22272C"/>
                </a:solidFill>
                <a:latin typeface="Times New Roman"/>
                <a:ea typeface="Times New Roman"/>
                <a:cs typeface="Times New Roman"/>
              </a:rPr>
              <a:t>⋮</a:t>
            </a:r>
          </a:p>
        </p:txBody>
      </p:sp>
      <p:sp>
        <p:nvSpPr>
          <p:cNvPr id="393" name="L1">
            <a:extLst xmlns:a="http://schemas.openxmlformats.org/drawingml/2006/main">
              <a:ext uri="{FF2B5EF4-FFF2-40B4-BE49-F238E27FC236}">
                <a16:creationId xmlns:a16="http://schemas.microsoft.com/office/drawing/2014/main" id="{0D707684-DE07-4374-877B-EC4F48D70295}"/>
              </a:ext>
            </a:extLst>
          </p:cNvPr>
          <p:cNvSpPr>
            <a:spLocks xmlns:a="http://schemas.openxmlformats.org/drawingml/2006/main" noGrp="1"/>
          </p:cNvSpPr>
          <p:nvPr/>
        </p:nvSpPr>
        <p:spPr>
          <a:xfrm xmlns:a="http://schemas.openxmlformats.org/drawingml/2006/main" rot="0">
            <a:off x="10335006" y="6317933"/>
            <a:ext cx="754380"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L1</a:t>
            </a:r>
          </a:p>
        </p:txBody>
      </p:sp>
      <p:sp>
        <p:nvSpPr>
          <p:cNvPr id="394" name="prefix">
            <a:extLst xmlns:a="http://schemas.openxmlformats.org/drawingml/2006/main">
              <a:ext uri="{FF2B5EF4-FFF2-40B4-BE49-F238E27FC236}">
                <a16:creationId xmlns:a16="http://schemas.microsoft.com/office/drawing/2014/main" id="{FFE831B0-3EE0-46E3-9085-736544925D2A}"/>
              </a:ext>
            </a:extLst>
          </p:cNvPr>
          <p:cNvSpPr>
            <a:spLocks xmlns:a="http://schemas.openxmlformats.org/drawingml/2006/main" noGrp="1"/>
          </p:cNvSpPr>
          <p:nvPr/>
        </p:nvSpPr>
        <p:spPr>
          <a:xfrm xmlns:a="http://schemas.openxmlformats.org/drawingml/2006/main" rot="0">
            <a:off x="10309860" y="7254621"/>
            <a:ext cx="804672"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prefix</a:t>
            </a:r>
          </a:p>
        </p:txBody>
      </p:sp>
      <p:sp>
        <p:nvSpPr>
          <p:cNvPr id="395" name="934 tokens">
            <a:extLst xmlns:a="http://schemas.openxmlformats.org/drawingml/2006/main">
              <a:ext uri="{FF2B5EF4-FFF2-40B4-BE49-F238E27FC236}">
                <a16:creationId xmlns:a16="http://schemas.microsoft.com/office/drawing/2014/main" id="{F5BADB46-5A4F-44DE-9AE8-94C127B54321}"/>
              </a:ext>
            </a:extLst>
          </p:cNvPr>
          <p:cNvSpPr>
            <a:spLocks xmlns:a="http://schemas.openxmlformats.org/drawingml/2006/main" noGrp="1"/>
          </p:cNvSpPr>
          <p:nvPr/>
        </p:nvSpPr>
        <p:spPr>
          <a:xfrm xmlns:a="http://schemas.openxmlformats.org/drawingml/2006/main" rot="0">
            <a:off x="10240709" y="7493508"/>
            <a:ext cx="94297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934 tokens</a:t>
            </a:r>
          </a:p>
        </p:txBody>
      </p:sp>
      <p:sp>
        <p:nvSpPr>
          <p:cNvPr id="396" name="j = 1">
            <a:extLst xmlns:a="http://schemas.openxmlformats.org/drawingml/2006/main">
              <a:ext uri="{FF2B5EF4-FFF2-40B4-BE49-F238E27FC236}">
                <a16:creationId xmlns:a16="http://schemas.microsoft.com/office/drawing/2014/main" id="{AF081A2A-672D-4CEC-B4AF-AD005C2BFB66}"/>
              </a:ext>
            </a:extLst>
          </p:cNvPr>
          <p:cNvSpPr>
            <a:spLocks xmlns:a="http://schemas.openxmlformats.org/drawingml/2006/main" noGrp="1"/>
          </p:cNvSpPr>
          <p:nvPr/>
        </p:nvSpPr>
        <p:spPr>
          <a:xfrm xmlns:a="http://schemas.openxmlformats.org/drawingml/2006/main" rot="0">
            <a:off x="10309860" y="7757541"/>
            <a:ext cx="804672" cy="260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82" b="0" i="1">
                <a:solidFill>
                  <a:srgbClr val="22272C"/>
                </a:solidFill>
                <a:latin typeface="Times New Roman"/>
                <a:ea typeface="Times New Roman"/>
                <a:cs typeface="Times New Roman"/>
              </a:defRPr>
            </a:pPr>
            <a:r>
              <a:rPr sz="1782" b="0" i="1">
                <a:solidFill>
                  <a:srgbClr val="22272C"/>
                </a:solidFill>
                <a:latin typeface="Times New Roman"/>
                <a:ea typeface="Times New Roman"/>
                <a:cs typeface="Times New Roman"/>
              </a:rPr>
              <a:t>j = 1</a:t>
            </a:r>
          </a:p>
        </p:txBody>
      </p:sp>
      <p:sp>
        <p:nvSpPr>
          <p:cNvPr id="397" name="full-prefix / fresh computation">
            <a:extLst xmlns:a="http://schemas.openxmlformats.org/drawingml/2006/main">
              <a:ext uri="{FF2B5EF4-FFF2-40B4-BE49-F238E27FC236}">
                <a16:creationId xmlns:a16="http://schemas.microsoft.com/office/drawing/2014/main" id="{D0CFC70E-EC84-4C1C-B77A-EB7C8736950A}"/>
              </a:ext>
            </a:extLst>
          </p:cNvPr>
          <p:cNvSpPr>
            <a:spLocks xmlns:a="http://schemas.openxmlformats.org/drawingml/2006/main" noGrp="1"/>
          </p:cNvSpPr>
          <p:nvPr/>
        </p:nvSpPr>
        <p:spPr>
          <a:xfrm xmlns:a="http://schemas.openxmlformats.org/drawingml/2006/main" rot="0">
            <a:off x="484061" y="8159877"/>
            <a:ext cx="3639883"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full-prefix / fresh computation</a:t>
            </a:r>
          </a:p>
        </p:txBody>
      </p:sp>
      <p:sp>
        <p:nvSpPr>
          <p:cNvPr id="398" name="cache reuse">
            <a:extLst xmlns:a="http://schemas.openxmlformats.org/drawingml/2006/main">
              <a:ext uri="{FF2B5EF4-FFF2-40B4-BE49-F238E27FC236}">
                <a16:creationId xmlns:a16="http://schemas.microsoft.com/office/drawing/2014/main" id="{A70FEB5B-311A-4DC8-9A41-5D9B150DDADD}"/>
              </a:ext>
            </a:extLst>
          </p:cNvPr>
          <p:cNvSpPr>
            <a:spLocks xmlns:a="http://schemas.openxmlformats.org/drawingml/2006/main" noGrp="1"/>
          </p:cNvSpPr>
          <p:nvPr/>
        </p:nvSpPr>
        <p:spPr>
          <a:xfrm xmlns:a="http://schemas.openxmlformats.org/drawingml/2006/main" rot="0">
            <a:off x="4526280" y="8159877"/>
            <a:ext cx="1559052"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cache reuse</a:t>
            </a:r>
          </a:p>
        </p:txBody>
      </p:sp>
      <p:sp>
        <p:nvSpPr>
          <p:cNvPr id="399" name="cached state">
            <a:extLst xmlns:a="http://schemas.openxmlformats.org/drawingml/2006/main">
              <a:ext uri="{FF2B5EF4-FFF2-40B4-BE49-F238E27FC236}">
                <a16:creationId xmlns:a16="http://schemas.microsoft.com/office/drawing/2014/main" id="{D1FB325D-1FC2-4B2B-A4BA-12E3C9D906E9}"/>
              </a:ext>
            </a:extLst>
          </p:cNvPr>
          <p:cNvSpPr>
            <a:spLocks xmlns:a="http://schemas.openxmlformats.org/drawingml/2006/main" noGrp="1"/>
          </p:cNvSpPr>
          <p:nvPr/>
        </p:nvSpPr>
        <p:spPr>
          <a:xfrm xmlns:a="http://schemas.openxmlformats.org/drawingml/2006/main" rot="0">
            <a:off x="6695123" y="8159877"/>
            <a:ext cx="169735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84" b="0" i="0">
                <a:solidFill>
                  <a:srgbClr val="22272C"/>
                </a:solidFill>
                <a:latin typeface="Times New Roman"/>
                <a:ea typeface="Times New Roman"/>
                <a:cs typeface="Times New Roman"/>
              </a:defRPr>
            </a:pPr>
            <a:r>
              <a:rPr sz="1584" b="0" i="0">
                <a:solidFill>
                  <a:srgbClr val="22272C"/>
                </a:solidFill>
                <a:latin typeface="Times New Roman"/>
                <a:ea typeface="Times New Roman"/>
                <a:cs typeface="Times New Roman"/>
              </a:rPr>
              <a:t>cached state</a:t>
            </a:r>
          </a:p>
        </p:txBody>
      </p:sp>
      <p:sp>
        <p:nvSpPr>
          <p:cNvPr id="400" name="2 steps, no KV reuse">
            <a:extLst xmlns:a="http://schemas.openxmlformats.org/drawingml/2006/main">
              <a:ext uri="{FF2B5EF4-FFF2-40B4-BE49-F238E27FC236}">
                <a16:creationId xmlns:a16="http://schemas.microsoft.com/office/drawing/2014/main" id="{C4D4395B-9FEE-4275-8F8F-325375867B29}"/>
              </a:ext>
            </a:extLst>
          </p:cNvPr>
          <p:cNvSpPr>
            <a:spLocks xmlns:a="http://schemas.openxmlformats.org/drawingml/2006/main" noGrp="1"/>
          </p:cNvSpPr>
          <p:nvPr/>
        </p:nvSpPr>
        <p:spPr>
          <a:xfrm xmlns:a="http://schemas.openxmlformats.org/drawingml/2006/main" rot="0">
            <a:off x="9297734" y="8159877"/>
            <a:ext cx="1823085"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A94D66"/>
                </a:solidFill>
                <a:latin typeface="Times New Roman"/>
                <a:ea typeface="Times New Roman"/>
                <a:cs typeface="Times New Roman"/>
              </a:defRPr>
            </a:pPr>
            <a:r>
              <a:rPr sz="1575" b="1" i="0">
                <a:solidFill>
                  <a:srgbClr val="A94D66"/>
                </a:solidFill>
                <a:latin typeface="Times New Roman"/>
                <a:ea typeface="Times New Roman"/>
                <a:cs typeface="Times New Roman"/>
              </a:rPr>
              <a:t>2 steps, no KV reuse</a:t>
            </a:r>
          </a:p>
        </p:txBody>
      </p:sp>
      <p:sp>
        <p:nvSpPr>
          <p:cNvPr id="401" name="all 28">
            <a:extLst xmlns:a="http://schemas.openxmlformats.org/drawingml/2006/main">
              <a:ext uri="{FF2B5EF4-FFF2-40B4-BE49-F238E27FC236}">
                <a16:creationId xmlns:a16="http://schemas.microsoft.com/office/drawing/2014/main" id="{32471CE7-DA85-4B02-9EC1-5A6D664200F6}"/>
              </a:ext>
            </a:extLst>
          </p:cNvPr>
          <p:cNvSpPr>
            <a:spLocks xmlns:a="http://schemas.openxmlformats.org/drawingml/2006/main" noGrp="1"/>
          </p:cNvSpPr>
          <p:nvPr/>
        </p:nvSpPr>
        <p:spPr>
          <a:xfrm xmlns:a="http://schemas.openxmlformats.org/drawingml/2006/main" rot="0">
            <a:off x="9354312" y="6600825"/>
            <a:ext cx="804672"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all 28</a:t>
            </a:r>
          </a:p>
        </p:txBody>
      </p:sp>
      <p:sp>
        <p:nvSpPr>
          <p:cNvPr id="402" name="26 active">
            <a:extLst xmlns:a="http://schemas.openxmlformats.org/drawingml/2006/main">
              <a:ext uri="{FF2B5EF4-FFF2-40B4-BE49-F238E27FC236}">
                <a16:creationId xmlns:a16="http://schemas.microsoft.com/office/drawing/2014/main" id="{AB288049-50EF-4DBB-9AFD-82704BA61CDC}"/>
              </a:ext>
            </a:extLst>
          </p:cNvPr>
          <p:cNvSpPr>
            <a:spLocks xmlns:a="http://schemas.openxmlformats.org/drawingml/2006/main" noGrp="1"/>
          </p:cNvSpPr>
          <p:nvPr/>
        </p:nvSpPr>
        <p:spPr>
          <a:xfrm xmlns:a="http://schemas.openxmlformats.org/drawingml/2006/main" rot="0">
            <a:off x="10309860" y="6600825"/>
            <a:ext cx="804672"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84" b="0" i="0">
                <a:solidFill>
                  <a:srgbClr val="606B70"/>
                </a:solidFill>
                <a:latin typeface="Times New Roman"/>
                <a:ea typeface="Times New Roman"/>
                <a:cs typeface="Times New Roman"/>
              </a:defRPr>
            </a:pPr>
            <a:r>
              <a:rPr sz="1584" b="0" i="0">
                <a:solidFill>
                  <a:srgbClr val="606B70"/>
                </a:solidFill>
                <a:latin typeface="Times New Roman"/>
                <a:ea typeface="Times New Roman"/>
                <a:cs typeface="Times New Roman"/>
              </a:rPr>
              <a:t>26 active</a:t>
            </a:r>
          </a:p>
        </p:txBody>
      </p:sp>
      <p:sp>
        <p:nvSpPr>
          <p:cNvPr id="403" name="AI2D #137">
            <a:extLst xmlns:a="http://schemas.openxmlformats.org/drawingml/2006/main">
              <a:ext uri="{FF2B5EF4-FFF2-40B4-BE49-F238E27FC236}">
                <a16:creationId xmlns:a16="http://schemas.microsoft.com/office/drawing/2014/main" id="{C25AA711-B6FD-40C1-964B-C8E33A70DD66}"/>
              </a:ext>
            </a:extLst>
          </p:cNvPr>
          <p:cNvSpPr>
            <a:spLocks xmlns:a="http://schemas.openxmlformats.org/drawingml/2006/main" noGrp="1"/>
          </p:cNvSpPr>
          <p:nvPr/>
        </p:nvSpPr>
        <p:spPr>
          <a:xfrm xmlns:a="http://schemas.openxmlformats.org/drawingml/2006/main" rot="0">
            <a:off x="7572375" y="4180523"/>
            <a:ext cx="1371600" cy="2313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8" b="0" i="0">
                <a:solidFill>
                  <a:srgbClr val="626B70"/>
                </a:solidFill>
                <a:latin typeface="Times New Roman"/>
                <a:ea typeface="Times New Roman"/>
                <a:cs typeface="Times New Roman"/>
              </a:defRPr>
            </a:pPr>
            <a:r>
              <a:rPr sz="1508" b="0" i="0">
                <a:solidFill>
                  <a:srgbClr val="626B70"/>
                </a:solidFill>
                <a:latin typeface="Times New Roman"/>
                <a:ea typeface="Times New Roman"/>
                <a:cs typeface="Times New Roman"/>
              </a:rPr>
              <a:t>AI2D #137</a:t>
            </a:r>
          </a:p>
        </p:txBody>
      </p:sp>
      <p:sp>
        <p:nvSpPr>
          <p:cNvPr id="404" name="Logged hit indices">
            <a:extLst xmlns:a="http://schemas.openxmlformats.org/drawingml/2006/main">
              <a:ext uri="{FF2B5EF4-FFF2-40B4-BE49-F238E27FC236}">
                <a16:creationId xmlns:a16="http://schemas.microsoft.com/office/drawing/2014/main" id="{DD94A3F7-8C6F-4AC0-B708-F4D9BB92F7FA}"/>
              </a:ext>
            </a:extLst>
          </p:cNvPr>
          <p:cNvSpPr>
            <a:spLocks xmlns:a="http://schemas.openxmlformats.org/drawingml/2006/main" noGrp="1"/>
          </p:cNvSpPr>
          <p:nvPr/>
        </p:nvSpPr>
        <p:spPr>
          <a:xfrm xmlns:a="http://schemas.openxmlformats.org/drawingml/2006/main" rot="0">
            <a:off x="228600" y="3657600"/>
            <a:ext cx="200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i="0">
                <a:solidFill>
                  <a:srgbClr val="222222"/>
                </a:solidFill>
                <a:latin typeface="Times New Roman"/>
                <a:ea typeface="Times New Roman"/>
                <a:cs typeface="Times New Roman"/>
              </a:defRPr>
            </a:pPr>
            <a:r>
              <a:rPr sz="1575" b="1" i="0">
                <a:solidFill>
                  <a:srgbClr val="222222"/>
                </a:solidFill>
                <a:latin typeface="Times New Roman"/>
                <a:ea typeface="Times New Roman"/>
                <a:cs typeface="Times New Roman"/>
              </a:rPr>
              <a:t>Logged hit indices</a:t>
            </a:r>
          </a:p>
        </p:txBody>
      </p:sp>
      <p:sp>
        <p:nvSpPr>
          <p:cNvPr id="405" name="">
            <a:extLst xmlns:a="http://schemas.openxmlformats.org/drawingml/2006/main">
              <a:ext uri="{FF2B5EF4-FFF2-40B4-BE49-F238E27FC236}">
                <a16:creationId xmlns:a16="http://schemas.microsoft.com/office/drawing/2014/main" id="{BCEFD850-9B14-407D-B4B7-4020E6D90BB4}"/>
              </a:ext>
            </a:extLst>
          </p:cNvPr>
          <p:cNvSpPr>
            <a:spLocks xmlns:a="http://schemas.openxmlformats.org/drawingml/2006/main" noGrp="1"/>
          </p:cNvSpPr>
          <p:nvPr/>
        </p:nvSpPr>
        <p:spPr>
          <a:xfrm xmlns:a="http://schemas.openxmlformats.org/drawingml/2006/main">
            <a:off x="2314575"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06" name="6">
            <a:extLst xmlns:a="http://schemas.openxmlformats.org/drawingml/2006/main">
              <a:ext uri="{FF2B5EF4-FFF2-40B4-BE49-F238E27FC236}">
                <a16:creationId xmlns:a16="http://schemas.microsoft.com/office/drawing/2014/main" id="{666F379D-2168-4E23-BCD9-9EFA49416545}"/>
              </a:ext>
            </a:extLst>
          </p:cNvPr>
          <p:cNvSpPr>
            <a:spLocks xmlns:a="http://schemas.openxmlformats.org/drawingml/2006/main" noGrp="1"/>
          </p:cNvSpPr>
          <p:nvPr/>
        </p:nvSpPr>
        <p:spPr>
          <a:xfrm xmlns:a="http://schemas.openxmlformats.org/drawingml/2006/main" rot="0">
            <a:off x="2314575"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6</a:t>
            </a:r>
          </a:p>
        </p:txBody>
      </p:sp>
      <p:sp>
        <p:nvSpPr>
          <p:cNvPr id="407" name="">
            <a:extLst xmlns:a="http://schemas.openxmlformats.org/drawingml/2006/main">
              <a:ext uri="{FF2B5EF4-FFF2-40B4-BE49-F238E27FC236}">
                <a16:creationId xmlns:a16="http://schemas.microsoft.com/office/drawing/2014/main" id="{67B96AE3-7F34-429E-87EB-AEA7501FE5A9}"/>
              </a:ext>
            </a:extLst>
          </p:cNvPr>
          <p:cNvSpPr>
            <a:spLocks xmlns:a="http://schemas.openxmlformats.org/drawingml/2006/main" noGrp="1"/>
          </p:cNvSpPr>
          <p:nvPr/>
        </p:nvSpPr>
        <p:spPr>
          <a:xfrm xmlns:a="http://schemas.openxmlformats.org/drawingml/2006/main">
            <a:off x="2781776"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08" name="7">
            <a:extLst xmlns:a="http://schemas.openxmlformats.org/drawingml/2006/main">
              <a:ext uri="{FF2B5EF4-FFF2-40B4-BE49-F238E27FC236}">
                <a16:creationId xmlns:a16="http://schemas.microsoft.com/office/drawing/2014/main" id="{5236CC65-8D05-4E98-BE59-2233A98471DD}"/>
              </a:ext>
            </a:extLst>
          </p:cNvPr>
          <p:cNvSpPr>
            <a:spLocks xmlns:a="http://schemas.openxmlformats.org/drawingml/2006/main" noGrp="1"/>
          </p:cNvSpPr>
          <p:nvPr/>
        </p:nvSpPr>
        <p:spPr>
          <a:xfrm xmlns:a="http://schemas.openxmlformats.org/drawingml/2006/main" rot="0">
            <a:off x="2781776"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7</a:t>
            </a:r>
          </a:p>
        </p:txBody>
      </p:sp>
      <p:sp>
        <p:nvSpPr>
          <p:cNvPr id="409" name="">
            <a:extLst xmlns:a="http://schemas.openxmlformats.org/drawingml/2006/main">
              <a:ext uri="{FF2B5EF4-FFF2-40B4-BE49-F238E27FC236}">
                <a16:creationId xmlns:a16="http://schemas.microsoft.com/office/drawing/2014/main" id="{87744EDB-4BF8-44EC-AB46-30ED069AB773}"/>
              </a:ext>
            </a:extLst>
          </p:cNvPr>
          <p:cNvSpPr>
            <a:spLocks xmlns:a="http://schemas.openxmlformats.org/drawingml/2006/main" noGrp="1"/>
          </p:cNvSpPr>
          <p:nvPr/>
        </p:nvSpPr>
        <p:spPr>
          <a:xfrm xmlns:a="http://schemas.openxmlformats.org/drawingml/2006/main">
            <a:off x="3248978"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10" name="8">
            <a:extLst xmlns:a="http://schemas.openxmlformats.org/drawingml/2006/main">
              <a:ext uri="{FF2B5EF4-FFF2-40B4-BE49-F238E27FC236}">
                <a16:creationId xmlns:a16="http://schemas.microsoft.com/office/drawing/2014/main" id="{ED0E305D-0552-4AB5-9479-F9A8BE9F73C9}"/>
              </a:ext>
            </a:extLst>
          </p:cNvPr>
          <p:cNvSpPr>
            <a:spLocks xmlns:a="http://schemas.openxmlformats.org/drawingml/2006/main" noGrp="1"/>
          </p:cNvSpPr>
          <p:nvPr/>
        </p:nvSpPr>
        <p:spPr>
          <a:xfrm xmlns:a="http://schemas.openxmlformats.org/drawingml/2006/main" rot="0">
            <a:off x="3248978"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8</a:t>
            </a:r>
          </a:p>
        </p:txBody>
      </p:sp>
      <p:sp>
        <p:nvSpPr>
          <p:cNvPr id="411" name="">
            <a:extLst xmlns:a="http://schemas.openxmlformats.org/drawingml/2006/main">
              <a:ext uri="{FF2B5EF4-FFF2-40B4-BE49-F238E27FC236}">
                <a16:creationId xmlns:a16="http://schemas.microsoft.com/office/drawing/2014/main" id="{2B47330C-C5EB-4878-9E49-5F3BA7557564}"/>
              </a:ext>
            </a:extLst>
          </p:cNvPr>
          <p:cNvSpPr>
            <a:spLocks xmlns:a="http://schemas.openxmlformats.org/drawingml/2006/main" noGrp="1"/>
          </p:cNvSpPr>
          <p:nvPr/>
        </p:nvSpPr>
        <p:spPr>
          <a:xfrm xmlns:a="http://schemas.openxmlformats.org/drawingml/2006/main">
            <a:off x="3716179"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12" name="9">
            <a:extLst xmlns:a="http://schemas.openxmlformats.org/drawingml/2006/main">
              <a:ext uri="{FF2B5EF4-FFF2-40B4-BE49-F238E27FC236}">
                <a16:creationId xmlns:a16="http://schemas.microsoft.com/office/drawing/2014/main" id="{D0D11762-11E1-4A72-80B7-7B74EC226354}"/>
              </a:ext>
            </a:extLst>
          </p:cNvPr>
          <p:cNvSpPr>
            <a:spLocks xmlns:a="http://schemas.openxmlformats.org/drawingml/2006/main" noGrp="1"/>
          </p:cNvSpPr>
          <p:nvPr/>
        </p:nvSpPr>
        <p:spPr>
          <a:xfrm xmlns:a="http://schemas.openxmlformats.org/drawingml/2006/main" rot="0">
            <a:off x="3716179"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9</a:t>
            </a:r>
          </a:p>
        </p:txBody>
      </p:sp>
      <p:sp>
        <p:nvSpPr>
          <p:cNvPr id="413" name="">
            <a:extLst xmlns:a="http://schemas.openxmlformats.org/drawingml/2006/main">
              <a:ext uri="{FF2B5EF4-FFF2-40B4-BE49-F238E27FC236}">
                <a16:creationId xmlns:a16="http://schemas.microsoft.com/office/drawing/2014/main" id="{2CE9F5BE-CDA8-45C8-9249-FDD4441A203C}"/>
              </a:ext>
            </a:extLst>
          </p:cNvPr>
          <p:cNvSpPr>
            <a:spLocks xmlns:a="http://schemas.openxmlformats.org/drawingml/2006/main" noGrp="1"/>
          </p:cNvSpPr>
          <p:nvPr/>
        </p:nvSpPr>
        <p:spPr>
          <a:xfrm xmlns:a="http://schemas.openxmlformats.org/drawingml/2006/main">
            <a:off x="4183380"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14" name="12">
            <a:extLst xmlns:a="http://schemas.openxmlformats.org/drawingml/2006/main">
              <a:ext uri="{FF2B5EF4-FFF2-40B4-BE49-F238E27FC236}">
                <a16:creationId xmlns:a16="http://schemas.microsoft.com/office/drawing/2014/main" id="{FE9583D7-058F-4AC2-A63C-1A0A998A5FB0}"/>
              </a:ext>
            </a:extLst>
          </p:cNvPr>
          <p:cNvSpPr>
            <a:spLocks xmlns:a="http://schemas.openxmlformats.org/drawingml/2006/main" noGrp="1"/>
          </p:cNvSpPr>
          <p:nvPr/>
        </p:nvSpPr>
        <p:spPr>
          <a:xfrm xmlns:a="http://schemas.openxmlformats.org/drawingml/2006/main" rot="0">
            <a:off x="4183380"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12</a:t>
            </a:r>
          </a:p>
        </p:txBody>
      </p:sp>
      <p:sp>
        <p:nvSpPr>
          <p:cNvPr id="415" name="">
            <a:extLst xmlns:a="http://schemas.openxmlformats.org/drawingml/2006/main">
              <a:ext uri="{FF2B5EF4-FFF2-40B4-BE49-F238E27FC236}">
                <a16:creationId xmlns:a16="http://schemas.microsoft.com/office/drawing/2014/main" id="{D5B4E708-18DF-4F07-A5EE-2E3133846360}"/>
              </a:ext>
            </a:extLst>
          </p:cNvPr>
          <p:cNvSpPr>
            <a:spLocks xmlns:a="http://schemas.openxmlformats.org/drawingml/2006/main" noGrp="1"/>
          </p:cNvSpPr>
          <p:nvPr/>
        </p:nvSpPr>
        <p:spPr>
          <a:xfrm xmlns:a="http://schemas.openxmlformats.org/drawingml/2006/main">
            <a:off x="4650581"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16" name="13">
            <a:extLst xmlns:a="http://schemas.openxmlformats.org/drawingml/2006/main">
              <a:ext uri="{FF2B5EF4-FFF2-40B4-BE49-F238E27FC236}">
                <a16:creationId xmlns:a16="http://schemas.microsoft.com/office/drawing/2014/main" id="{C037E1BC-DA0D-4957-9472-27501E991564}"/>
              </a:ext>
            </a:extLst>
          </p:cNvPr>
          <p:cNvSpPr>
            <a:spLocks xmlns:a="http://schemas.openxmlformats.org/drawingml/2006/main" noGrp="1"/>
          </p:cNvSpPr>
          <p:nvPr/>
        </p:nvSpPr>
        <p:spPr>
          <a:xfrm xmlns:a="http://schemas.openxmlformats.org/drawingml/2006/main" rot="0">
            <a:off x="4650581"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13</a:t>
            </a:r>
          </a:p>
        </p:txBody>
      </p:sp>
      <p:sp>
        <p:nvSpPr>
          <p:cNvPr id="417" name="">
            <a:extLst xmlns:a="http://schemas.openxmlformats.org/drawingml/2006/main">
              <a:ext uri="{FF2B5EF4-FFF2-40B4-BE49-F238E27FC236}">
                <a16:creationId xmlns:a16="http://schemas.microsoft.com/office/drawing/2014/main" id="{AB81C5B5-50B9-45C6-94EE-4367EE226D11}"/>
              </a:ext>
            </a:extLst>
          </p:cNvPr>
          <p:cNvSpPr>
            <a:spLocks xmlns:a="http://schemas.openxmlformats.org/drawingml/2006/main" noGrp="1"/>
          </p:cNvSpPr>
          <p:nvPr/>
        </p:nvSpPr>
        <p:spPr>
          <a:xfrm xmlns:a="http://schemas.openxmlformats.org/drawingml/2006/main">
            <a:off x="5117783"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18" name="14">
            <a:extLst xmlns:a="http://schemas.openxmlformats.org/drawingml/2006/main">
              <a:ext uri="{FF2B5EF4-FFF2-40B4-BE49-F238E27FC236}">
                <a16:creationId xmlns:a16="http://schemas.microsoft.com/office/drawing/2014/main" id="{210F73FA-6D89-49A6-B440-CC60E306091B}"/>
              </a:ext>
            </a:extLst>
          </p:cNvPr>
          <p:cNvSpPr>
            <a:spLocks xmlns:a="http://schemas.openxmlformats.org/drawingml/2006/main" noGrp="1"/>
          </p:cNvSpPr>
          <p:nvPr/>
        </p:nvSpPr>
        <p:spPr>
          <a:xfrm xmlns:a="http://schemas.openxmlformats.org/drawingml/2006/main" rot="0">
            <a:off x="5117783"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14</a:t>
            </a:r>
          </a:p>
        </p:txBody>
      </p:sp>
      <p:sp>
        <p:nvSpPr>
          <p:cNvPr id="419" name="">
            <a:extLst xmlns:a="http://schemas.openxmlformats.org/drawingml/2006/main">
              <a:ext uri="{FF2B5EF4-FFF2-40B4-BE49-F238E27FC236}">
                <a16:creationId xmlns:a16="http://schemas.microsoft.com/office/drawing/2014/main" id="{2FA1581A-A995-4EC8-98FD-739AEF1A5705}"/>
              </a:ext>
            </a:extLst>
          </p:cNvPr>
          <p:cNvSpPr>
            <a:spLocks xmlns:a="http://schemas.openxmlformats.org/drawingml/2006/main" noGrp="1"/>
          </p:cNvSpPr>
          <p:nvPr/>
        </p:nvSpPr>
        <p:spPr>
          <a:xfrm xmlns:a="http://schemas.openxmlformats.org/drawingml/2006/main">
            <a:off x="5584984"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20" name="16">
            <a:extLst xmlns:a="http://schemas.openxmlformats.org/drawingml/2006/main">
              <a:ext uri="{FF2B5EF4-FFF2-40B4-BE49-F238E27FC236}">
                <a16:creationId xmlns:a16="http://schemas.microsoft.com/office/drawing/2014/main" id="{CC6A2459-B1A2-401F-980E-1F293DE49AD8}"/>
              </a:ext>
            </a:extLst>
          </p:cNvPr>
          <p:cNvSpPr>
            <a:spLocks xmlns:a="http://schemas.openxmlformats.org/drawingml/2006/main" noGrp="1"/>
          </p:cNvSpPr>
          <p:nvPr/>
        </p:nvSpPr>
        <p:spPr>
          <a:xfrm xmlns:a="http://schemas.openxmlformats.org/drawingml/2006/main" rot="0">
            <a:off x="5584984"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16</a:t>
            </a:r>
          </a:p>
        </p:txBody>
      </p:sp>
      <p:sp>
        <p:nvSpPr>
          <p:cNvPr id="421" name="">
            <a:extLst xmlns:a="http://schemas.openxmlformats.org/drawingml/2006/main">
              <a:ext uri="{FF2B5EF4-FFF2-40B4-BE49-F238E27FC236}">
                <a16:creationId xmlns:a16="http://schemas.microsoft.com/office/drawing/2014/main" id="{7C333158-409B-4F21-AF2F-C36BC38FC7C6}"/>
              </a:ext>
            </a:extLst>
          </p:cNvPr>
          <p:cNvSpPr>
            <a:spLocks xmlns:a="http://schemas.openxmlformats.org/drawingml/2006/main" noGrp="1"/>
          </p:cNvSpPr>
          <p:nvPr/>
        </p:nvSpPr>
        <p:spPr>
          <a:xfrm xmlns:a="http://schemas.openxmlformats.org/drawingml/2006/main">
            <a:off x="6052185"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22" name="17">
            <a:extLst xmlns:a="http://schemas.openxmlformats.org/drawingml/2006/main">
              <a:ext uri="{FF2B5EF4-FFF2-40B4-BE49-F238E27FC236}">
                <a16:creationId xmlns:a16="http://schemas.microsoft.com/office/drawing/2014/main" id="{2897B305-C0B4-4CA0-935F-34DFD5C0EA4D}"/>
              </a:ext>
            </a:extLst>
          </p:cNvPr>
          <p:cNvSpPr>
            <a:spLocks xmlns:a="http://schemas.openxmlformats.org/drawingml/2006/main" noGrp="1"/>
          </p:cNvSpPr>
          <p:nvPr/>
        </p:nvSpPr>
        <p:spPr>
          <a:xfrm xmlns:a="http://schemas.openxmlformats.org/drawingml/2006/main" rot="0">
            <a:off x="6052185"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17</a:t>
            </a:r>
          </a:p>
        </p:txBody>
      </p:sp>
      <p:sp>
        <p:nvSpPr>
          <p:cNvPr id="423" name="">
            <a:extLst xmlns:a="http://schemas.openxmlformats.org/drawingml/2006/main">
              <a:ext uri="{FF2B5EF4-FFF2-40B4-BE49-F238E27FC236}">
                <a16:creationId xmlns:a16="http://schemas.microsoft.com/office/drawing/2014/main" id="{FEE1B5E2-1A83-41E5-82D0-61D49E2C22DB}"/>
              </a:ext>
            </a:extLst>
          </p:cNvPr>
          <p:cNvSpPr>
            <a:spLocks xmlns:a="http://schemas.openxmlformats.org/drawingml/2006/main" noGrp="1"/>
          </p:cNvSpPr>
          <p:nvPr/>
        </p:nvSpPr>
        <p:spPr>
          <a:xfrm xmlns:a="http://schemas.openxmlformats.org/drawingml/2006/main">
            <a:off x="6519386"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24" name="18">
            <a:extLst xmlns:a="http://schemas.openxmlformats.org/drawingml/2006/main">
              <a:ext uri="{FF2B5EF4-FFF2-40B4-BE49-F238E27FC236}">
                <a16:creationId xmlns:a16="http://schemas.microsoft.com/office/drawing/2014/main" id="{BA0D0CEA-BB33-412E-86F9-FB8C6E6EB30C}"/>
              </a:ext>
            </a:extLst>
          </p:cNvPr>
          <p:cNvSpPr>
            <a:spLocks xmlns:a="http://schemas.openxmlformats.org/drawingml/2006/main" noGrp="1"/>
          </p:cNvSpPr>
          <p:nvPr/>
        </p:nvSpPr>
        <p:spPr>
          <a:xfrm xmlns:a="http://schemas.openxmlformats.org/drawingml/2006/main" rot="0">
            <a:off x="6519386"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18</a:t>
            </a:r>
          </a:p>
        </p:txBody>
      </p:sp>
      <p:sp>
        <p:nvSpPr>
          <p:cNvPr id="425" name="">
            <a:extLst xmlns:a="http://schemas.openxmlformats.org/drawingml/2006/main">
              <a:ext uri="{FF2B5EF4-FFF2-40B4-BE49-F238E27FC236}">
                <a16:creationId xmlns:a16="http://schemas.microsoft.com/office/drawing/2014/main" id="{7022B9DE-E9BE-43CF-B0A6-F4B5A9D244AD}"/>
              </a:ext>
            </a:extLst>
          </p:cNvPr>
          <p:cNvSpPr>
            <a:spLocks xmlns:a="http://schemas.openxmlformats.org/drawingml/2006/main" noGrp="1"/>
          </p:cNvSpPr>
          <p:nvPr/>
        </p:nvSpPr>
        <p:spPr>
          <a:xfrm xmlns:a="http://schemas.openxmlformats.org/drawingml/2006/main">
            <a:off x="6986588"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26" name="19">
            <a:extLst xmlns:a="http://schemas.openxmlformats.org/drawingml/2006/main">
              <a:ext uri="{FF2B5EF4-FFF2-40B4-BE49-F238E27FC236}">
                <a16:creationId xmlns:a16="http://schemas.microsoft.com/office/drawing/2014/main" id="{C27A0AD9-BD8F-4CEA-ADC1-1DE611EAAFE9}"/>
              </a:ext>
            </a:extLst>
          </p:cNvPr>
          <p:cNvSpPr>
            <a:spLocks xmlns:a="http://schemas.openxmlformats.org/drawingml/2006/main" noGrp="1"/>
          </p:cNvSpPr>
          <p:nvPr/>
        </p:nvSpPr>
        <p:spPr>
          <a:xfrm xmlns:a="http://schemas.openxmlformats.org/drawingml/2006/main" rot="0">
            <a:off x="6986588"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19</a:t>
            </a:r>
          </a:p>
        </p:txBody>
      </p:sp>
      <p:sp>
        <p:nvSpPr>
          <p:cNvPr id="427" name="">
            <a:extLst xmlns:a="http://schemas.openxmlformats.org/drawingml/2006/main">
              <a:ext uri="{FF2B5EF4-FFF2-40B4-BE49-F238E27FC236}">
                <a16:creationId xmlns:a16="http://schemas.microsoft.com/office/drawing/2014/main" id="{C72F279A-6807-4C1F-AAB6-62FC3D291247}"/>
              </a:ext>
            </a:extLst>
          </p:cNvPr>
          <p:cNvSpPr>
            <a:spLocks xmlns:a="http://schemas.openxmlformats.org/drawingml/2006/main" noGrp="1"/>
          </p:cNvSpPr>
          <p:nvPr/>
        </p:nvSpPr>
        <p:spPr>
          <a:xfrm xmlns:a="http://schemas.openxmlformats.org/drawingml/2006/main">
            <a:off x="7453789"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28" name="22">
            <a:extLst xmlns:a="http://schemas.openxmlformats.org/drawingml/2006/main">
              <a:ext uri="{FF2B5EF4-FFF2-40B4-BE49-F238E27FC236}">
                <a16:creationId xmlns:a16="http://schemas.microsoft.com/office/drawing/2014/main" id="{A63F229B-632B-4341-B722-8E0709C4B72F}"/>
              </a:ext>
            </a:extLst>
          </p:cNvPr>
          <p:cNvSpPr>
            <a:spLocks xmlns:a="http://schemas.openxmlformats.org/drawingml/2006/main" noGrp="1"/>
          </p:cNvSpPr>
          <p:nvPr/>
        </p:nvSpPr>
        <p:spPr>
          <a:xfrm xmlns:a="http://schemas.openxmlformats.org/drawingml/2006/main" rot="0">
            <a:off x="7453789"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22</a:t>
            </a:r>
          </a:p>
        </p:txBody>
      </p:sp>
      <p:sp>
        <p:nvSpPr>
          <p:cNvPr id="429" name="">
            <a:extLst xmlns:a="http://schemas.openxmlformats.org/drawingml/2006/main">
              <a:ext uri="{FF2B5EF4-FFF2-40B4-BE49-F238E27FC236}">
                <a16:creationId xmlns:a16="http://schemas.microsoft.com/office/drawing/2014/main" id="{2948AFD1-D461-434F-84AE-4FE0B4776681}"/>
              </a:ext>
            </a:extLst>
          </p:cNvPr>
          <p:cNvSpPr>
            <a:spLocks xmlns:a="http://schemas.openxmlformats.org/drawingml/2006/main" noGrp="1"/>
          </p:cNvSpPr>
          <p:nvPr/>
        </p:nvSpPr>
        <p:spPr>
          <a:xfrm xmlns:a="http://schemas.openxmlformats.org/drawingml/2006/main">
            <a:off x="7920990"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30" name="23">
            <a:extLst xmlns:a="http://schemas.openxmlformats.org/drawingml/2006/main">
              <a:ext uri="{FF2B5EF4-FFF2-40B4-BE49-F238E27FC236}">
                <a16:creationId xmlns:a16="http://schemas.microsoft.com/office/drawing/2014/main" id="{42A2E51C-A309-4375-8146-00190D0CBAF5}"/>
              </a:ext>
            </a:extLst>
          </p:cNvPr>
          <p:cNvSpPr>
            <a:spLocks xmlns:a="http://schemas.openxmlformats.org/drawingml/2006/main" noGrp="1"/>
          </p:cNvSpPr>
          <p:nvPr/>
        </p:nvSpPr>
        <p:spPr>
          <a:xfrm xmlns:a="http://schemas.openxmlformats.org/drawingml/2006/main" rot="0">
            <a:off x="7920990"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23</a:t>
            </a:r>
          </a:p>
        </p:txBody>
      </p:sp>
      <p:sp>
        <p:nvSpPr>
          <p:cNvPr id="431" name="">
            <a:extLst xmlns:a="http://schemas.openxmlformats.org/drawingml/2006/main">
              <a:ext uri="{FF2B5EF4-FFF2-40B4-BE49-F238E27FC236}">
                <a16:creationId xmlns:a16="http://schemas.microsoft.com/office/drawing/2014/main" id="{ECD9AF3D-E57D-4F97-8099-C938AACFE8E1}"/>
              </a:ext>
            </a:extLst>
          </p:cNvPr>
          <p:cNvSpPr>
            <a:spLocks xmlns:a="http://schemas.openxmlformats.org/drawingml/2006/main" noGrp="1"/>
          </p:cNvSpPr>
          <p:nvPr/>
        </p:nvSpPr>
        <p:spPr>
          <a:xfrm xmlns:a="http://schemas.openxmlformats.org/drawingml/2006/main">
            <a:off x="8388191" y="3657600"/>
            <a:ext cx="400050" cy="285750"/>
          </a:xfrm>
          <a:prstGeom xmlns:a="http://schemas.openxmlformats.org/drawingml/2006/main" prst="rect">
            <a:avLst/>
          </a:prstGeom>
          <a:solidFill xmlns:a="http://schemas.openxmlformats.org/drawingml/2006/main">
            <a:srgbClr val="C6DFB7"/>
          </a:solidFill>
          <a:ln xmlns:a="http://schemas.openxmlformats.org/drawingml/2006/main" w="10001">
            <a:solidFill>
              <a:srgbClr val="3B82BB"/>
            </a:solidFill>
          </a:ln>
        </p:spPr>
      </p:sp>
      <p:sp>
        <p:nvSpPr>
          <p:cNvPr id="432" name="24">
            <a:extLst xmlns:a="http://schemas.openxmlformats.org/drawingml/2006/main">
              <a:ext uri="{FF2B5EF4-FFF2-40B4-BE49-F238E27FC236}">
                <a16:creationId xmlns:a16="http://schemas.microsoft.com/office/drawing/2014/main" id="{913CBDF6-EBA4-4742-86E2-5578EB75E540}"/>
              </a:ext>
            </a:extLst>
          </p:cNvPr>
          <p:cNvSpPr>
            <a:spLocks xmlns:a="http://schemas.openxmlformats.org/drawingml/2006/main" noGrp="1"/>
          </p:cNvSpPr>
          <p:nvPr/>
        </p:nvSpPr>
        <p:spPr>
          <a:xfrm xmlns:a="http://schemas.openxmlformats.org/drawingml/2006/main" rot="0">
            <a:off x="8388191" y="3657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30" b="0" i="0">
                <a:solidFill>
                  <a:srgbClr val="222222"/>
                </a:solidFill>
                <a:latin typeface="Times New Roman"/>
                <a:ea typeface="Times New Roman"/>
                <a:cs typeface="Times New Roman"/>
              </a:defRPr>
            </a:pPr>
            <a:r>
              <a:rPr sz="1530" b="0" i="0">
                <a:solidFill>
                  <a:srgbClr val="222222"/>
                </a:solidFill>
                <a:latin typeface="Times New Roman"/>
                <a:ea typeface="Times New Roman"/>
                <a:cs typeface="Times New Roman"/>
              </a:rPr>
              <a:t>24</a:t>
            </a:r>
          </a:p>
        </p:txBody>
      </p:sp>
      <p:sp>
        <p:nvSpPr>
          <p:cNvPr id="433" name="14 accepted hits">
            <a:extLst xmlns:a="http://schemas.openxmlformats.org/drawingml/2006/main">
              <a:ext uri="{FF2B5EF4-FFF2-40B4-BE49-F238E27FC236}">
                <a16:creationId xmlns:a16="http://schemas.microsoft.com/office/drawing/2014/main" id="{1DBF0BD5-7A0C-4E1B-99EB-097B9C5BB5BA}"/>
              </a:ext>
            </a:extLst>
          </p:cNvPr>
          <p:cNvSpPr>
            <a:spLocks xmlns:a="http://schemas.openxmlformats.org/drawingml/2006/main" noGrp="1"/>
          </p:cNvSpPr>
          <p:nvPr/>
        </p:nvSpPr>
        <p:spPr>
          <a:xfrm xmlns:a="http://schemas.openxmlformats.org/drawingml/2006/main" rot="0">
            <a:off x="9029700" y="3657600"/>
            <a:ext cx="2143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20" b="1" i="0">
                <a:solidFill>
                  <a:srgbClr val="222222"/>
                </a:solidFill>
                <a:latin typeface="Times New Roman"/>
                <a:ea typeface="Times New Roman"/>
                <a:cs typeface="Times New Roman"/>
              </a:defRPr>
            </a:pPr>
            <a:r>
              <a:rPr sz="1620" b="1" i="0">
                <a:solidFill>
                  <a:srgbClr val="222222"/>
                </a:solidFill>
                <a:latin typeface="Times New Roman"/>
                <a:ea typeface="Times New Roman"/>
                <a:cs typeface="Times New Roman"/>
              </a:rPr>
              <a:t>14 accepted hits</a:t>
            </a:r>
          </a:p>
        </p:txBody>
      </p:sp>
    </p:spTree>
    <p:extLst>
      <p:ext uri="{BB962C8B-B14F-4D97-AF65-F5344CB8AC3E}">
        <p14:creationId xmlns:p14="http://schemas.microsoft.com/office/powerpoint/2010/main" val="13727702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2026-09-23T20:42:27.3810000Z</dcterms:created>
  <dcterms:modified xsi:type="dcterms:W3CDTF">2026-09-23T20:42:27.3810000Z</dcterms:modified>
</coreProperties>
</file>