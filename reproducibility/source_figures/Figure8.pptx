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8382000" cy="31623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w val="1"/>
          <c:h val="1"/>
        </c:manualLayout>
      </c:layout>
      <c:scatterChart>
        <c:scatterStyle val="line"/>
        <c:varyColors val="0"/>
        <c:ser>
          <c:idx val="0"/>
          <c:order val="0"/>
          <c:tx>
            <c:strRef>
              <c:f>'Step latency'!$B$1</c:f>
              <c:strCache>
                <c:ptCount val="1"/>
                <c:pt idx="0">
                  <c:v>Reference</c:v>
                </c:pt>
              </c:strCache>
            </c:strRef>
          </c:tx>
          <c:spPr>
            <a:ln w="17145" cap="rnd">
              <a:solidFill>
                <a:srgbClr val="1F77B4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'Step latency'!$A$2:$A$33</c:f>
              <c:numCache>
                <c:formatCode>General</c:formatCode>
                <c:ptCount val="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</c:numCache>
            </c:numRef>
          </c:xVal>
          <c:yVal>
            <c:numRef>
              <c:f>'Step latency'!$B$2:$B$33</c:f>
              <c:numCache>
                <c:formatCode>0</c:formatCode>
                <c:ptCount val="32"/>
                <c:pt idx="0">
                  <c:v>850.896413167318</c:v>
                </c:pt>
                <c:pt idx="1">
                  <c:v>789.462605794271</c:v>
                </c:pt>
                <c:pt idx="2">
                  <c:v>789.571065266927</c:v>
                </c:pt>
                <c:pt idx="3">
                  <c:v>789.17392985026</c:v>
                </c:pt>
                <c:pt idx="4">
                  <c:v>789.40082804362</c:v>
                </c:pt>
                <c:pt idx="5">
                  <c:v>788.94455464681</c:v>
                </c:pt>
                <c:pt idx="6">
                  <c:v>789.661356608073</c:v>
                </c:pt>
                <c:pt idx="7">
                  <c:v>789.783716837565</c:v>
                </c:pt>
                <c:pt idx="8">
                  <c:v>789.833562215169</c:v>
                </c:pt>
                <c:pt idx="9">
                  <c:v>790.016850789388</c:v>
                </c:pt>
                <c:pt idx="10">
                  <c:v>852.08474222819</c:v>
                </c:pt>
                <c:pt idx="11">
                  <c:v>789.348770141602</c:v>
                </c:pt>
                <c:pt idx="12">
                  <c:v>789.449813842773</c:v>
                </c:pt>
                <c:pt idx="13">
                  <c:v>789.161646525065</c:v>
                </c:pt>
                <c:pt idx="14">
                  <c:v>784.29584757487</c:v>
                </c:pt>
                <c:pt idx="15">
                  <c:v>784.220932006836</c:v>
                </c:pt>
                <c:pt idx="16">
                  <c:v>784.180648803711</c:v>
                </c:pt>
                <c:pt idx="17">
                  <c:v>784.286972045898</c:v>
                </c:pt>
                <c:pt idx="18">
                  <c:v>784.319661458333</c:v>
                </c:pt>
                <c:pt idx="19">
                  <c:v>784.372227986654</c:v>
                </c:pt>
                <c:pt idx="20">
                  <c:v>846.707285563151</c:v>
                </c:pt>
                <c:pt idx="21">
                  <c:v>783.948888142904</c:v>
                </c:pt>
                <c:pt idx="22">
                  <c:v>784.35302734375</c:v>
                </c:pt>
                <c:pt idx="23">
                  <c:v>784.426239013672</c:v>
                </c:pt>
                <c:pt idx="24">
                  <c:v>784.45832824707</c:v>
                </c:pt>
                <c:pt idx="25">
                  <c:v>784.502604166667</c:v>
                </c:pt>
                <c:pt idx="26">
                  <c:v>784.594690958659</c:v>
                </c:pt>
                <c:pt idx="27">
                  <c:v>784.730285644531</c:v>
                </c:pt>
                <c:pt idx="28">
                  <c:v>784.65288289388</c:v>
                </c:pt>
                <c:pt idx="29">
                  <c:v>784.316670735677</c:v>
                </c:pt>
                <c:pt idx="30">
                  <c:v>846.945617675781</c:v>
                </c:pt>
                <c:pt idx="31">
                  <c:v>784.671997070313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'Step latency'!$C$1</c:f>
              <c:strCache>
                <c:ptCount val="1"/>
                <c:pt idx="0">
                  <c:v>DepGraph-U (Exact)</c:v>
                </c:pt>
              </c:strCache>
            </c:strRef>
          </c:tx>
          <c:spPr>
            <a:ln w="17145" cap="rnd">
              <a:solidFill>
                <a:srgbClr val="D62728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'Step latency'!$A$2:$A$33</c:f>
              <c:numCache>
                <c:formatCode>General</c:formatCode>
                <c:ptCount val="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</c:numCache>
            </c:numRef>
          </c:xVal>
          <c:yVal>
            <c:numRef>
              <c:f>'Step latency'!$C$2:$C$33</c:f>
              <c:numCache>
                <c:formatCode>0</c:formatCode>
                <c:ptCount val="32"/>
                <c:pt idx="0">
                  <c:v>851.28581237793</c:v>
                </c:pt>
                <c:pt idx="1">
                  <c:v>789.432576497396</c:v>
                </c:pt>
                <c:pt idx="2">
                  <c:v>24.2624850273132</c:v>
                </c:pt>
                <c:pt idx="3">
                  <c:v>23.8863360087077</c:v>
                </c:pt>
                <c:pt idx="4">
                  <c:v>23.8468267122905</c:v>
                </c:pt>
                <c:pt idx="5">
                  <c:v>23.7365760803223</c:v>
                </c:pt>
                <c:pt idx="6">
                  <c:v>23.825834274292</c:v>
                </c:pt>
                <c:pt idx="7">
                  <c:v>23.837184270223</c:v>
                </c:pt>
                <c:pt idx="8">
                  <c:v>23.79110399882</c:v>
                </c:pt>
                <c:pt idx="9">
                  <c:v>23.8379521369934</c:v>
                </c:pt>
                <c:pt idx="10">
                  <c:v>852.486831665039</c:v>
                </c:pt>
                <c:pt idx="11">
                  <c:v>790.470662434896</c:v>
                </c:pt>
                <c:pt idx="12">
                  <c:v>24.2887676556905</c:v>
                </c:pt>
                <c:pt idx="13">
                  <c:v>23.7455358505249</c:v>
                </c:pt>
                <c:pt idx="14">
                  <c:v>23.8865067164103</c:v>
                </c:pt>
                <c:pt idx="15">
                  <c:v>23.8807894388835</c:v>
                </c:pt>
                <c:pt idx="16">
                  <c:v>23.8483627637227</c:v>
                </c:pt>
                <c:pt idx="17">
                  <c:v>23.8883840243022</c:v>
                </c:pt>
                <c:pt idx="18">
                  <c:v>23.8805333773295</c:v>
                </c:pt>
                <c:pt idx="19">
                  <c:v>23.9016106923421</c:v>
                </c:pt>
                <c:pt idx="20">
                  <c:v>846.725545247396</c:v>
                </c:pt>
                <c:pt idx="21">
                  <c:v>783.86457824707</c:v>
                </c:pt>
                <c:pt idx="22">
                  <c:v>24.2747732798259</c:v>
                </c:pt>
                <c:pt idx="23">
                  <c:v>23.9058775901794</c:v>
                </c:pt>
                <c:pt idx="24">
                  <c:v>23.8504961331685</c:v>
                </c:pt>
                <c:pt idx="25">
                  <c:v>23.8882988293966</c:v>
                </c:pt>
                <c:pt idx="26">
                  <c:v>23.8741335868835</c:v>
                </c:pt>
                <c:pt idx="27">
                  <c:v>23.892565091451</c:v>
                </c:pt>
                <c:pt idx="28">
                  <c:v>23.8906027475993</c:v>
                </c:pt>
                <c:pt idx="29">
                  <c:v>23.7683200836182</c:v>
                </c:pt>
                <c:pt idx="30">
                  <c:v>847.112965901693</c:v>
                </c:pt>
                <c:pt idx="31">
                  <c:v>784.662704467773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32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1425" b="0" i="0" u="none" strike="noStrike" kern="1200" baseline="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</a:p>
        </c:txPr>
        <c:crossAx val="48672768"/>
        <c:crosses val="autoZero"/>
        <c:crossBetween val="midCat"/>
        <c:majorUnit val="8"/>
      </c:valAx>
      <c:valAx>
        <c:axId val="48672768"/>
        <c:scaling>
          <c:orientation val="minMax"/>
          <c:max val="900"/>
          <c:min val="0"/>
        </c:scaling>
        <c:delete val="1"/>
        <c:axPos val="l"/>
        <c:numFmt formatCode="0" sourceLinked="1"/>
        <c:majorTickMark val="none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1425" b="0" i="0" u="none" strike="noStrike" kern="1200" baseline="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</a:p>
        </c:txPr>
        <c:crossAx val="48650112"/>
        <c:crosses val="autoZero"/>
        <c:crossBetween val="midCat"/>
        <c:majorUnit val="300"/>
      </c:valAx>
      <c:spPr>
        <a:noFill/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3513a8d-1235-450a-8cba-a3f8d96d8f52}"/>
      </c:ext>
    </c:extLst>
  </c:chart>
  <c:spPr>
    <a:noFill/>
    <a:ln w="0">
      <a:noFill/>
    </a:ln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8. Controlled prefix reuse on Show-o2-7B. (a) Mean per-step Qwen CUDA-stream latency at prefix length 1536. (b) Cumulative speedup t_reference/t_exact for prefix lengths 1024, 1536 and 2048. Four fixed MMStar inputs, three fresh-process repetitions, 32 forced continuation steps, same pruning/DLS policy and last-position projection in both arms. EOS deliberately ignored. DLS select/rebuild at 1–2, 11–12, 21–22, 31–32 (one-based). Every heatmap cell is computed from recorded step timings; no interpolation. The prespecified 42 checkpoint summaries are retained in plot_data.json; all 96 cumulative cells are displayed to show the complete trajectory. Values below 1 are retained. Not end-to-end benchmark speed or quality.</a:t>
            </a:r>
          </a:p>
          <a:p>
            <a:r>
              <a:t>Data: /Users/anthony/Documents/CCF-A Paper/remote_experiments/progress_check_20260923T0105Z/gpu1/controlled/records.jsonl</a:t>
            </a:r>
          </a:p>
          <a:p>
            <a:r>
              <a:t>SHA256: 05d2227b042097b87b007967700e377faf5dbee7e2d14b925358797603b616e6</a:t>
            </a:r>
          </a:p>
          <a:p>
            <a:r>
              <a:t>Style reference: OmniFit: Bridging Modalities via Layer-Adaptive Token Compression for Omnimodal Large Language Models, appendix Figure III, PDF page 20. TimesNewRomanPSMT, blue/red line palette, YlGnBu heatmap.</a:t>
            </a:r>
          </a:p>
          <a:p>
            <a:r>
              <a:t>The reference arm preserves the selected pruning/DLS policy, with KV disabled and last-position projection enabled. This is not a native Show-o2 total speedup comparison.</a:t>
            </a:r>
          </a:p>
          <a:p>
            <a:r>
              <a:t>Exact curves and heatmap are fully editable native PowerPoint objects. Original records and authorship are retained in project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7" name="panel-a"/>
          <p:cNvSpPr>
            <a:spLocks noGrp="1"/>
          </p:cNvSpPr>
          <p:nvPr/>
        </p:nvSpPr>
        <p:spPr>
          <a:xfrm>
            <a:off x="702945" y="0"/>
            <a:ext cx="3848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(a) Step Latency (1536 tokens)</a:t>
            </a:r>
            <a:endParaRPr sz="195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panel-b"/>
          <p:cNvSpPr>
            <a:spLocks noGrp="1"/>
          </p:cNvSpPr>
          <p:nvPr/>
        </p:nvSpPr>
        <p:spPr>
          <a:xfrm>
            <a:off x="4784090" y="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(b) Cumulative Speedup</a:t>
            </a:r>
            <a:endParaRPr sz="195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latency-plot"/>
          <p:cNvSpPr>
            <a:spLocks noGrp="1"/>
          </p:cNvSpPr>
          <p:nvPr/>
        </p:nvSpPr>
        <p:spPr>
          <a:xfrm>
            <a:off x="742950" y="523875"/>
            <a:ext cx="3219450" cy="2162175"/>
          </a:xfrm>
          <a:prstGeom prst="rect">
            <a:avLst/>
          </a:prstGeom>
          <a:solidFill>
            <a:srgbClr val="FAFCFF"/>
          </a:solidFill>
          <a:ln w="6668">
            <a:solidFill>
              <a:srgbClr val="000000"/>
            </a:solidFill>
          </a:ln>
        </p:spPr>
      </p:sp>
      <p:sp>
        <p:nvSpPr>
          <p:cNvPr id="4" name="latency-y-0"/>
          <p:cNvSpPr>
            <a:spLocks noGrp="1"/>
          </p:cNvSpPr>
          <p:nvPr/>
        </p:nvSpPr>
        <p:spPr>
          <a:xfrm>
            <a:off x="323850" y="25717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latency-y-grid-300"/>
          <p:cNvSpPr>
            <a:spLocks noGrp="1"/>
          </p:cNvSpPr>
          <p:nvPr/>
        </p:nvSpPr>
        <p:spPr>
          <a:xfrm>
            <a:off x="742950" y="1965325"/>
            <a:ext cx="3219450" cy="0"/>
          </a:xfrm>
          <a:prstGeom prst="line">
            <a:avLst/>
          </a:prstGeom>
          <a:noFill/>
          <a:ln w="4763">
            <a:solidFill>
              <a:srgbClr val="D9DDE2"/>
            </a:solidFill>
            <a:prstDash val="dot"/>
          </a:ln>
        </p:spPr>
      </p:sp>
      <p:sp>
        <p:nvSpPr>
          <p:cNvPr id="6" name="latency-y-300"/>
          <p:cNvSpPr>
            <a:spLocks noGrp="1"/>
          </p:cNvSpPr>
          <p:nvPr/>
        </p:nvSpPr>
        <p:spPr>
          <a:xfrm>
            <a:off x="323850" y="1851025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300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latency-y-grid-600"/>
          <p:cNvSpPr>
            <a:spLocks noGrp="1"/>
          </p:cNvSpPr>
          <p:nvPr/>
        </p:nvSpPr>
        <p:spPr>
          <a:xfrm>
            <a:off x="742950" y="1244600"/>
            <a:ext cx="3219450" cy="0"/>
          </a:xfrm>
          <a:prstGeom prst="line">
            <a:avLst/>
          </a:prstGeom>
          <a:noFill/>
          <a:ln w="4763">
            <a:solidFill>
              <a:srgbClr val="D9DDE2"/>
            </a:solidFill>
            <a:prstDash val="dot"/>
          </a:ln>
        </p:spPr>
      </p:sp>
      <p:sp>
        <p:nvSpPr>
          <p:cNvPr id="8" name="latency-y-600"/>
          <p:cNvSpPr>
            <a:spLocks noGrp="1"/>
          </p:cNvSpPr>
          <p:nvPr/>
        </p:nvSpPr>
        <p:spPr>
          <a:xfrm>
            <a:off x="323850" y="113030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600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latency-y-900"/>
          <p:cNvSpPr>
            <a:spLocks noGrp="1"/>
          </p:cNvSpPr>
          <p:nvPr/>
        </p:nvSpPr>
        <p:spPr>
          <a:xfrm>
            <a:off x="323850" y="409575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900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latency-x-0"/>
          <p:cNvSpPr>
            <a:spLocks noGrp="1"/>
          </p:cNvSpPr>
          <p:nvPr/>
        </p:nvSpPr>
        <p:spPr>
          <a:xfrm>
            <a:off x="581025" y="2705100"/>
            <a:ext cx="3238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latency-x-grid-8"/>
          <p:cNvSpPr>
            <a:spLocks noGrp="1"/>
          </p:cNvSpPr>
          <p:nvPr/>
        </p:nvSpPr>
        <p:spPr>
          <a:xfrm>
            <a:off x="1547813" y="523875"/>
            <a:ext cx="0" cy="2162175"/>
          </a:xfrm>
          <a:prstGeom prst="line">
            <a:avLst/>
          </a:prstGeom>
          <a:noFill/>
          <a:ln w="4763">
            <a:solidFill>
              <a:srgbClr val="D9DDE2"/>
            </a:solidFill>
            <a:prstDash val="dot"/>
          </a:ln>
        </p:spPr>
      </p:sp>
      <p:sp>
        <p:nvSpPr>
          <p:cNvPr id="12" name="latency-x-8"/>
          <p:cNvSpPr>
            <a:spLocks noGrp="1"/>
          </p:cNvSpPr>
          <p:nvPr/>
        </p:nvSpPr>
        <p:spPr>
          <a:xfrm>
            <a:off x="1385888" y="2705100"/>
            <a:ext cx="3238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latency-x-grid-16"/>
          <p:cNvSpPr>
            <a:spLocks noGrp="1"/>
          </p:cNvSpPr>
          <p:nvPr/>
        </p:nvSpPr>
        <p:spPr>
          <a:xfrm>
            <a:off x="2352675" y="523875"/>
            <a:ext cx="0" cy="2162175"/>
          </a:xfrm>
          <a:prstGeom prst="line">
            <a:avLst/>
          </a:prstGeom>
          <a:noFill/>
          <a:ln w="4763">
            <a:solidFill>
              <a:srgbClr val="D9DDE2"/>
            </a:solidFill>
            <a:prstDash val="dot"/>
          </a:ln>
        </p:spPr>
      </p:sp>
      <p:sp>
        <p:nvSpPr>
          <p:cNvPr id="14" name="latency-x-16"/>
          <p:cNvSpPr>
            <a:spLocks noGrp="1"/>
          </p:cNvSpPr>
          <p:nvPr/>
        </p:nvSpPr>
        <p:spPr>
          <a:xfrm>
            <a:off x="2190750" y="2705100"/>
            <a:ext cx="3238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16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latency-x-grid-24"/>
          <p:cNvSpPr>
            <a:spLocks noGrp="1"/>
          </p:cNvSpPr>
          <p:nvPr/>
        </p:nvSpPr>
        <p:spPr>
          <a:xfrm>
            <a:off x="3157538" y="523875"/>
            <a:ext cx="0" cy="2162175"/>
          </a:xfrm>
          <a:prstGeom prst="line">
            <a:avLst/>
          </a:prstGeom>
          <a:noFill/>
          <a:ln w="4763">
            <a:solidFill>
              <a:srgbClr val="D9DDE2"/>
            </a:solidFill>
            <a:prstDash val="dot"/>
          </a:ln>
        </p:spPr>
      </p:sp>
      <p:sp>
        <p:nvSpPr>
          <p:cNvPr id="16" name="latency-x-24"/>
          <p:cNvSpPr>
            <a:spLocks noGrp="1"/>
          </p:cNvSpPr>
          <p:nvPr/>
        </p:nvSpPr>
        <p:spPr>
          <a:xfrm>
            <a:off x="2995613" y="2705100"/>
            <a:ext cx="3238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24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latency-x-32"/>
          <p:cNvSpPr>
            <a:spLocks noGrp="1"/>
          </p:cNvSpPr>
          <p:nvPr/>
        </p:nvSpPr>
        <p:spPr>
          <a:xfrm>
            <a:off x="3800475" y="2705100"/>
            <a:ext cx="3238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32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latency-y-axis"/>
          <p:cNvSpPr>
            <a:spLocks noGrp="1"/>
          </p:cNvSpPr>
          <p:nvPr/>
        </p:nvSpPr>
        <p:spPr>
          <a:xfrm rot="16200000">
            <a:off x="-876300" y="1481138"/>
            <a:ext cx="21621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Qwen latency (ms)</a:t>
            </a:r>
            <a:endParaRPr sz="157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latency-x-axis"/>
          <p:cNvSpPr>
            <a:spLocks noGrp="1"/>
          </p:cNvSpPr>
          <p:nvPr/>
        </p:nvSpPr>
        <p:spPr>
          <a:xfrm>
            <a:off x="742950" y="2924175"/>
            <a:ext cx="32194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Executed step</a:t>
            </a:r>
            <a:endParaRPr sz="165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reference-key"/>
          <p:cNvSpPr>
            <a:spLocks noGrp="1"/>
          </p:cNvSpPr>
          <p:nvPr/>
        </p:nvSpPr>
        <p:spPr>
          <a:xfrm>
            <a:off x="942975" y="381000"/>
            <a:ext cx="228600" cy="0"/>
          </a:xfrm>
          <a:prstGeom prst="line">
            <a:avLst/>
          </a:prstGeom>
          <a:noFill/>
          <a:ln w="17145">
            <a:solidFill>
              <a:srgbClr val="1F77B4"/>
            </a:solidFill>
            <a:prstDash val="solid"/>
          </a:ln>
        </p:spPr>
      </p:sp>
      <p:sp>
        <p:nvSpPr>
          <p:cNvPr id="21" name="reference-legend"/>
          <p:cNvSpPr>
            <a:spLocks noGrp="1"/>
          </p:cNvSpPr>
          <p:nvPr/>
        </p:nvSpPr>
        <p:spPr>
          <a:xfrm>
            <a:off x="1209675" y="266700"/>
            <a:ext cx="828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Reference</a:t>
            </a:r>
            <a:endParaRPr sz="135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exact-key"/>
          <p:cNvSpPr>
            <a:spLocks noGrp="1"/>
          </p:cNvSpPr>
          <p:nvPr/>
        </p:nvSpPr>
        <p:spPr>
          <a:xfrm>
            <a:off x="2133600" y="381000"/>
            <a:ext cx="228600" cy="0"/>
          </a:xfrm>
          <a:prstGeom prst="line">
            <a:avLst/>
          </a:prstGeom>
          <a:noFill/>
          <a:ln w="17145">
            <a:solidFill>
              <a:srgbClr val="D62728"/>
            </a:solidFill>
            <a:prstDash val="solid"/>
          </a:ln>
        </p:spPr>
      </p:sp>
      <p:sp>
        <p:nvSpPr>
          <p:cNvPr id="23" name="exact-legend"/>
          <p:cNvSpPr>
            <a:spLocks noGrp="1"/>
          </p:cNvSpPr>
          <p:nvPr/>
        </p:nvSpPr>
        <p:spPr>
          <a:xfrm>
            <a:off x="2400300" y="266700"/>
            <a:ext cx="16668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DepGraph-U (Exact)</a:t>
            </a:r>
            <a:endParaRPr sz="135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290" name="Chart"/>
          <p:cNvGraphicFramePr/>
          <p:nvPr/>
        </p:nvGraphicFramePr>
        <p:xfrm>
          <a:off x="742950" y="523875"/>
          <a:ext cx="3219450" cy="2162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heat_P1024_J1_speedup_1.001110199"/>
          <p:cNvSpPr>
            <a:spLocks noGrp="1"/>
          </p:cNvSpPr>
          <p:nvPr/>
        </p:nvSpPr>
        <p:spPr>
          <a:xfrm>
            <a:off x="4705350" y="523875"/>
            <a:ext cx="89142" cy="720725"/>
          </a:xfrm>
          <a:prstGeom prst="rect">
            <a:avLst/>
          </a:prstGeom>
          <a:solidFill>
            <a:srgbClr val="FEFFD8"/>
          </a:solidFill>
          <a:ln w="0">
            <a:noFill/>
          </a:ln>
        </p:spPr>
      </p:sp>
      <p:sp>
        <p:nvSpPr>
          <p:cNvPr id="26" name="heat_P1024_J2_speedup_1.000767404"/>
          <p:cNvSpPr>
            <a:spLocks noGrp="1"/>
          </p:cNvSpPr>
          <p:nvPr/>
        </p:nvSpPr>
        <p:spPr>
          <a:xfrm>
            <a:off x="4794349" y="523875"/>
            <a:ext cx="89142" cy="720725"/>
          </a:xfrm>
          <a:prstGeom prst="rect">
            <a:avLst/>
          </a:prstGeom>
          <a:solidFill>
            <a:srgbClr val="FEFFD8"/>
          </a:solidFill>
          <a:ln w="0">
            <a:noFill/>
          </a:ln>
        </p:spPr>
      </p:sp>
      <p:sp>
        <p:nvSpPr>
          <p:cNvPr id="27" name="heat_P1024_J3_speedup_1.449883745"/>
          <p:cNvSpPr>
            <a:spLocks noGrp="1"/>
          </p:cNvSpPr>
          <p:nvPr/>
        </p:nvSpPr>
        <p:spPr>
          <a:xfrm>
            <a:off x="4883348" y="523875"/>
            <a:ext cx="89142" cy="720725"/>
          </a:xfrm>
          <a:prstGeom prst="rect">
            <a:avLst/>
          </a:prstGeom>
          <a:solidFill>
            <a:srgbClr val="ECF7B1"/>
          </a:solidFill>
          <a:ln w="0">
            <a:noFill/>
          </a:ln>
        </p:spPr>
      </p:sp>
      <p:sp>
        <p:nvSpPr>
          <p:cNvPr id="28" name="heat_P1024_J4_speedup_1.880214562"/>
          <p:cNvSpPr>
            <a:spLocks noGrp="1"/>
          </p:cNvSpPr>
          <p:nvPr/>
        </p:nvSpPr>
        <p:spPr>
          <a:xfrm>
            <a:off x="4972348" y="523875"/>
            <a:ext cx="89142" cy="720725"/>
          </a:xfrm>
          <a:prstGeom prst="rect">
            <a:avLst/>
          </a:prstGeom>
          <a:solidFill>
            <a:srgbClr val="C4E8B4"/>
          </a:solidFill>
          <a:ln w="0">
            <a:noFill/>
          </a:ln>
        </p:spPr>
      </p:sp>
      <p:sp>
        <p:nvSpPr>
          <p:cNvPr id="29" name="heat_P1024_J5_speedup_2.292552417"/>
          <p:cNvSpPr>
            <a:spLocks noGrp="1"/>
          </p:cNvSpPr>
          <p:nvPr/>
        </p:nvSpPr>
        <p:spPr>
          <a:xfrm>
            <a:off x="5061347" y="523875"/>
            <a:ext cx="89142" cy="720725"/>
          </a:xfrm>
          <a:prstGeom prst="rect">
            <a:avLst/>
          </a:prstGeom>
          <a:solidFill>
            <a:srgbClr val="80CEBB"/>
          </a:solidFill>
          <a:ln w="0">
            <a:noFill/>
          </a:ln>
        </p:spPr>
      </p:sp>
      <p:sp>
        <p:nvSpPr>
          <p:cNvPr id="30" name="heat_P1024_J6_speedup_2.688555301"/>
          <p:cNvSpPr>
            <a:spLocks noGrp="1"/>
          </p:cNvSpPr>
          <p:nvPr/>
        </p:nvSpPr>
        <p:spPr>
          <a:xfrm>
            <a:off x="5150346" y="523875"/>
            <a:ext cx="89142" cy="720725"/>
          </a:xfrm>
          <a:prstGeom prst="rect">
            <a:avLst/>
          </a:prstGeom>
          <a:solidFill>
            <a:srgbClr val="4AB9C3"/>
          </a:solidFill>
          <a:ln w="0">
            <a:noFill/>
          </a:ln>
        </p:spPr>
      </p:sp>
      <p:sp>
        <p:nvSpPr>
          <p:cNvPr id="31" name="heat_P1024_J7_speedup_3.068593572"/>
          <p:cNvSpPr>
            <a:spLocks noGrp="1"/>
          </p:cNvSpPr>
          <p:nvPr/>
        </p:nvSpPr>
        <p:spPr>
          <a:xfrm>
            <a:off x="5239345" y="523875"/>
            <a:ext cx="89142" cy="720725"/>
          </a:xfrm>
          <a:prstGeom prst="rect">
            <a:avLst/>
          </a:prstGeom>
          <a:solidFill>
            <a:srgbClr val="269BC1"/>
          </a:solidFill>
          <a:ln w="0">
            <a:noFill/>
          </a:ln>
        </p:spPr>
      </p:sp>
      <p:sp>
        <p:nvSpPr>
          <p:cNvPr id="32" name="heat_P1024_J8_speedup_3.434018241"/>
          <p:cNvSpPr>
            <a:spLocks noGrp="1"/>
          </p:cNvSpPr>
          <p:nvPr/>
        </p:nvSpPr>
        <p:spPr>
          <a:xfrm>
            <a:off x="5328345" y="523875"/>
            <a:ext cx="89142" cy="720725"/>
          </a:xfrm>
          <a:prstGeom prst="rect">
            <a:avLst/>
          </a:prstGeom>
          <a:solidFill>
            <a:srgbClr val="2073B2"/>
          </a:solidFill>
          <a:ln w="0">
            <a:noFill/>
          </a:ln>
        </p:spPr>
      </p:sp>
      <p:sp>
        <p:nvSpPr>
          <p:cNvPr id="33" name="heat_P1024_J9_speedup_3.785384192"/>
          <p:cNvSpPr>
            <a:spLocks noGrp="1"/>
          </p:cNvSpPr>
          <p:nvPr/>
        </p:nvSpPr>
        <p:spPr>
          <a:xfrm>
            <a:off x="5417344" y="523875"/>
            <a:ext cx="89142" cy="720725"/>
          </a:xfrm>
          <a:prstGeom prst="rect">
            <a:avLst/>
          </a:prstGeom>
          <a:solidFill>
            <a:srgbClr val="234FA1"/>
          </a:solidFill>
          <a:ln w="0">
            <a:noFill/>
          </a:ln>
        </p:spPr>
      </p:sp>
      <p:sp>
        <p:nvSpPr>
          <p:cNvPr id="34" name="heat_P1024_J10_speedup_4.123319721"/>
          <p:cNvSpPr>
            <a:spLocks noGrp="1"/>
          </p:cNvSpPr>
          <p:nvPr/>
        </p:nvSpPr>
        <p:spPr>
          <a:xfrm>
            <a:off x="5506343" y="523875"/>
            <a:ext cx="89142" cy="720725"/>
          </a:xfrm>
          <a:prstGeom prst="rect">
            <a:avLst/>
          </a:prstGeom>
          <a:solidFill>
            <a:srgbClr val="21308B"/>
          </a:solidFill>
          <a:ln w="0">
            <a:noFill/>
          </a:ln>
        </p:spPr>
      </p:sp>
      <p:sp>
        <p:nvSpPr>
          <p:cNvPr id="35" name="heat_P1024_J11_speedup_3.167012506"/>
          <p:cNvSpPr>
            <a:spLocks noGrp="1"/>
          </p:cNvSpPr>
          <p:nvPr/>
        </p:nvSpPr>
        <p:spPr>
          <a:xfrm>
            <a:off x="5595342" y="523875"/>
            <a:ext cx="89142" cy="720725"/>
          </a:xfrm>
          <a:prstGeom prst="rect">
            <a:avLst/>
          </a:prstGeom>
          <a:solidFill>
            <a:srgbClr val="1F93C0"/>
          </a:solidFill>
          <a:ln w="0">
            <a:noFill/>
          </a:ln>
        </p:spPr>
      </p:sp>
      <p:sp>
        <p:nvSpPr>
          <p:cNvPr id="36" name="heat_P1024_J12_speedup_2.688236774"/>
          <p:cNvSpPr>
            <a:spLocks noGrp="1"/>
          </p:cNvSpPr>
          <p:nvPr/>
        </p:nvSpPr>
        <p:spPr>
          <a:xfrm>
            <a:off x="5684341" y="523875"/>
            <a:ext cx="89142" cy="720725"/>
          </a:xfrm>
          <a:prstGeom prst="rect">
            <a:avLst/>
          </a:prstGeom>
          <a:solidFill>
            <a:srgbClr val="4AB9C3"/>
          </a:solidFill>
          <a:ln w="0">
            <a:noFill/>
          </a:ln>
        </p:spPr>
      </p:sp>
      <p:sp>
        <p:nvSpPr>
          <p:cNvPr id="37" name="heat_P1024_J13_speedup_2.879835551"/>
          <p:cNvSpPr>
            <a:spLocks noGrp="1"/>
          </p:cNvSpPr>
          <p:nvPr/>
        </p:nvSpPr>
        <p:spPr>
          <a:xfrm>
            <a:off x="5773341" y="523875"/>
            <a:ext cx="89142" cy="720725"/>
          </a:xfrm>
          <a:prstGeom prst="rect">
            <a:avLst/>
          </a:prstGeom>
          <a:solidFill>
            <a:srgbClr val="36ABC3"/>
          </a:solidFill>
          <a:ln w="0">
            <a:noFill/>
          </a:ln>
        </p:spPr>
      </p:sp>
      <p:sp>
        <p:nvSpPr>
          <p:cNvPr id="38" name="heat_P1024_J14_speedup_3.067959944"/>
          <p:cNvSpPr>
            <a:spLocks noGrp="1"/>
          </p:cNvSpPr>
          <p:nvPr/>
        </p:nvSpPr>
        <p:spPr>
          <a:xfrm>
            <a:off x="5862340" y="523875"/>
            <a:ext cx="89142" cy="720725"/>
          </a:xfrm>
          <a:prstGeom prst="rect">
            <a:avLst/>
          </a:prstGeom>
          <a:solidFill>
            <a:srgbClr val="269BC1"/>
          </a:solidFill>
          <a:ln w="0">
            <a:noFill/>
          </a:ln>
        </p:spPr>
      </p:sp>
      <p:sp>
        <p:nvSpPr>
          <p:cNvPr id="39" name="heat_P1024_J15_speedup_3.252141631"/>
          <p:cNvSpPr>
            <a:spLocks noGrp="1"/>
          </p:cNvSpPr>
          <p:nvPr/>
        </p:nvSpPr>
        <p:spPr>
          <a:xfrm>
            <a:off x="5951339" y="523875"/>
            <a:ext cx="89142" cy="720725"/>
          </a:xfrm>
          <a:prstGeom prst="rect">
            <a:avLst/>
          </a:prstGeom>
          <a:solidFill>
            <a:srgbClr val="1E8ABD"/>
          </a:solidFill>
          <a:ln w="0">
            <a:noFill/>
          </a:ln>
        </p:spPr>
      </p:sp>
      <p:sp>
        <p:nvSpPr>
          <p:cNvPr id="40" name="heat_P1024_J16_speedup_3.432655593"/>
          <p:cNvSpPr>
            <a:spLocks noGrp="1"/>
          </p:cNvSpPr>
          <p:nvPr/>
        </p:nvSpPr>
        <p:spPr>
          <a:xfrm>
            <a:off x="6040338" y="523875"/>
            <a:ext cx="89142" cy="720725"/>
          </a:xfrm>
          <a:prstGeom prst="rect">
            <a:avLst/>
          </a:prstGeom>
          <a:solidFill>
            <a:srgbClr val="2075B3"/>
          </a:solidFill>
          <a:ln w="0">
            <a:noFill/>
          </a:ln>
        </p:spPr>
      </p:sp>
      <p:sp>
        <p:nvSpPr>
          <p:cNvPr id="41" name="heat_P1024_J17_speedup_3.609747609"/>
          <p:cNvSpPr>
            <a:spLocks noGrp="1"/>
          </p:cNvSpPr>
          <p:nvPr/>
        </p:nvSpPr>
        <p:spPr>
          <a:xfrm>
            <a:off x="6129338" y="523875"/>
            <a:ext cx="89142" cy="720725"/>
          </a:xfrm>
          <a:prstGeom prst="rect">
            <a:avLst/>
          </a:prstGeom>
          <a:solidFill>
            <a:srgbClr val="2260A9"/>
          </a:solidFill>
          <a:ln w="0">
            <a:noFill/>
          </a:ln>
        </p:spPr>
      </p:sp>
      <p:sp>
        <p:nvSpPr>
          <p:cNvPr id="42" name="heat_P1024_J18_speedup_3.783455914"/>
          <p:cNvSpPr>
            <a:spLocks noGrp="1"/>
          </p:cNvSpPr>
          <p:nvPr/>
        </p:nvSpPr>
        <p:spPr>
          <a:xfrm>
            <a:off x="6218337" y="523875"/>
            <a:ext cx="89142" cy="720725"/>
          </a:xfrm>
          <a:prstGeom prst="rect">
            <a:avLst/>
          </a:prstGeom>
          <a:solidFill>
            <a:srgbClr val="234FA1"/>
          </a:solidFill>
          <a:ln w="0">
            <a:noFill/>
          </a:ln>
        </p:spPr>
      </p:sp>
      <p:sp>
        <p:nvSpPr>
          <p:cNvPr id="43" name="heat_P1024_J19_speedup_3.953817606"/>
          <p:cNvSpPr>
            <a:spLocks noGrp="1"/>
          </p:cNvSpPr>
          <p:nvPr/>
        </p:nvSpPr>
        <p:spPr>
          <a:xfrm>
            <a:off x="6307336" y="523875"/>
            <a:ext cx="89142" cy="720725"/>
          </a:xfrm>
          <a:prstGeom prst="rect">
            <a:avLst/>
          </a:prstGeom>
          <a:solidFill>
            <a:srgbClr val="243F99"/>
          </a:solidFill>
          <a:ln w="0">
            <a:noFill/>
          </a:ln>
        </p:spPr>
      </p:sp>
      <p:sp>
        <p:nvSpPr>
          <p:cNvPr id="44" name="heat_P1024_J20_speedup_4.121004491"/>
          <p:cNvSpPr>
            <a:spLocks noGrp="1"/>
          </p:cNvSpPr>
          <p:nvPr/>
        </p:nvSpPr>
        <p:spPr>
          <a:xfrm>
            <a:off x="6396335" y="523875"/>
            <a:ext cx="89142" cy="720725"/>
          </a:xfrm>
          <a:prstGeom prst="rect">
            <a:avLst/>
          </a:prstGeom>
          <a:solidFill>
            <a:srgbClr val="21318D"/>
          </a:solidFill>
          <a:ln w="0">
            <a:noFill/>
          </a:ln>
        </p:spPr>
      </p:sp>
      <p:sp>
        <p:nvSpPr>
          <p:cNvPr id="45" name="heat_P1024_J21_speedup_3.555714963"/>
          <p:cNvSpPr>
            <a:spLocks noGrp="1"/>
          </p:cNvSpPr>
          <p:nvPr/>
        </p:nvSpPr>
        <p:spPr>
          <a:xfrm>
            <a:off x="6485334" y="523875"/>
            <a:ext cx="89142" cy="720725"/>
          </a:xfrm>
          <a:prstGeom prst="rect">
            <a:avLst/>
          </a:prstGeom>
          <a:solidFill>
            <a:srgbClr val="2166AC"/>
          </a:solidFill>
          <a:ln w="0">
            <a:noFill/>
          </a:ln>
        </p:spPr>
      </p:sp>
      <p:sp>
        <p:nvSpPr>
          <p:cNvPr id="46" name="heat_P1024_J22_speedup_3.189041057"/>
          <p:cNvSpPr>
            <a:spLocks noGrp="1"/>
          </p:cNvSpPr>
          <p:nvPr/>
        </p:nvSpPr>
        <p:spPr>
          <a:xfrm>
            <a:off x="6574334" y="523875"/>
            <a:ext cx="89142" cy="720725"/>
          </a:xfrm>
          <a:prstGeom prst="rect">
            <a:avLst/>
          </a:prstGeom>
          <a:solidFill>
            <a:srgbClr val="1D90C0"/>
          </a:solidFill>
          <a:ln w="0">
            <a:noFill/>
          </a:ln>
        </p:spPr>
      </p:sp>
      <p:sp>
        <p:nvSpPr>
          <p:cNvPr id="47" name="heat_P1024_J23_speedup_3.310253081"/>
          <p:cNvSpPr>
            <a:spLocks noGrp="1"/>
          </p:cNvSpPr>
          <p:nvPr/>
        </p:nvSpPr>
        <p:spPr>
          <a:xfrm>
            <a:off x="6663333" y="523875"/>
            <a:ext cx="89142" cy="720725"/>
          </a:xfrm>
          <a:prstGeom prst="rect">
            <a:avLst/>
          </a:prstGeom>
          <a:solidFill>
            <a:srgbClr val="1F82B9"/>
          </a:solidFill>
          <a:ln w="0">
            <a:noFill/>
          </a:ln>
        </p:spPr>
      </p:sp>
      <p:sp>
        <p:nvSpPr>
          <p:cNvPr id="48" name="heat_P1024_J24_speedup_3.430229137"/>
          <p:cNvSpPr>
            <a:spLocks noGrp="1"/>
          </p:cNvSpPr>
          <p:nvPr/>
        </p:nvSpPr>
        <p:spPr>
          <a:xfrm>
            <a:off x="6752332" y="523875"/>
            <a:ext cx="89142" cy="720725"/>
          </a:xfrm>
          <a:prstGeom prst="rect">
            <a:avLst/>
          </a:prstGeom>
          <a:solidFill>
            <a:srgbClr val="2075B3"/>
          </a:solidFill>
          <a:ln w="0">
            <a:noFill/>
          </a:ln>
        </p:spPr>
      </p:sp>
      <p:sp>
        <p:nvSpPr>
          <p:cNvPr id="49" name="heat_P1024_J25_speedup_3.548666662"/>
          <p:cNvSpPr>
            <a:spLocks noGrp="1"/>
          </p:cNvSpPr>
          <p:nvPr/>
        </p:nvSpPr>
        <p:spPr>
          <a:xfrm>
            <a:off x="6841331" y="523875"/>
            <a:ext cx="89142" cy="720725"/>
          </a:xfrm>
          <a:prstGeom prst="rect">
            <a:avLst/>
          </a:prstGeom>
          <a:solidFill>
            <a:srgbClr val="2166AC"/>
          </a:solidFill>
          <a:ln w="0">
            <a:noFill/>
          </a:ln>
        </p:spPr>
      </p:sp>
      <p:sp>
        <p:nvSpPr>
          <p:cNvPr id="50" name="heat_P1024_J26_speedup_3.665570192"/>
          <p:cNvSpPr>
            <a:spLocks noGrp="1"/>
          </p:cNvSpPr>
          <p:nvPr/>
        </p:nvSpPr>
        <p:spPr>
          <a:xfrm>
            <a:off x="6930330" y="523875"/>
            <a:ext cx="89142" cy="720725"/>
          </a:xfrm>
          <a:prstGeom prst="rect">
            <a:avLst/>
          </a:prstGeom>
          <a:solidFill>
            <a:srgbClr val="225AA6"/>
          </a:solidFill>
          <a:ln w="0">
            <a:noFill/>
          </a:ln>
        </p:spPr>
      </p:sp>
      <p:sp>
        <p:nvSpPr>
          <p:cNvPr id="51" name="heat_P1024_J27_speedup_3.780992156"/>
          <p:cNvSpPr>
            <a:spLocks noGrp="1"/>
          </p:cNvSpPr>
          <p:nvPr/>
        </p:nvSpPr>
        <p:spPr>
          <a:xfrm>
            <a:off x="7019330" y="523875"/>
            <a:ext cx="89142" cy="720725"/>
          </a:xfrm>
          <a:prstGeom prst="rect">
            <a:avLst/>
          </a:prstGeom>
          <a:solidFill>
            <a:srgbClr val="234FA1"/>
          </a:solidFill>
          <a:ln w="0">
            <a:noFill/>
          </a:ln>
        </p:spPr>
      </p:sp>
      <p:sp>
        <p:nvSpPr>
          <p:cNvPr id="52" name="heat_P1024_J28_speedup_3.894959256"/>
          <p:cNvSpPr>
            <a:spLocks noGrp="1"/>
          </p:cNvSpPr>
          <p:nvPr/>
        </p:nvSpPr>
        <p:spPr>
          <a:xfrm>
            <a:off x="7108329" y="523875"/>
            <a:ext cx="89142" cy="720725"/>
          </a:xfrm>
          <a:prstGeom prst="rect">
            <a:avLst/>
          </a:prstGeom>
          <a:solidFill>
            <a:srgbClr val="24449C"/>
          </a:solidFill>
          <a:ln w="0">
            <a:noFill/>
          </a:ln>
        </p:spPr>
      </p:sp>
      <p:sp>
        <p:nvSpPr>
          <p:cNvPr id="53" name="heat_P1024_J29_speedup_4.007509133"/>
          <p:cNvSpPr>
            <a:spLocks noGrp="1"/>
          </p:cNvSpPr>
          <p:nvPr/>
        </p:nvSpPr>
        <p:spPr>
          <a:xfrm>
            <a:off x="7197328" y="523875"/>
            <a:ext cx="89142" cy="720725"/>
          </a:xfrm>
          <a:prstGeom prst="rect">
            <a:avLst/>
          </a:prstGeom>
          <a:solidFill>
            <a:srgbClr val="253997"/>
          </a:solidFill>
          <a:ln w="0">
            <a:noFill/>
          </a:ln>
        </p:spPr>
      </p:sp>
      <p:sp>
        <p:nvSpPr>
          <p:cNvPr id="54" name="heat_P1024_J30_speedup_4.118746310"/>
          <p:cNvSpPr>
            <a:spLocks noGrp="1"/>
          </p:cNvSpPr>
          <p:nvPr/>
        </p:nvSpPr>
        <p:spPr>
          <a:xfrm>
            <a:off x="7286327" y="523875"/>
            <a:ext cx="89142" cy="720725"/>
          </a:xfrm>
          <a:prstGeom prst="rect">
            <a:avLst/>
          </a:prstGeom>
          <a:solidFill>
            <a:srgbClr val="21318D"/>
          </a:solidFill>
          <a:ln w="0">
            <a:noFill/>
          </a:ln>
        </p:spPr>
      </p:sp>
      <p:sp>
        <p:nvSpPr>
          <p:cNvPr id="55" name="heat_P1024_J31_speedup_3.717712145"/>
          <p:cNvSpPr>
            <a:spLocks noGrp="1"/>
          </p:cNvSpPr>
          <p:nvPr/>
        </p:nvSpPr>
        <p:spPr>
          <a:xfrm>
            <a:off x="7375327" y="523875"/>
            <a:ext cx="89142" cy="720725"/>
          </a:xfrm>
          <a:prstGeom prst="rect">
            <a:avLst/>
          </a:prstGeom>
          <a:solidFill>
            <a:srgbClr val="2355A4"/>
          </a:solidFill>
          <a:ln w="0">
            <a:noFill/>
          </a:ln>
        </p:spPr>
      </p:sp>
      <p:sp>
        <p:nvSpPr>
          <p:cNvPr id="56" name="heat_P1024_J32_speedup_3.428876765"/>
          <p:cNvSpPr>
            <a:spLocks noGrp="1"/>
          </p:cNvSpPr>
          <p:nvPr/>
        </p:nvSpPr>
        <p:spPr>
          <a:xfrm>
            <a:off x="7464326" y="523875"/>
            <a:ext cx="89142" cy="720725"/>
          </a:xfrm>
          <a:prstGeom prst="rect">
            <a:avLst/>
          </a:prstGeom>
          <a:solidFill>
            <a:srgbClr val="2075B3"/>
          </a:solidFill>
          <a:ln w="0">
            <a:noFill/>
          </a:ln>
        </p:spPr>
      </p:sp>
      <p:sp>
        <p:nvSpPr>
          <p:cNvPr id="57" name="heat_P1536_J1_speedup_0.999542575"/>
          <p:cNvSpPr>
            <a:spLocks noGrp="1"/>
          </p:cNvSpPr>
          <p:nvPr/>
        </p:nvSpPr>
        <p:spPr>
          <a:xfrm>
            <a:off x="4705350" y="1244600"/>
            <a:ext cx="89142" cy="720725"/>
          </a:xfrm>
          <a:prstGeom prst="rect">
            <a:avLst/>
          </a:prstGeom>
          <a:solidFill>
            <a:srgbClr val="FEFFD8"/>
          </a:solidFill>
          <a:ln w="0">
            <a:noFill/>
          </a:ln>
        </p:spPr>
      </p:sp>
      <p:sp>
        <p:nvSpPr>
          <p:cNvPr id="58" name="heat_P1536_J2_speedup_0.999780968"/>
          <p:cNvSpPr>
            <a:spLocks noGrp="1"/>
          </p:cNvSpPr>
          <p:nvPr/>
        </p:nvSpPr>
        <p:spPr>
          <a:xfrm>
            <a:off x="4794349" y="1244600"/>
            <a:ext cx="89142" cy="720725"/>
          </a:xfrm>
          <a:prstGeom prst="rect">
            <a:avLst/>
          </a:prstGeom>
          <a:solidFill>
            <a:srgbClr val="FEFFD8"/>
          </a:solidFill>
          <a:ln w="0">
            <a:noFill/>
          </a:ln>
        </p:spPr>
      </p:sp>
      <p:sp>
        <p:nvSpPr>
          <p:cNvPr id="59" name="heat_P1536_J3_speedup_1.459434233"/>
          <p:cNvSpPr>
            <a:spLocks noGrp="1"/>
          </p:cNvSpPr>
          <p:nvPr/>
        </p:nvSpPr>
        <p:spPr>
          <a:xfrm>
            <a:off x="4883348" y="1244600"/>
            <a:ext cx="89142" cy="720725"/>
          </a:xfrm>
          <a:prstGeom prst="rect">
            <a:avLst/>
          </a:prstGeom>
          <a:solidFill>
            <a:srgbClr val="EAF7B1"/>
          </a:solidFill>
          <a:ln w="0">
            <a:noFill/>
          </a:ln>
        </p:spPr>
      </p:sp>
      <p:sp>
        <p:nvSpPr>
          <p:cNvPr id="60" name="heat_P1536_J4_speedup_1.906072896"/>
          <p:cNvSpPr>
            <a:spLocks noGrp="1"/>
          </p:cNvSpPr>
          <p:nvPr/>
        </p:nvSpPr>
        <p:spPr>
          <a:xfrm>
            <a:off x="4972348" y="1244600"/>
            <a:ext cx="89142" cy="720725"/>
          </a:xfrm>
          <a:prstGeom prst="rect">
            <a:avLst/>
          </a:prstGeom>
          <a:solidFill>
            <a:srgbClr val="C0E6B5"/>
          </a:solidFill>
          <a:ln w="0">
            <a:noFill/>
          </a:ln>
        </p:spPr>
      </p:sp>
      <p:sp>
        <p:nvSpPr>
          <p:cNvPr id="61" name="heat_P1536_J5_speedup_2.340440235"/>
          <p:cNvSpPr>
            <a:spLocks noGrp="1"/>
          </p:cNvSpPr>
          <p:nvPr/>
        </p:nvSpPr>
        <p:spPr>
          <a:xfrm>
            <a:off x="5061347" y="1244600"/>
            <a:ext cx="89142" cy="720725"/>
          </a:xfrm>
          <a:prstGeom prst="rect">
            <a:avLst/>
          </a:prstGeom>
          <a:solidFill>
            <a:srgbClr val="7ACBBC"/>
          </a:solidFill>
          <a:ln w="0">
            <a:noFill/>
          </a:ln>
        </p:spPr>
      </p:sp>
      <p:sp>
        <p:nvSpPr>
          <p:cNvPr id="62" name="heat_P1536_J6_speedup_2.762790581"/>
          <p:cNvSpPr>
            <a:spLocks noGrp="1"/>
          </p:cNvSpPr>
          <p:nvPr/>
        </p:nvSpPr>
        <p:spPr>
          <a:xfrm>
            <a:off x="5150346" y="1244600"/>
            <a:ext cx="89142" cy="720725"/>
          </a:xfrm>
          <a:prstGeom prst="rect">
            <a:avLst/>
          </a:prstGeom>
          <a:solidFill>
            <a:srgbClr val="3FB4C4"/>
          </a:solidFill>
          <a:ln w="0">
            <a:noFill/>
          </a:ln>
        </p:spPr>
      </p:sp>
      <p:sp>
        <p:nvSpPr>
          <p:cNvPr id="63" name="heat_P1536_J7_speedup_3.173996200"/>
          <p:cNvSpPr>
            <a:spLocks noGrp="1"/>
          </p:cNvSpPr>
          <p:nvPr/>
        </p:nvSpPr>
        <p:spPr>
          <a:xfrm>
            <a:off x="5239345" y="1244600"/>
            <a:ext cx="89142" cy="720725"/>
          </a:xfrm>
          <a:prstGeom prst="rect">
            <a:avLst/>
          </a:prstGeom>
          <a:solidFill>
            <a:srgbClr val="1D91C0"/>
          </a:solidFill>
          <a:ln w="0">
            <a:noFill/>
          </a:ln>
        </p:spPr>
      </p:sp>
      <p:sp>
        <p:nvSpPr>
          <p:cNvPr id="64" name="heat_P1536_J8_speedup_3.574264755"/>
          <p:cNvSpPr>
            <a:spLocks noGrp="1"/>
          </p:cNvSpPr>
          <p:nvPr/>
        </p:nvSpPr>
        <p:spPr>
          <a:xfrm>
            <a:off x="5328345" y="1244600"/>
            <a:ext cx="89142" cy="720725"/>
          </a:xfrm>
          <a:prstGeom prst="rect">
            <a:avLst/>
          </a:prstGeom>
          <a:solidFill>
            <a:srgbClr val="2163AA"/>
          </a:solidFill>
          <a:ln w="0">
            <a:noFill/>
          </a:ln>
        </p:spPr>
      </p:sp>
      <p:sp>
        <p:nvSpPr>
          <p:cNvPr id="65" name="heat_P1536_J9_speedup_3.964107120"/>
          <p:cNvSpPr>
            <a:spLocks noGrp="1"/>
          </p:cNvSpPr>
          <p:nvPr/>
        </p:nvSpPr>
        <p:spPr>
          <a:xfrm>
            <a:off x="5417344" y="1244600"/>
            <a:ext cx="89142" cy="720725"/>
          </a:xfrm>
          <a:prstGeom prst="rect">
            <a:avLst/>
          </a:prstGeom>
          <a:solidFill>
            <a:srgbClr val="243D98"/>
          </a:solidFill>
          <a:ln w="0">
            <a:noFill/>
          </a:ln>
        </p:spPr>
      </p:sp>
      <p:sp>
        <p:nvSpPr>
          <p:cNvPr id="66" name="heat_P1536_J10_speedup_4.343811463"/>
          <p:cNvSpPr>
            <a:spLocks noGrp="1"/>
          </p:cNvSpPr>
          <p:nvPr/>
        </p:nvSpPr>
        <p:spPr>
          <a:xfrm>
            <a:off x="5506343" y="1244600"/>
            <a:ext cx="89142" cy="720725"/>
          </a:xfrm>
          <a:prstGeom prst="rect">
            <a:avLst/>
          </a:prstGeom>
          <a:solidFill>
            <a:srgbClr val="12256D"/>
          </a:solidFill>
          <a:ln w="0">
            <a:noFill/>
          </a:ln>
        </p:spPr>
      </p:sp>
      <p:sp>
        <p:nvSpPr>
          <p:cNvPr id="67" name="heat_P1536_J11_speedup_3.281697620"/>
          <p:cNvSpPr>
            <a:spLocks noGrp="1"/>
          </p:cNvSpPr>
          <p:nvPr/>
        </p:nvSpPr>
        <p:spPr>
          <a:xfrm>
            <a:off x="5595342" y="1244600"/>
            <a:ext cx="89142" cy="720725"/>
          </a:xfrm>
          <a:prstGeom prst="rect">
            <a:avLst/>
          </a:prstGeom>
          <a:solidFill>
            <a:srgbClr val="1E86BB"/>
          </a:solidFill>
          <a:ln w="0">
            <a:noFill/>
          </a:ln>
        </p:spPr>
      </p:sp>
      <p:sp>
        <p:nvSpPr>
          <p:cNvPr id="68" name="heat_P1536_J12_speedup_2.762304053"/>
          <p:cNvSpPr>
            <a:spLocks noGrp="1"/>
          </p:cNvSpPr>
          <p:nvPr/>
        </p:nvSpPr>
        <p:spPr>
          <a:xfrm>
            <a:off x="5684341" y="1244600"/>
            <a:ext cx="89142" cy="720725"/>
          </a:xfrm>
          <a:prstGeom prst="rect">
            <a:avLst/>
          </a:prstGeom>
          <a:solidFill>
            <a:srgbClr val="3FB4C4"/>
          </a:solidFill>
          <a:ln w="0">
            <a:noFill/>
          </a:ln>
        </p:spPr>
      </p:sp>
      <p:sp>
        <p:nvSpPr>
          <p:cNvPr id="69" name="heat_P1536_J13_speedup_2.968751362"/>
          <p:cNvSpPr>
            <a:spLocks noGrp="1"/>
          </p:cNvSpPr>
          <p:nvPr/>
        </p:nvSpPr>
        <p:spPr>
          <a:xfrm>
            <a:off x="5773341" y="1244600"/>
            <a:ext cx="89142" cy="720725"/>
          </a:xfrm>
          <a:prstGeom prst="rect">
            <a:avLst/>
          </a:prstGeom>
          <a:solidFill>
            <a:srgbClr val="2EA3C2"/>
          </a:solidFill>
          <a:ln w="0">
            <a:noFill/>
          </a:ln>
        </p:spPr>
      </p:sp>
      <p:sp>
        <p:nvSpPr>
          <p:cNvPr id="70" name="heat_P1536_J14_speedup_3.172759657"/>
          <p:cNvSpPr>
            <a:spLocks noGrp="1"/>
          </p:cNvSpPr>
          <p:nvPr/>
        </p:nvSpPr>
        <p:spPr>
          <a:xfrm>
            <a:off x="5862340" y="1244600"/>
            <a:ext cx="89142" cy="720725"/>
          </a:xfrm>
          <a:prstGeom prst="rect">
            <a:avLst/>
          </a:prstGeom>
          <a:solidFill>
            <a:srgbClr val="1D91C0"/>
          </a:solidFill>
          <a:ln w="0">
            <a:noFill/>
          </a:ln>
        </p:spPr>
      </p:sp>
      <p:sp>
        <p:nvSpPr>
          <p:cNvPr id="71" name="heat_P1536_J15_speedup_3.372530003"/>
          <p:cNvSpPr>
            <a:spLocks noGrp="1"/>
          </p:cNvSpPr>
          <p:nvPr/>
        </p:nvSpPr>
        <p:spPr>
          <a:xfrm>
            <a:off x="5951339" y="1244600"/>
            <a:ext cx="89142" cy="720725"/>
          </a:xfrm>
          <a:prstGeom prst="rect">
            <a:avLst/>
          </a:prstGeom>
          <a:solidFill>
            <a:srgbClr val="1F7BB6"/>
          </a:solidFill>
          <a:ln w="0">
            <a:noFill/>
          </a:ln>
        </p:spPr>
      </p:sp>
      <p:sp>
        <p:nvSpPr>
          <p:cNvPr id="72" name="heat_P1536_J16_speedup_3.569612177"/>
          <p:cNvSpPr>
            <a:spLocks noGrp="1"/>
          </p:cNvSpPr>
          <p:nvPr/>
        </p:nvSpPr>
        <p:spPr>
          <a:xfrm>
            <a:off x="6040338" y="1244600"/>
            <a:ext cx="89142" cy="720725"/>
          </a:xfrm>
          <a:prstGeom prst="rect">
            <a:avLst/>
          </a:prstGeom>
          <a:solidFill>
            <a:srgbClr val="2165AB"/>
          </a:solidFill>
          <a:ln w="0">
            <a:noFill/>
          </a:ln>
        </p:spPr>
      </p:sp>
      <p:sp>
        <p:nvSpPr>
          <p:cNvPr id="73" name="heat_P1536_J17_speedup_3.764098305"/>
          <p:cNvSpPr>
            <a:spLocks noGrp="1"/>
          </p:cNvSpPr>
          <p:nvPr/>
        </p:nvSpPr>
        <p:spPr>
          <a:xfrm>
            <a:off x="6129338" y="1244600"/>
            <a:ext cx="89142" cy="720725"/>
          </a:xfrm>
          <a:prstGeom prst="rect">
            <a:avLst/>
          </a:prstGeom>
          <a:solidFill>
            <a:srgbClr val="2350A1"/>
          </a:solidFill>
          <a:ln w="0">
            <a:noFill/>
          </a:ln>
        </p:spPr>
      </p:sp>
      <p:sp>
        <p:nvSpPr>
          <p:cNvPr id="74" name="heat_P1536_J18_speedup_3.956006257"/>
          <p:cNvSpPr>
            <a:spLocks noGrp="1"/>
          </p:cNvSpPr>
          <p:nvPr/>
        </p:nvSpPr>
        <p:spPr>
          <a:xfrm>
            <a:off x="6218337" y="1244600"/>
            <a:ext cx="89142" cy="720725"/>
          </a:xfrm>
          <a:prstGeom prst="rect">
            <a:avLst/>
          </a:prstGeom>
          <a:solidFill>
            <a:srgbClr val="243F99"/>
          </a:solidFill>
          <a:ln w="0">
            <a:noFill/>
          </a:ln>
        </p:spPr>
      </p:sp>
      <p:sp>
        <p:nvSpPr>
          <p:cNvPr id="75" name="heat_P1536_J19_speedup_4.145414706"/>
          <p:cNvSpPr>
            <a:spLocks noGrp="1"/>
          </p:cNvSpPr>
          <p:nvPr/>
        </p:nvSpPr>
        <p:spPr>
          <a:xfrm>
            <a:off x="6307336" y="1244600"/>
            <a:ext cx="89142" cy="720725"/>
          </a:xfrm>
          <a:prstGeom prst="rect">
            <a:avLst/>
          </a:prstGeom>
          <a:solidFill>
            <a:srgbClr val="203089"/>
          </a:solidFill>
          <a:ln w="0">
            <a:noFill/>
          </a:ln>
        </p:spPr>
      </p:sp>
      <p:sp>
        <p:nvSpPr>
          <p:cNvPr id="76" name="heat_P1536_J20_speedup_4.332344950"/>
          <p:cNvSpPr>
            <a:spLocks noGrp="1"/>
          </p:cNvSpPr>
          <p:nvPr/>
        </p:nvSpPr>
        <p:spPr>
          <a:xfrm>
            <a:off x="6396335" y="1244600"/>
            <a:ext cx="89142" cy="720725"/>
          </a:xfrm>
          <a:prstGeom prst="rect">
            <a:avLst/>
          </a:prstGeom>
          <a:solidFill>
            <a:srgbClr val="13266F"/>
          </a:solidFill>
          <a:ln w="0">
            <a:noFill/>
          </a:ln>
        </p:spPr>
      </p:sp>
      <p:sp>
        <p:nvSpPr>
          <p:cNvPr id="77" name="heat_P1536_J21_speedup_3.707093780"/>
          <p:cNvSpPr>
            <a:spLocks noGrp="1"/>
          </p:cNvSpPr>
          <p:nvPr/>
        </p:nvSpPr>
        <p:spPr>
          <a:xfrm>
            <a:off x="6485334" y="1244600"/>
            <a:ext cx="89142" cy="720725"/>
          </a:xfrm>
          <a:prstGeom prst="rect">
            <a:avLst/>
          </a:prstGeom>
          <a:solidFill>
            <a:srgbClr val="2356A4"/>
          </a:solidFill>
          <a:ln w="0">
            <a:noFill/>
          </a:ln>
        </p:spPr>
      </p:sp>
      <p:sp>
        <p:nvSpPr>
          <p:cNvPr id="78" name="heat_P1536_J22_speedup_3.306477103"/>
          <p:cNvSpPr>
            <a:spLocks noGrp="1"/>
          </p:cNvSpPr>
          <p:nvPr/>
        </p:nvSpPr>
        <p:spPr>
          <a:xfrm>
            <a:off x="6574334" y="1244600"/>
            <a:ext cx="89142" cy="720725"/>
          </a:xfrm>
          <a:prstGeom prst="rect">
            <a:avLst/>
          </a:prstGeom>
          <a:solidFill>
            <a:srgbClr val="1E83BA"/>
          </a:solidFill>
          <a:ln w="0">
            <a:noFill/>
          </a:ln>
        </p:spPr>
      </p:sp>
      <p:sp>
        <p:nvSpPr>
          <p:cNvPr id="79" name="heat_P1536_J23_speedup_3.438802641"/>
          <p:cNvSpPr>
            <a:spLocks noGrp="1"/>
          </p:cNvSpPr>
          <p:nvPr/>
        </p:nvSpPr>
        <p:spPr>
          <a:xfrm>
            <a:off x="6663333" y="1244600"/>
            <a:ext cx="89142" cy="720725"/>
          </a:xfrm>
          <a:prstGeom prst="rect">
            <a:avLst/>
          </a:prstGeom>
          <a:solidFill>
            <a:srgbClr val="2073B2"/>
          </a:solidFill>
          <a:ln w="0">
            <a:noFill/>
          </a:ln>
        </p:spPr>
      </p:sp>
      <p:sp>
        <p:nvSpPr>
          <p:cNvPr id="80" name="heat_P1536_J24_speedup_3.570186373"/>
          <p:cNvSpPr>
            <a:spLocks noGrp="1"/>
          </p:cNvSpPr>
          <p:nvPr/>
        </p:nvSpPr>
        <p:spPr>
          <a:xfrm>
            <a:off x="6752332" y="1244600"/>
            <a:ext cx="89142" cy="720725"/>
          </a:xfrm>
          <a:prstGeom prst="rect">
            <a:avLst/>
          </a:prstGeom>
          <a:solidFill>
            <a:srgbClr val="2165AB"/>
          </a:solidFill>
          <a:ln w="0">
            <a:noFill/>
          </a:ln>
        </p:spPr>
      </p:sp>
      <p:sp>
        <p:nvSpPr>
          <p:cNvPr id="81" name="heat_P1536_J25_speedup_3.700444196"/>
          <p:cNvSpPr>
            <a:spLocks noGrp="1"/>
          </p:cNvSpPr>
          <p:nvPr/>
        </p:nvSpPr>
        <p:spPr>
          <a:xfrm>
            <a:off x="6841331" y="1244600"/>
            <a:ext cx="89142" cy="720725"/>
          </a:xfrm>
          <a:prstGeom prst="rect">
            <a:avLst/>
          </a:prstGeom>
          <a:solidFill>
            <a:srgbClr val="2356A4"/>
          </a:solidFill>
          <a:ln w="0">
            <a:noFill/>
          </a:ln>
        </p:spPr>
      </p:sp>
      <p:sp>
        <p:nvSpPr>
          <p:cNvPr id="82" name="heat_P1536_J26_speedup_3.829531147"/>
          <p:cNvSpPr>
            <a:spLocks noGrp="1"/>
          </p:cNvSpPr>
          <p:nvPr/>
        </p:nvSpPr>
        <p:spPr>
          <a:xfrm>
            <a:off x="6930330" y="1244600"/>
            <a:ext cx="89142" cy="720725"/>
          </a:xfrm>
          <a:prstGeom prst="rect">
            <a:avLst/>
          </a:prstGeom>
          <a:solidFill>
            <a:srgbClr val="234B9F"/>
          </a:solidFill>
          <a:ln w="0">
            <a:noFill/>
          </a:ln>
        </p:spPr>
      </p:sp>
      <p:sp>
        <p:nvSpPr>
          <p:cNvPr id="83" name="heat_P1536_J27_speedup_3.957506812"/>
          <p:cNvSpPr>
            <a:spLocks noGrp="1"/>
          </p:cNvSpPr>
          <p:nvPr/>
        </p:nvSpPr>
        <p:spPr>
          <a:xfrm>
            <a:off x="7019330" y="1244600"/>
            <a:ext cx="89142" cy="720725"/>
          </a:xfrm>
          <a:prstGeom prst="rect">
            <a:avLst/>
          </a:prstGeom>
          <a:solidFill>
            <a:srgbClr val="243D98"/>
          </a:solidFill>
          <a:ln w="0">
            <a:noFill/>
          </a:ln>
        </p:spPr>
      </p:sp>
      <p:sp>
        <p:nvSpPr>
          <p:cNvPr id="84" name="heat_P1536_J28_speedup_4.084370346"/>
          <p:cNvSpPr>
            <a:spLocks noGrp="1"/>
          </p:cNvSpPr>
          <p:nvPr/>
        </p:nvSpPr>
        <p:spPr>
          <a:xfrm>
            <a:off x="7108329" y="1244600"/>
            <a:ext cx="89142" cy="720725"/>
          </a:xfrm>
          <a:prstGeom prst="rect">
            <a:avLst/>
          </a:prstGeom>
          <a:solidFill>
            <a:srgbClr val="233390"/>
          </a:solidFill>
          <a:ln w="0">
            <a:noFill/>
          </a:ln>
        </p:spPr>
      </p:sp>
      <p:sp>
        <p:nvSpPr>
          <p:cNvPr id="85" name="heat_P1536_J29_speedup_4.210111787"/>
          <p:cNvSpPr>
            <a:spLocks noGrp="1"/>
          </p:cNvSpPr>
          <p:nvPr/>
        </p:nvSpPr>
        <p:spPr>
          <a:xfrm>
            <a:off x="7197328" y="1244600"/>
            <a:ext cx="89142" cy="720725"/>
          </a:xfrm>
          <a:prstGeom prst="rect">
            <a:avLst/>
          </a:prstGeom>
          <a:solidFill>
            <a:srgbClr val="1B2C80"/>
          </a:solidFill>
          <a:ln w="0">
            <a:noFill/>
          </a:ln>
        </p:spPr>
      </p:sp>
      <p:sp>
        <p:nvSpPr>
          <p:cNvPr id="86" name="heat_P1536_J30_speedup_4.334793800"/>
          <p:cNvSpPr>
            <a:spLocks noGrp="1"/>
          </p:cNvSpPr>
          <p:nvPr/>
        </p:nvSpPr>
        <p:spPr>
          <a:xfrm>
            <a:off x="7286327" y="1244600"/>
            <a:ext cx="89142" cy="720725"/>
          </a:xfrm>
          <a:prstGeom prst="rect">
            <a:avLst/>
          </a:prstGeom>
          <a:solidFill>
            <a:srgbClr val="13266F"/>
          </a:solidFill>
          <a:ln w="0">
            <a:noFill/>
          </a:ln>
        </p:spPr>
      </p:sp>
      <p:sp>
        <p:nvSpPr>
          <p:cNvPr id="87" name="heat_P1536_J31_speedup_3.888845304"/>
          <p:cNvSpPr>
            <a:spLocks noGrp="1"/>
          </p:cNvSpPr>
          <p:nvPr/>
        </p:nvSpPr>
        <p:spPr>
          <a:xfrm>
            <a:off x="7375327" y="1244600"/>
            <a:ext cx="89142" cy="720725"/>
          </a:xfrm>
          <a:prstGeom prst="rect">
            <a:avLst/>
          </a:prstGeom>
          <a:solidFill>
            <a:srgbClr val="24449C"/>
          </a:solidFill>
          <a:ln w="0">
            <a:noFill/>
          </a:ln>
        </p:spPr>
      </p:sp>
      <p:sp>
        <p:nvSpPr>
          <p:cNvPr id="88" name="heat_P1536_J32_speedup_3.570468148"/>
          <p:cNvSpPr>
            <a:spLocks noGrp="1"/>
          </p:cNvSpPr>
          <p:nvPr/>
        </p:nvSpPr>
        <p:spPr>
          <a:xfrm>
            <a:off x="7464326" y="1244600"/>
            <a:ext cx="89142" cy="720725"/>
          </a:xfrm>
          <a:prstGeom prst="rect">
            <a:avLst/>
          </a:prstGeom>
          <a:solidFill>
            <a:srgbClr val="2165AB"/>
          </a:solidFill>
          <a:ln w="0">
            <a:noFill/>
          </a:ln>
        </p:spPr>
      </p:sp>
      <p:sp>
        <p:nvSpPr>
          <p:cNvPr id="89" name="heat_P2048_J1_speedup_0.999966953"/>
          <p:cNvSpPr>
            <a:spLocks noGrp="1"/>
          </p:cNvSpPr>
          <p:nvPr/>
        </p:nvSpPr>
        <p:spPr>
          <a:xfrm>
            <a:off x="4705350" y="1965325"/>
            <a:ext cx="89142" cy="720725"/>
          </a:xfrm>
          <a:prstGeom prst="rect">
            <a:avLst/>
          </a:prstGeom>
          <a:solidFill>
            <a:srgbClr val="FEFFD8"/>
          </a:solidFill>
          <a:ln w="0">
            <a:noFill/>
          </a:ln>
        </p:spPr>
      </p:sp>
      <p:sp>
        <p:nvSpPr>
          <p:cNvPr id="90" name="heat_P2048_J2_speedup_0.999931586"/>
          <p:cNvSpPr>
            <a:spLocks noGrp="1"/>
          </p:cNvSpPr>
          <p:nvPr/>
        </p:nvSpPr>
        <p:spPr>
          <a:xfrm>
            <a:off x="4794349" y="1965325"/>
            <a:ext cx="89142" cy="720725"/>
          </a:xfrm>
          <a:prstGeom prst="rect">
            <a:avLst/>
          </a:prstGeom>
          <a:solidFill>
            <a:srgbClr val="FEFFD8"/>
          </a:solidFill>
          <a:ln w="0">
            <a:noFill/>
          </a:ln>
        </p:spPr>
      </p:sp>
      <p:sp>
        <p:nvSpPr>
          <p:cNvPr id="91" name="heat_P2048_J3_speedup_1.464390404"/>
          <p:cNvSpPr>
            <a:spLocks noGrp="1"/>
          </p:cNvSpPr>
          <p:nvPr/>
        </p:nvSpPr>
        <p:spPr>
          <a:xfrm>
            <a:off x="4883348" y="1965325"/>
            <a:ext cx="89142" cy="720725"/>
          </a:xfrm>
          <a:prstGeom prst="rect">
            <a:avLst/>
          </a:prstGeom>
          <a:solidFill>
            <a:srgbClr val="EAF7B1"/>
          </a:solidFill>
          <a:ln w="0">
            <a:noFill/>
          </a:ln>
        </p:spPr>
      </p:sp>
      <p:sp>
        <p:nvSpPr>
          <p:cNvPr id="92" name="heat_P2048_J4_speedup_1.918845177"/>
          <p:cNvSpPr>
            <a:spLocks noGrp="1"/>
          </p:cNvSpPr>
          <p:nvPr/>
        </p:nvSpPr>
        <p:spPr>
          <a:xfrm>
            <a:off x="4972348" y="1965325"/>
            <a:ext cx="89142" cy="720725"/>
          </a:xfrm>
          <a:prstGeom prst="rect">
            <a:avLst/>
          </a:prstGeom>
          <a:solidFill>
            <a:srgbClr val="C0E6B5"/>
          </a:solidFill>
          <a:ln w="0">
            <a:noFill/>
          </a:ln>
        </p:spPr>
      </p:sp>
      <p:sp>
        <p:nvSpPr>
          <p:cNvPr id="93" name="heat_P2048_J5_speedup_2.363466402"/>
          <p:cNvSpPr>
            <a:spLocks noGrp="1"/>
          </p:cNvSpPr>
          <p:nvPr/>
        </p:nvSpPr>
        <p:spPr>
          <a:xfrm>
            <a:off x="5061347" y="1965325"/>
            <a:ext cx="89142" cy="720725"/>
          </a:xfrm>
          <a:prstGeom prst="rect">
            <a:avLst/>
          </a:prstGeom>
          <a:solidFill>
            <a:srgbClr val="76CABC"/>
          </a:solidFill>
          <a:ln w="0">
            <a:noFill/>
          </a:ln>
        </p:spPr>
      </p:sp>
      <p:sp>
        <p:nvSpPr>
          <p:cNvPr id="94" name="heat_P2048_J6_speedup_2.798394597"/>
          <p:cNvSpPr>
            <a:spLocks noGrp="1"/>
          </p:cNvSpPr>
          <p:nvPr/>
        </p:nvSpPr>
        <p:spPr>
          <a:xfrm>
            <a:off x="5150346" y="1965325"/>
            <a:ext cx="89142" cy="720725"/>
          </a:xfrm>
          <a:prstGeom prst="rect">
            <a:avLst/>
          </a:prstGeom>
          <a:solidFill>
            <a:srgbClr val="3DB2C4"/>
          </a:solidFill>
          <a:ln w="0">
            <a:noFill/>
          </a:ln>
        </p:spPr>
      </p:sp>
      <p:sp>
        <p:nvSpPr>
          <p:cNvPr id="95" name="heat_P2048_J7_speedup_3.224223090"/>
          <p:cNvSpPr>
            <a:spLocks noGrp="1"/>
          </p:cNvSpPr>
          <p:nvPr/>
        </p:nvSpPr>
        <p:spPr>
          <a:xfrm>
            <a:off x="5239345" y="1965325"/>
            <a:ext cx="89142" cy="720725"/>
          </a:xfrm>
          <a:prstGeom prst="rect">
            <a:avLst/>
          </a:prstGeom>
          <a:solidFill>
            <a:srgbClr val="1D8DBE"/>
          </a:solidFill>
          <a:ln w="0">
            <a:noFill/>
          </a:ln>
        </p:spPr>
      </p:sp>
      <p:sp>
        <p:nvSpPr>
          <p:cNvPr id="96" name="heat_P2048_J8_speedup_3.641119885"/>
          <p:cNvSpPr>
            <a:spLocks noGrp="1"/>
          </p:cNvSpPr>
          <p:nvPr/>
        </p:nvSpPr>
        <p:spPr>
          <a:xfrm>
            <a:off x="5328345" y="1965325"/>
            <a:ext cx="89142" cy="720725"/>
          </a:xfrm>
          <a:prstGeom prst="rect">
            <a:avLst/>
          </a:prstGeom>
          <a:solidFill>
            <a:srgbClr val="225CA7"/>
          </a:solidFill>
          <a:ln w="0">
            <a:noFill/>
          </a:ln>
        </p:spPr>
      </p:sp>
      <p:sp>
        <p:nvSpPr>
          <p:cNvPr id="97" name="heat_P2048_J9_speedup_4.049357850"/>
          <p:cNvSpPr>
            <a:spLocks noGrp="1"/>
          </p:cNvSpPr>
          <p:nvPr/>
        </p:nvSpPr>
        <p:spPr>
          <a:xfrm>
            <a:off x="5417344" y="1965325"/>
            <a:ext cx="89142" cy="720725"/>
          </a:xfrm>
          <a:prstGeom prst="rect">
            <a:avLst/>
          </a:prstGeom>
          <a:solidFill>
            <a:srgbClr val="253595"/>
          </a:solidFill>
          <a:ln w="0">
            <a:noFill/>
          </a:ln>
        </p:spPr>
      </p:sp>
      <p:sp>
        <p:nvSpPr>
          <p:cNvPr id="98" name="heat_P2048_J10_speedup_4.449189991"/>
          <p:cNvSpPr>
            <a:spLocks noGrp="1"/>
          </p:cNvSpPr>
          <p:nvPr/>
        </p:nvSpPr>
        <p:spPr>
          <a:xfrm>
            <a:off x="5506343" y="1965325"/>
            <a:ext cx="89142" cy="720725"/>
          </a:xfrm>
          <a:prstGeom prst="rect">
            <a:avLst/>
          </a:prstGeom>
          <a:solidFill>
            <a:srgbClr val="0C2060"/>
          </a:solidFill>
          <a:ln w="0">
            <a:noFill/>
          </a:ln>
        </p:spPr>
      </p:sp>
      <p:sp>
        <p:nvSpPr>
          <p:cNvPr id="99" name="heat_P2048_J11_speedup_3.336154308"/>
          <p:cNvSpPr>
            <a:spLocks noGrp="1"/>
          </p:cNvSpPr>
          <p:nvPr/>
        </p:nvSpPr>
        <p:spPr>
          <a:xfrm>
            <a:off x="5595342" y="1965325"/>
            <a:ext cx="89142" cy="720725"/>
          </a:xfrm>
          <a:prstGeom prst="rect">
            <a:avLst/>
          </a:prstGeom>
          <a:solidFill>
            <a:srgbClr val="1F80B8"/>
          </a:solidFill>
          <a:ln w="0">
            <a:noFill/>
          </a:ln>
        </p:spPr>
      </p:sp>
      <p:sp>
        <p:nvSpPr>
          <p:cNvPr id="100" name="heat_P2048_J12_speedup_2.798237402"/>
          <p:cNvSpPr>
            <a:spLocks noGrp="1"/>
          </p:cNvSpPr>
          <p:nvPr/>
        </p:nvSpPr>
        <p:spPr>
          <a:xfrm>
            <a:off x="5684341" y="1965325"/>
            <a:ext cx="89142" cy="720725"/>
          </a:xfrm>
          <a:prstGeom prst="rect">
            <a:avLst/>
          </a:prstGeom>
          <a:solidFill>
            <a:srgbClr val="3DB2C4"/>
          </a:solidFill>
          <a:ln w="0">
            <a:noFill/>
          </a:ln>
        </p:spPr>
      </p:sp>
      <p:sp>
        <p:nvSpPr>
          <p:cNvPr id="101" name="heat_P2048_J13_speedup_3.012026795"/>
          <p:cNvSpPr>
            <a:spLocks noGrp="1"/>
          </p:cNvSpPr>
          <p:nvPr/>
        </p:nvSpPr>
        <p:spPr>
          <a:xfrm>
            <a:off x="5773341" y="1965325"/>
            <a:ext cx="89142" cy="720725"/>
          </a:xfrm>
          <a:prstGeom prst="rect">
            <a:avLst/>
          </a:prstGeom>
          <a:solidFill>
            <a:srgbClr val="2B9FC2"/>
          </a:solidFill>
          <a:ln w="0">
            <a:noFill/>
          </a:ln>
        </p:spPr>
      </p:sp>
      <p:sp>
        <p:nvSpPr>
          <p:cNvPr id="102" name="heat_P2048_J14_speedup_3.223751027"/>
          <p:cNvSpPr>
            <a:spLocks noGrp="1"/>
          </p:cNvSpPr>
          <p:nvPr/>
        </p:nvSpPr>
        <p:spPr>
          <a:xfrm>
            <a:off x="5862340" y="1965325"/>
            <a:ext cx="89142" cy="720725"/>
          </a:xfrm>
          <a:prstGeom prst="rect">
            <a:avLst/>
          </a:prstGeom>
          <a:solidFill>
            <a:srgbClr val="1D8DBE"/>
          </a:solidFill>
          <a:ln w="0">
            <a:noFill/>
          </a:ln>
        </p:spPr>
      </p:sp>
      <p:sp>
        <p:nvSpPr>
          <p:cNvPr id="103" name="heat_P2048_J15_speedup_3.433350110"/>
          <p:cNvSpPr>
            <a:spLocks noGrp="1"/>
          </p:cNvSpPr>
          <p:nvPr/>
        </p:nvSpPr>
        <p:spPr>
          <a:xfrm>
            <a:off x="5951339" y="1965325"/>
            <a:ext cx="89142" cy="720725"/>
          </a:xfrm>
          <a:prstGeom prst="rect">
            <a:avLst/>
          </a:prstGeom>
          <a:solidFill>
            <a:srgbClr val="2073B2"/>
          </a:solidFill>
          <a:ln w="0">
            <a:noFill/>
          </a:ln>
        </p:spPr>
      </p:sp>
      <p:sp>
        <p:nvSpPr>
          <p:cNvPr id="104" name="heat_P2048_J16_speedup_3.640743906"/>
          <p:cNvSpPr>
            <a:spLocks noGrp="1"/>
          </p:cNvSpPr>
          <p:nvPr/>
        </p:nvSpPr>
        <p:spPr>
          <a:xfrm>
            <a:off x="6040338" y="1965325"/>
            <a:ext cx="89142" cy="720725"/>
          </a:xfrm>
          <a:prstGeom prst="rect">
            <a:avLst/>
          </a:prstGeom>
          <a:solidFill>
            <a:srgbClr val="225CA7"/>
          </a:solidFill>
          <a:ln w="0">
            <a:noFill/>
          </a:ln>
        </p:spPr>
      </p:sp>
      <p:sp>
        <p:nvSpPr>
          <p:cNvPr id="105" name="heat_P2048_J17_speedup_3.845988174"/>
          <p:cNvSpPr>
            <a:spLocks noGrp="1"/>
          </p:cNvSpPr>
          <p:nvPr/>
        </p:nvSpPr>
        <p:spPr>
          <a:xfrm>
            <a:off x="6129338" y="1965325"/>
            <a:ext cx="89142" cy="720725"/>
          </a:xfrm>
          <a:prstGeom prst="rect">
            <a:avLst/>
          </a:prstGeom>
          <a:solidFill>
            <a:srgbClr val="23499E"/>
          </a:solidFill>
          <a:ln w="0">
            <a:noFill/>
          </a:ln>
        </p:spPr>
      </p:sp>
      <p:sp>
        <p:nvSpPr>
          <p:cNvPr id="106" name="heat_P2048_J18_speedup_4.049066890"/>
          <p:cNvSpPr>
            <a:spLocks noGrp="1"/>
          </p:cNvSpPr>
          <p:nvPr/>
        </p:nvSpPr>
        <p:spPr>
          <a:xfrm>
            <a:off x="6218337" y="1965325"/>
            <a:ext cx="89142" cy="720725"/>
          </a:xfrm>
          <a:prstGeom prst="rect">
            <a:avLst/>
          </a:prstGeom>
          <a:solidFill>
            <a:srgbClr val="253595"/>
          </a:solidFill>
          <a:ln w="0">
            <a:noFill/>
          </a:ln>
        </p:spPr>
      </p:sp>
      <p:sp>
        <p:nvSpPr>
          <p:cNvPr id="107" name="heat_P2048_J19_speedup_4.250078644"/>
          <p:cNvSpPr>
            <a:spLocks noGrp="1"/>
          </p:cNvSpPr>
          <p:nvPr/>
        </p:nvSpPr>
        <p:spPr>
          <a:xfrm>
            <a:off x="6307336" y="1965325"/>
            <a:ext cx="89142" cy="720725"/>
          </a:xfrm>
          <a:prstGeom prst="rect">
            <a:avLst/>
          </a:prstGeom>
          <a:solidFill>
            <a:srgbClr val="182A7A"/>
          </a:solidFill>
          <a:ln w="0">
            <a:noFill/>
          </a:ln>
        </p:spPr>
      </p:sp>
      <p:sp>
        <p:nvSpPr>
          <p:cNvPr id="108" name="heat_P2048_J20_speedup_4.449026068"/>
          <p:cNvSpPr>
            <a:spLocks noGrp="1"/>
          </p:cNvSpPr>
          <p:nvPr/>
        </p:nvSpPr>
        <p:spPr>
          <a:xfrm>
            <a:off x="6396335" y="1965325"/>
            <a:ext cx="89142" cy="720725"/>
          </a:xfrm>
          <a:prstGeom prst="rect">
            <a:avLst/>
          </a:prstGeom>
          <a:solidFill>
            <a:srgbClr val="0C2060"/>
          </a:solidFill>
          <a:ln w="0">
            <a:noFill/>
          </a:ln>
        </p:spPr>
      </p:sp>
      <p:sp>
        <p:nvSpPr>
          <p:cNvPr id="109" name="heat_P2048_J21_speedup_3.785231270"/>
          <p:cNvSpPr>
            <a:spLocks noGrp="1"/>
          </p:cNvSpPr>
          <p:nvPr/>
        </p:nvSpPr>
        <p:spPr>
          <a:xfrm>
            <a:off x="6485334" y="1965325"/>
            <a:ext cx="89142" cy="720725"/>
          </a:xfrm>
          <a:prstGeom prst="rect">
            <a:avLst/>
          </a:prstGeom>
          <a:solidFill>
            <a:srgbClr val="234FA1"/>
          </a:solidFill>
          <a:ln w="0">
            <a:noFill/>
          </a:ln>
        </p:spPr>
      </p:sp>
      <p:sp>
        <p:nvSpPr>
          <p:cNvPr id="110" name="heat_P2048_J22_speedup_3.363798860"/>
          <p:cNvSpPr>
            <a:spLocks noGrp="1"/>
          </p:cNvSpPr>
          <p:nvPr/>
        </p:nvSpPr>
        <p:spPr>
          <a:xfrm>
            <a:off x="6574334" y="1965325"/>
            <a:ext cx="89142" cy="720725"/>
          </a:xfrm>
          <a:prstGeom prst="rect">
            <a:avLst/>
          </a:prstGeom>
          <a:solidFill>
            <a:srgbClr val="1F7DB6"/>
          </a:solidFill>
          <a:ln w="0">
            <a:noFill/>
          </a:ln>
        </p:spPr>
      </p:sp>
      <p:sp>
        <p:nvSpPr>
          <p:cNvPr id="111" name="heat_P2048_J23_speedup_3.502575854"/>
          <p:cNvSpPr>
            <a:spLocks noGrp="1"/>
          </p:cNvSpPr>
          <p:nvPr/>
        </p:nvSpPr>
        <p:spPr>
          <a:xfrm>
            <a:off x="6663333" y="1965325"/>
            <a:ext cx="89142" cy="720725"/>
          </a:xfrm>
          <a:prstGeom prst="rect">
            <a:avLst/>
          </a:prstGeom>
          <a:solidFill>
            <a:srgbClr val="216BAE"/>
          </a:solidFill>
          <a:ln w="0">
            <a:noFill/>
          </a:ln>
        </p:spPr>
      </p:sp>
      <p:sp>
        <p:nvSpPr>
          <p:cNvPr id="112" name="heat_P2048_J24_speedup_3.640589934"/>
          <p:cNvSpPr>
            <a:spLocks noGrp="1"/>
          </p:cNvSpPr>
          <p:nvPr/>
        </p:nvSpPr>
        <p:spPr>
          <a:xfrm>
            <a:off x="6752332" y="1965325"/>
            <a:ext cx="89142" cy="720725"/>
          </a:xfrm>
          <a:prstGeom prst="rect">
            <a:avLst/>
          </a:prstGeom>
          <a:solidFill>
            <a:srgbClr val="225CA7"/>
          </a:solidFill>
          <a:ln w="0">
            <a:noFill/>
          </a:ln>
        </p:spPr>
      </p:sp>
      <p:sp>
        <p:nvSpPr>
          <p:cNvPr id="113" name="heat_P2048_J25_speedup_3.777661689"/>
          <p:cNvSpPr>
            <a:spLocks noGrp="1"/>
          </p:cNvSpPr>
          <p:nvPr/>
        </p:nvSpPr>
        <p:spPr>
          <a:xfrm>
            <a:off x="6841331" y="1965325"/>
            <a:ext cx="89142" cy="720725"/>
          </a:xfrm>
          <a:prstGeom prst="rect">
            <a:avLst/>
          </a:prstGeom>
          <a:solidFill>
            <a:srgbClr val="234FA1"/>
          </a:solidFill>
          <a:ln w="0">
            <a:noFill/>
          </a:ln>
        </p:spPr>
      </p:sp>
      <p:sp>
        <p:nvSpPr>
          <p:cNvPr id="114" name="heat_P2048_J26_speedup_3.913769898"/>
          <p:cNvSpPr>
            <a:spLocks noGrp="1"/>
          </p:cNvSpPr>
          <p:nvPr/>
        </p:nvSpPr>
        <p:spPr>
          <a:xfrm>
            <a:off x="6930330" y="1965325"/>
            <a:ext cx="89142" cy="720725"/>
          </a:xfrm>
          <a:prstGeom prst="rect">
            <a:avLst/>
          </a:prstGeom>
          <a:solidFill>
            <a:srgbClr val="24439B"/>
          </a:solidFill>
          <a:ln w="0">
            <a:noFill/>
          </a:ln>
        </p:spPr>
      </p:sp>
      <p:sp>
        <p:nvSpPr>
          <p:cNvPr id="115" name="heat_P2048_J27_speedup_4.048914272"/>
          <p:cNvSpPr>
            <a:spLocks noGrp="1"/>
          </p:cNvSpPr>
          <p:nvPr/>
        </p:nvSpPr>
        <p:spPr>
          <a:xfrm>
            <a:off x="7019330" y="1965325"/>
            <a:ext cx="89142" cy="720725"/>
          </a:xfrm>
          <a:prstGeom prst="rect">
            <a:avLst/>
          </a:prstGeom>
          <a:solidFill>
            <a:srgbClr val="253595"/>
          </a:solidFill>
          <a:ln w="0">
            <a:noFill/>
          </a:ln>
        </p:spPr>
      </p:sp>
      <p:sp>
        <p:nvSpPr>
          <p:cNvPr id="116" name="heat_P2048_J28_speedup_4.183155662"/>
          <p:cNvSpPr>
            <a:spLocks noGrp="1"/>
          </p:cNvSpPr>
          <p:nvPr/>
        </p:nvSpPr>
        <p:spPr>
          <a:xfrm>
            <a:off x="7108329" y="1965325"/>
            <a:ext cx="89142" cy="720725"/>
          </a:xfrm>
          <a:prstGeom prst="rect">
            <a:avLst/>
          </a:prstGeom>
          <a:solidFill>
            <a:srgbClr val="1D2E83"/>
          </a:solidFill>
          <a:ln w="0">
            <a:noFill/>
          </a:ln>
        </p:spPr>
      </p:sp>
      <p:sp>
        <p:nvSpPr>
          <p:cNvPr id="117" name="heat_P2048_J29_speedup_4.316480304"/>
          <p:cNvSpPr>
            <a:spLocks noGrp="1"/>
          </p:cNvSpPr>
          <p:nvPr/>
        </p:nvSpPr>
        <p:spPr>
          <a:xfrm>
            <a:off x="7197328" y="1965325"/>
            <a:ext cx="89142" cy="720725"/>
          </a:xfrm>
          <a:prstGeom prst="rect">
            <a:avLst/>
          </a:prstGeom>
          <a:solidFill>
            <a:srgbClr val="142670"/>
          </a:solidFill>
          <a:ln w="0">
            <a:noFill/>
          </a:ln>
        </p:spPr>
      </p:sp>
      <p:sp>
        <p:nvSpPr>
          <p:cNvPr id="118" name="heat_P2048_J30_speedup_4.448908361"/>
          <p:cNvSpPr>
            <a:spLocks noGrp="1"/>
          </p:cNvSpPr>
          <p:nvPr/>
        </p:nvSpPr>
        <p:spPr>
          <a:xfrm>
            <a:off x="7286327" y="1965325"/>
            <a:ext cx="89142" cy="720725"/>
          </a:xfrm>
          <a:prstGeom prst="rect">
            <a:avLst/>
          </a:prstGeom>
          <a:solidFill>
            <a:srgbClr val="0C2060"/>
          </a:solidFill>
          <a:ln w="0">
            <a:noFill/>
          </a:ln>
        </p:spPr>
      </p:sp>
      <p:sp>
        <p:nvSpPr>
          <p:cNvPr id="119" name="heat_P2048_J31_speedup_3.976048717"/>
          <p:cNvSpPr>
            <a:spLocks noGrp="1"/>
          </p:cNvSpPr>
          <p:nvPr/>
        </p:nvSpPr>
        <p:spPr>
          <a:xfrm>
            <a:off x="7375327" y="1965325"/>
            <a:ext cx="89142" cy="720725"/>
          </a:xfrm>
          <a:prstGeom prst="rect">
            <a:avLst/>
          </a:prstGeom>
          <a:solidFill>
            <a:srgbClr val="243C98"/>
          </a:solidFill>
          <a:ln w="0">
            <a:noFill/>
          </a:ln>
        </p:spPr>
      </p:sp>
      <p:sp>
        <p:nvSpPr>
          <p:cNvPr id="120" name="heat_P2048_J32_speedup_3.640453029"/>
          <p:cNvSpPr>
            <a:spLocks noGrp="1"/>
          </p:cNvSpPr>
          <p:nvPr/>
        </p:nvSpPr>
        <p:spPr>
          <a:xfrm>
            <a:off x="7464326" y="1965325"/>
            <a:ext cx="89142" cy="720725"/>
          </a:xfrm>
          <a:prstGeom prst="rect">
            <a:avLst/>
          </a:prstGeom>
          <a:solidFill>
            <a:srgbClr val="225CA7"/>
          </a:solidFill>
          <a:ln w="0">
            <a:noFill/>
          </a:ln>
        </p:spPr>
      </p:sp>
      <p:sp>
        <p:nvSpPr>
          <p:cNvPr id="121" name="heat-row-1"/>
          <p:cNvSpPr>
            <a:spLocks noGrp="1"/>
          </p:cNvSpPr>
          <p:nvPr/>
        </p:nvSpPr>
        <p:spPr>
          <a:xfrm>
            <a:off x="4705350" y="1244600"/>
            <a:ext cx="2847975" cy="0"/>
          </a:xfrm>
          <a:prstGeom prst="line">
            <a:avLst/>
          </a:prstGeom>
          <a:noFill/>
          <a:ln w="5239">
            <a:solidFill>
              <a:srgbClr val="FFFFFF"/>
            </a:solidFill>
            <a:prstDash val="solid"/>
          </a:ln>
        </p:spPr>
      </p:sp>
      <p:sp>
        <p:nvSpPr>
          <p:cNvPr id="122" name="heat-row-2"/>
          <p:cNvSpPr>
            <a:spLocks noGrp="1"/>
          </p:cNvSpPr>
          <p:nvPr/>
        </p:nvSpPr>
        <p:spPr>
          <a:xfrm>
            <a:off x="4705350" y="1965325"/>
            <a:ext cx="2847975" cy="0"/>
          </a:xfrm>
          <a:prstGeom prst="line">
            <a:avLst/>
          </a:prstGeom>
          <a:noFill/>
          <a:ln w="5239">
            <a:solidFill>
              <a:srgbClr val="FFFFFF"/>
            </a:solidFill>
            <a:prstDash val="solid"/>
          </a:ln>
        </p:spPr>
      </p:sp>
      <p:sp>
        <p:nvSpPr>
          <p:cNvPr id="123" name="prefix-1024"/>
          <p:cNvSpPr>
            <a:spLocks noGrp="1"/>
          </p:cNvSpPr>
          <p:nvPr/>
        </p:nvSpPr>
        <p:spPr>
          <a:xfrm>
            <a:off x="4191000" y="750888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1024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4" name="prefix-1536"/>
          <p:cNvSpPr>
            <a:spLocks noGrp="1"/>
          </p:cNvSpPr>
          <p:nvPr/>
        </p:nvSpPr>
        <p:spPr>
          <a:xfrm>
            <a:off x="4191000" y="1471613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1536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5" name="prefix-2048"/>
          <p:cNvSpPr>
            <a:spLocks noGrp="1"/>
          </p:cNvSpPr>
          <p:nvPr/>
        </p:nvSpPr>
        <p:spPr>
          <a:xfrm>
            <a:off x="4191000" y="2192338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2048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6" name="prefix-axis"/>
          <p:cNvSpPr>
            <a:spLocks noGrp="1"/>
          </p:cNvSpPr>
          <p:nvPr/>
        </p:nvSpPr>
        <p:spPr>
          <a:xfrm rot="16200000">
            <a:off x="3028950" y="1481138"/>
            <a:ext cx="21145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Prefix tokens</a:t>
            </a:r>
            <a:endParaRPr sz="157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7" name="heat-step-1"/>
          <p:cNvSpPr>
            <a:spLocks noGrp="1"/>
          </p:cNvSpPr>
          <p:nvPr/>
        </p:nvSpPr>
        <p:spPr>
          <a:xfrm>
            <a:off x="4587925" y="2705100"/>
            <a:ext cx="3238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8" name="heat-step-8"/>
          <p:cNvSpPr>
            <a:spLocks noGrp="1"/>
          </p:cNvSpPr>
          <p:nvPr/>
        </p:nvSpPr>
        <p:spPr>
          <a:xfrm>
            <a:off x="5210919" y="2705100"/>
            <a:ext cx="3238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9" name="heat-step-16"/>
          <p:cNvSpPr>
            <a:spLocks noGrp="1"/>
          </p:cNvSpPr>
          <p:nvPr/>
        </p:nvSpPr>
        <p:spPr>
          <a:xfrm>
            <a:off x="5922913" y="2705100"/>
            <a:ext cx="3238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16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0" name="heat-step-24"/>
          <p:cNvSpPr>
            <a:spLocks noGrp="1"/>
          </p:cNvSpPr>
          <p:nvPr/>
        </p:nvSpPr>
        <p:spPr>
          <a:xfrm>
            <a:off x="6634907" y="2705100"/>
            <a:ext cx="3238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24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1" name="heat-step-32"/>
          <p:cNvSpPr>
            <a:spLocks noGrp="1"/>
          </p:cNvSpPr>
          <p:nvPr/>
        </p:nvSpPr>
        <p:spPr>
          <a:xfrm>
            <a:off x="7346900" y="2705100"/>
            <a:ext cx="3238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32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2" name="heat-x-axis"/>
          <p:cNvSpPr>
            <a:spLocks noGrp="1"/>
          </p:cNvSpPr>
          <p:nvPr/>
        </p:nvSpPr>
        <p:spPr>
          <a:xfrm>
            <a:off x="4705350" y="2924175"/>
            <a:ext cx="28479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Executed steps</a:t>
            </a:r>
            <a:endParaRPr sz="165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3" name="colorbar-0"/>
          <p:cNvSpPr>
            <a:spLocks noGrp="1"/>
          </p:cNvSpPr>
          <p:nvPr/>
        </p:nvSpPr>
        <p:spPr>
          <a:xfrm>
            <a:off x="7648575" y="2669158"/>
            <a:ext cx="95250" cy="17273"/>
          </a:xfrm>
          <a:prstGeom prst="rect">
            <a:avLst/>
          </a:prstGeom>
          <a:solidFill>
            <a:srgbClr val="FFFFD9"/>
          </a:solidFill>
          <a:ln w="0">
            <a:noFill/>
          </a:ln>
        </p:spPr>
      </p:sp>
      <p:sp>
        <p:nvSpPr>
          <p:cNvPr id="134" name="colorbar-1"/>
          <p:cNvSpPr>
            <a:spLocks noGrp="1"/>
          </p:cNvSpPr>
          <p:nvPr/>
        </p:nvSpPr>
        <p:spPr>
          <a:xfrm>
            <a:off x="7648575" y="2652266"/>
            <a:ext cx="95250" cy="17273"/>
          </a:xfrm>
          <a:prstGeom prst="rect">
            <a:avLst/>
          </a:prstGeom>
          <a:solidFill>
            <a:srgbClr val="FEFFD6"/>
          </a:solidFill>
          <a:ln w="0">
            <a:noFill/>
          </a:ln>
        </p:spPr>
      </p:sp>
      <p:sp>
        <p:nvSpPr>
          <p:cNvPr id="135" name="colorbar-2"/>
          <p:cNvSpPr>
            <a:spLocks noGrp="1"/>
          </p:cNvSpPr>
          <p:nvPr/>
        </p:nvSpPr>
        <p:spPr>
          <a:xfrm>
            <a:off x="7648575" y="2635374"/>
            <a:ext cx="95250" cy="17273"/>
          </a:xfrm>
          <a:prstGeom prst="rect">
            <a:avLst/>
          </a:prstGeom>
          <a:solidFill>
            <a:srgbClr val="FDFED4"/>
          </a:solidFill>
          <a:ln w="0">
            <a:noFill/>
          </a:ln>
        </p:spPr>
      </p:sp>
      <p:sp>
        <p:nvSpPr>
          <p:cNvPr id="136" name="colorbar-3"/>
          <p:cNvSpPr>
            <a:spLocks noGrp="1"/>
          </p:cNvSpPr>
          <p:nvPr/>
        </p:nvSpPr>
        <p:spPr>
          <a:xfrm>
            <a:off x="7648575" y="2618482"/>
            <a:ext cx="95250" cy="17273"/>
          </a:xfrm>
          <a:prstGeom prst="rect">
            <a:avLst/>
          </a:prstGeom>
          <a:solidFill>
            <a:srgbClr val="FCFED1"/>
          </a:solidFill>
          <a:ln w="0">
            <a:noFill/>
          </a:ln>
        </p:spPr>
      </p:sp>
      <p:sp>
        <p:nvSpPr>
          <p:cNvPr id="137" name="colorbar-4"/>
          <p:cNvSpPr>
            <a:spLocks noGrp="1"/>
          </p:cNvSpPr>
          <p:nvPr/>
        </p:nvSpPr>
        <p:spPr>
          <a:xfrm>
            <a:off x="7648575" y="2601590"/>
            <a:ext cx="95250" cy="17273"/>
          </a:xfrm>
          <a:prstGeom prst="rect">
            <a:avLst/>
          </a:prstGeom>
          <a:solidFill>
            <a:srgbClr val="FAFDCF"/>
          </a:solidFill>
          <a:ln w="0">
            <a:noFill/>
          </a:ln>
        </p:spPr>
      </p:sp>
      <p:sp>
        <p:nvSpPr>
          <p:cNvPr id="138" name="colorbar-5"/>
          <p:cNvSpPr>
            <a:spLocks noGrp="1"/>
          </p:cNvSpPr>
          <p:nvPr/>
        </p:nvSpPr>
        <p:spPr>
          <a:xfrm>
            <a:off x="7648575" y="2584698"/>
            <a:ext cx="95250" cy="17273"/>
          </a:xfrm>
          <a:prstGeom prst="rect">
            <a:avLst/>
          </a:prstGeom>
          <a:solidFill>
            <a:srgbClr val="F9FDCC"/>
          </a:solidFill>
          <a:ln w="0">
            <a:noFill/>
          </a:ln>
        </p:spPr>
      </p:sp>
      <p:sp>
        <p:nvSpPr>
          <p:cNvPr id="139" name="colorbar-6"/>
          <p:cNvSpPr>
            <a:spLocks noGrp="1"/>
          </p:cNvSpPr>
          <p:nvPr/>
        </p:nvSpPr>
        <p:spPr>
          <a:xfrm>
            <a:off x="7648575" y="2567806"/>
            <a:ext cx="95250" cy="17273"/>
          </a:xfrm>
          <a:prstGeom prst="rect">
            <a:avLst/>
          </a:prstGeom>
          <a:solidFill>
            <a:srgbClr val="F8FCCA"/>
          </a:solidFill>
          <a:ln w="0">
            <a:noFill/>
          </a:ln>
        </p:spPr>
      </p:sp>
      <p:sp>
        <p:nvSpPr>
          <p:cNvPr id="140" name="colorbar-7"/>
          <p:cNvSpPr>
            <a:spLocks noGrp="1"/>
          </p:cNvSpPr>
          <p:nvPr/>
        </p:nvSpPr>
        <p:spPr>
          <a:xfrm>
            <a:off x="7648575" y="2550914"/>
            <a:ext cx="95250" cy="17273"/>
          </a:xfrm>
          <a:prstGeom prst="rect">
            <a:avLst/>
          </a:prstGeom>
          <a:solidFill>
            <a:srgbClr val="F7FCC7"/>
          </a:solidFill>
          <a:ln w="0">
            <a:noFill/>
          </a:ln>
        </p:spPr>
      </p:sp>
      <p:sp>
        <p:nvSpPr>
          <p:cNvPr id="141" name="colorbar-8"/>
          <p:cNvSpPr>
            <a:spLocks noGrp="1"/>
          </p:cNvSpPr>
          <p:nvPr/>
        </p:nvSpPr>
        <p:spPr>
          <a:xfrm>
            <a:off x="7648575" y="2534022"/>
            <a:ext cx="95250" cy="17273"/>
          </a:xfrm>
          <a:prstGeom prst="rect">
            <a:avLst/>
          </a:prstGeom>
          <a:solidFill>
            <a:srgbClr val="F6FBC5"/>
          </a:solidFill>
          <a:ln w="0">
            <a:noFill/>
          </a:ln>
        </p:spPr>
      </p:sp>
      <p:sp>
        <p:nvSpPr>
          <p:cNvPr id="142" name="colorbar-9"/>
          <p:cNvSpPr>
            <a:spLocks noGrp="1"/>
          </p:cNvSpPr>
          <p:nvPr/>
        </p:nvSpPr>
        <p:spPr>
          <a:xfrm>
            <a:off x="7648575" y="2517130"/>
            <a:ext cx="95250" cy="17273"/>
          </a:xfrm>
          <a:prstGeom prst="rect">
            <a:avLst/>
          </a:prstGeom>
          <a:solidFill>
            <a:srgbClr val="F5FBC2"/>
          </a:solidFill>
          <a:ln w="0">
            <a:noFill/>
          </a:ln>
        </p:spPr>
      </p:sp>
      <p:sp>
        <p:nvSpPr>
          <p:cNvPr id="143" name="colorbar-10"/>
          <p:cNvSpPr>
            <a:spLocks noGrp="1"/>
          </p:cNvSpPr>
          <p:nvPr/>
        </p:nvSpPr>
        <p:spPr>
          <a:xfrm>
            <a:off x="7648575" y="2500238"/>
            <a:ext cx="95250" cy="17273"/>
          </a:xfrm>
          <a:prstGeom prst="rect">
            <a:avLst/>
          </a:prstGeom>
          <a:solidFill>
            <a:srgbClr val="F4FBC0"/>
          </a:solidFill>
          <a:ln w="0">
            <a:noFill/>
          </a:ln>
        </p:spPr>
      </p:sp>
      <p:sp>
        <p:nvSpPr>
          <p:cNvPr id="144" name="colorbar-11"/>
          <p:cNvSpPr>
            <a:spLocks noGrp="1"/>
          </p:cNvSpPr>
          <p:nvPr/>
        </p:nvSpPr>
        <p:spPr>
          <a:xfrm>
            <a:off x="7648575" y="2483346"/>
            <a:ext cx="95250" cy="17273"/>
          </a:xfrm>
          <a:prstGeom prst="rect">
            <a:avLst/>
          </a:prstGeom>
          <a:solidFill>
            <a:srgbClr val="F3FABD"/>
          </a:solidFill>
          <a:ln w="0">
            <a:noFill/>
          </a:ln>
        </p:spPr>
      </p:sp>
      <p:sp>
        <p:nvSpPr>
          <p:cNvPr id="145" name="colorbar-12"/>
          <p:cNvSpPr>
            <a:spLocks noGrp="1"/>
          </p:cNvSpPr>
          <p:nvPr/>
        </p:nvSpPr>
        <p:spPr>
          <a:xfrm>
            <a:off x="7648575" y="2466454"/>
            <a:ext cx="95250" cy="17273"/>
          </a:xfrm>
          <a:prstGeom prst="rect">
            <a:avLst/>
          </a:prstGeom>
          <a:solidFill>
            <a:srgbClr val="F1FABB"/>
          </a:solidFill>
          <a:ln w="0">
            <a:noFill/>
          </a:ln>
        </p:spPr>
      </p:sp>
      <p:sp>
        <p:nvSpPr>
          <p:cNvPr id="146" name="colorbar-13"/>
          <p:cNvSpPr>
            <a:spLocks noGrp="1"/>
          </p:cNvSpPr>
          <p:nvPr/>
        </p:nvSpPr>
        <p:spPr>
          <a:xfrm>
            <a:off x="7648575" y="2449562"/>
            <a:ext cx="95250" cy="17273"/>
          </a:xfrm>
          <a:prstGeom prst="rect">
            <a:avLst/>
          </a:prstGeom>
          <a:solidFill>
            <a:srgbClr val="F0F9B8"/>
          </a:solidFill>
          <a:ln w="0">
            <a:noFill/>
          </a:ln>
        </p:spPr>
      </p:sp>
      <p:sp>
        <p:nvSpPr>
          <p:cNvPr id="147" name="colorbar-14"/>
          <p:cNvSpPr>
            <a:spLocks noGrp="1"/>
          </p:cNvSpPr>
          <p:nvPr/>
        </p:nvSpPr>
        <p:spPr>
          <a:xfrm>
            <a:off x="7648575" y="2432670"/>
            <a:ext cx="95250" cy="17273"/>
          </a:xfrm>
          <a:prstGeom prst="rect">
            <a:avLst/>
          </a:prstGeom>
          <a:solidFill>
            <a:srgbClr val="EFF9B6"/>
          </a:solidFill>
          <a:ln w="0">
            <a:noFill/>
          </a:ln>
        </p:spPr>
      </p:sp>
      <p:sp>
        <p:nvSpPr>
          <p:cNvPr id="148" name="colorbar-15"/>
          <p:cNvSpPr>
            <a:spLocks noGrp="1"/>
          </p:cNvSpPr>
          <p:nvPr/>
        </p:nvSpPr>
        <p:spPr>
          <a:xfrm>
            <a:off x="7648575" y="2415778"/>
            <a:ext cx="95250" cy="17273"/>
          </a:xfrm>
          <a:prstGeom prst="rect">
            <a:avLst/>
          </a:prstGeom>
          <a:solidFill>
            <a:srgbClr val="EEF8B3"/>
          </a:solidFill>
          <a:ln w="0">
            <a:noFill/>
          </a:ln>
        </p:spPr>
      </p:sp>
      <p:sp>
        <p:nvSpPr>
          <p:cNvPr id="149" name="colorbar-16"/>
          <p:cNvSpPr>
            <a:spLocks noGrp="1"/>
          </p:cNvSpPr>
          <p:nvPr/>
        </p:nvSpPr>
        <p:spPr>
          <a:xfrm>
            <a:off x="7648575" y="2398886"/>
            <a:ext cx="95250" cy="17273"/>
          </a:xfrm>
          <a:prstGeom prst="rect">
            <a:avLst/>
          </a:prstGeom>
          <a:solidFill>
            <a:srgbClr val="EDF8B1"/>
          </a:solidFill>
          <a:ln w="0">
            <a:noFill/>
          </a:ln>
        </p:spPr>
      </p:sp>
      <p:sp>
        <p:nvSpPr>
          <p:cNvPr id="150" name="colorbar-17"/>
          <p:cNvSpPr>
            <a:spLocks noGrp="1"/>
          </p:cNvSpPr>
          <p:nvPr/>
        </p:nvSpPr>
        <p:spPr>
          <a:xfrm>
            <a:off x="7648575" y="2381994"/>
            <a:ext cx="95250" cy="17273"/>
          </a:xfrm>
          <a:prstGeom prst="rect">
            <a:avLst/>
          </a:prstGeom>
          <a:solidFill>
            <a:srgbClr val="EAF7B1"/>
          </a:solidFill>
          <a:ln w="0">
            <a:noFill/>
          </a:ln>
        </p:spPr>
      </p:sp>
      <p:sp>
        <p:nvSpPr>
          <p:cNvPr id="151" name="colorbar-18"/>
          <p:cNvSpPr>
            <a:spLocks noGrp="1"/>
          </p:cNvSpPr>
          <p:nvPr/>
        </p:nvSpPr>
        <p:spPr>
          <a:xfrm>
            <a:off x="7648575" y="2365102"/>
            <a:ext cx="95250" cy="17273"/>
          </a:xfrm>
          <a:prstGeom prst="rect">
            <a:avLst/>
          </a:prstGeom>
          <a:solidFill>
            <a:srgbClr val="E8F6B1"/>
          </a:solidFill>
          <a:ln w="0">
            <a:noFill/>
          </a:ln>
        </p:spPr>
      </p:sp>
      <p:sp>
        <p:nvSpPr>
          <p:cNvPr id="152" name="colorbar-19"/>
          <p:cNvSpPr>
            <a:spLocks noGrp="1"/>
          </p:cNvSpPr>
          <p:nvPr/>
        </p:nvSpPr>
        <p:spPr>
          <a:xfrm>
            <a:off x="7648575" y="2348210"/>
            <a:ext cx="95250" cy="17273"/>
          </a:xfrm>
          <a:prstGeom prst="rect">
            <a:avLst/>
          </a:prstGeom>
          <a:solidFill>
            <a:srgbClr val="E6F5B2"/>
          </a:solidFill>
          <a:ln w="0">
            <a:noFill/>
          </a:ln>
        </p:spPr>
      </p:sp>
      <p:sp>
        <p:nvSpPr>
          <p:cNvPr id="153" name="colorbar-20"/>
          <p:cNvSpPr>
            <a:spLocks noGrp="1"/>
          </p:cNvSpPr>
          <p:nvPr/>
        </p:nvSpPr>
        <p:spPr>
          <a:xfrm>
            <a:off x="7648575" y="2331318"/>
            <a:ext cx="95250" cy="17273"/>
          </a:xfrm>
          <a:prstGeom prst="rect">
            <a:avLst/>
          </a:prstGeom>
          <a:solidFill>
            <a:srgbClr val="E3F4B2"/>
          </a:solidFill>
          <a:ln w="0">
            <a:noFill/>
          </a:ln>
        </p:spPr>
      </p:sp>
      <p:sp>
        <p:nvSpPr>
          <p:cNvPr id="154" name="colorbar-21"/>
          <p:cNvSpPr>
            <a:spLocks noGrp="1"/>
          </p:cNvSpPr>
          <p:nvPr/>
        </p:nvSpPr>
        <p:spPr>
          <a:xfrm>
            <a:off x="7648575" y="2314426"/>
            <a:ext cx="95250" cy="17273"/>
          </a:xfrm>
          <a:prstGeom prst="rect">
            <a:avLst/>
          </a:prstGeom>
          <a:solidFill>
            <a:srgbClr val="E1F3B2"/>
          </a:solidFill>
          <a:ln w="0">
            <a:noFill/>
          </a:ln>
        </p:spPr>
      </p:sp>
      <p:sp>
        <p:nvSpPr>
          <p:cNvPr id="155" name="colorbar-22"/>
          <p:cNvSpPr>
            <a:spLocks noGrp="1"/>
          </p:cNvSpPr>
          <p:nvPr/>
        </p:nvSpPr>
        <p:spPr>
          <a:xfrm>
            <a:off x="7648575" y="2297534"/>
            <a:ext cx="95250" cy="17273"/>
          </a:xfrm>
          <a:prstGeom prst="rect">
            <a:avLst/>
          </a:prstGeom>
          <a:solidFill>
            <a:srgbClr val="DFF2B2"/>
          </a:solidFill>
          <a:ln w="0">
            <a:noFill/>
          </a:ln>
        </p:spPr>
      </p:sp>
      <p:sp>
        <p:nvSpPr>
          <p:cNvPr id="156" name="colorbar-23"/>
          <p:cNvSpPr>
            <a:spLocks noGrp="1"/>
          </p:cNvSpPr>
          <p:nvPr/>
        </p:nvSpPr>
        <p:spPr>
          <a:xfrm>
            <a:off x="7648575" y="2280642"/>
            <a:ext cx="95250" cy="17273"/>
          </a:xfrm>
          <a:prstGeom prst="rect">
            <a:avLst/>
          </a:prstGeom>
          <a:solidFill>
            <a:srgbClr val="DCF1B2"/>
          </a:solidFill>
          <a:ln w="0">
            <a:noFill/>
          </a:ln>
        </p:spPr>
      </p:sp>
      <p:sp>
        <p:nvSpPr>
          <p:cNvPr id="157" name="colorbar-24"/>
          <p:cNvSpPr>
            <a:spLocks noGrp="1"/>
          </p:cNvSpPr>
          <p:nvPr/>
        </p:nvSpPr>
        <p:spPr>
          <a:xfrm>
            <a:off x="7648575" y="2263750"/>
            <a:ext cx="95250" cy="17273"/>
          </a:xfrm>
          <a:prstGeom prst="rect">
            <a:avLst/>
          </a:prstGeom>
          <a:solidFill>
            <a:srgbClr val="DAF0B3"/>
          </a:solidFill>
          <a:ln w="0">
            <a:noFill/>
          </a:ln>
        </p:spPr>
      </p:sp>
      <p:sp>
        <p:nvSpPr>
          <p:cNvPr id="158" name="colorbar-25"/>
          <p:cNvSpPr>
            <a:spLocks noGrp="1"/>
          </p:cNvSpPr>
          <p:nvPr/>
        </p:nvSpPr>
        <p:spPr>
          <a:xfrm>
            <a:off x="7648575" y="2246858"/>
            <a:ext cx="95250" cy="17273"/>
          </a:xfrm>
          <a:prstGeom prst="rect">
            <a:avLst/>
          </a:prstGeom>
          <a:solidFill>
            <a:srgbClr val="D7EFB3"/>
          </a:solidFill>
          <a:ln w="0">
            <a:noFill/>
          </a:ln>
        </p:spPr>
      </p:sp>
      <p:sp>
        <p:nvSpPr>
          <p:cNvPr id="159" name="colorbar-26"/>
          <p:cNvSpPr>
            <a:spLocks noGrp="1"/>
          </p:cNvSpPr>
          <p:nvPr/>
        </p:nvSpPr>
        <p:spPr>
          <a:xfrm>
            <a:off x="7648575" y="2229966"/>
            <a:ext cx="95250" cy="17273"/>
          </a:xfrm>
          <a:prstGeom prst="rect">
            <a:avLst/>
          </a:prstGeom>
          <a:solidFill>
            <a:srgbClr val="D5EFB3"/>
          </a:solidFill>
          <a:ln w="0">
            <a:noFill/>
          </a:ln>
        </p:spPr>
      </p:sp>
      <p:sp>
        <p:nvSpPr>
          <p:cNvPr id="160" name="colorbar-27"/>
          <p:cNvSpPr>
            <a:spLocks noGrp="1"/>
          </p:cNvSpPr>
          <p:nvPr/>
        </p:nvSpPr>
        <p:spPr>
          <a:xfrm>
            <a:off x="7648575" y="2213074"/>
            <a:ext cx="95250" cy="17273"/>
          </a:xfrm>
          <a:prstGeom prst="rect">
            <a:avLst/>
          </a:prstGeom>
          <a:solidFill>
            <a:srgbClr val="D3EEB3"/>
          </a:solidFill>
          <a:ln w="0">
            <a:noFill/>
          </a:ln>
        </p:spPr>
      </p:sp>
      <p:sp>
        <p:nvSpPr>
          <p:cNvPr id="161" name="colorbar-28"/>
          <p:cNvSpPr>
            <a:spLocks noGrp="1"/>
          </p:cNvSpPr>
          <p:nvPr/>
        </p:nvSpPr>
        <p:spPr>
          <a:xfrm>
            <a:off x="7648575" y="2196182"/>
            <a:ext cx="95250" cy="17273"/>
          </a:xfrm>
          <a:prstGeom prst="rect">
            <a:avLst/>
          </a:prstGeom>
          <a:solidFill>
            <a:srgbClr val="D0EDB3"/>
          </a:solidFill>
          <a:ln w="0">
            <a:noFill/>
          </a:ln>
        </p:spPr>
      </p:sp>
      <p:sp>
        <p:nvSpPr>
          <p:cNvPr id="162" name="colorbar-29"/>
          <p:cNvSpPr>
            <a:spLocks noGrp="1"/>
          </p:cNvSpPr>
          <p:nvPr/>
        </p:nvSpPr>
        <p:spPr>
          <a:xfrm>
            <a:off x="7648575" y="2179290"/>
            <a:ext cx="95250" cy="17273"/>
          </a:xfrm>
          <a:prstGeom prst="rect">
            <a:avLst/>
          </a:prstGeom>
          <a:solidFill>
            <a:srgbClr val="CEECB3"/>
          </a:solidFill>
          <a:ln w="0">
            <a:noFill/>
          </a:ln>
        </p:spPr>
      </p:sp>
      <p:sp>
        <p:nvSpPr>
          <p:cNvPr id="163" name="colorbar-30"/>
          <p:cNvSpPr>
            <a:spLocks noGrp="1"/>
          </p:cNvSpPr>
          <p:nvPr/>
        </p:nvSpPr>
        <p:spPr>
          <a:xfrm>
            <a:off x="7648575" y="2162398"/>
            <a:ext cx="95250" cy="17273"/>
          </a:xfrm>
          <a:prstGeom prst="rect">
            <a:avLst/>
          </a:prstGeom>
          <a:solidFill>
            <a:srgbClr val="CBEBB4"/>
          </a:solidFill>
          <a:ln w="0">
            <a:noFill/>
          </a:ln>
        </p:spPr>
      </p:sp>
      <p:sp>
        <p:nvSpPr>
          <p:cNvPr id="164" name="colorbar-31"/>
          <p:cNvSpPr>
            <a:spLocks noGrp="1"/>
          </p:cNvSpPr>
          <p:nvPr/>
        </p:nvSpPr>
        <p:spPr>
          <a:xfrm>
            <a:off x="7648575" y="2145506"/>
            <a:ext cx="95250" cy="17273"/>
          </a:xfrm>
          <a:prstGeom prst="rect">
            <a:avLst/>
          </a:prstGeom>
          <a:solidFill>
            <a:srgbClr val="C9EAB4"/>
          </a:solidFill>
          <a:ln w="0">
            <a:noFill/>
          </a:ln>
        </p:spPr>
      </p:sp>
      <p:sp>
        <p:nvSpPr>
          <p:cNvPr id="165" name="colorbar-32"/>
          <p:cNvSpPr>
            <a:spLocks noGrp="1"/>
          </p:cNvSpPr>
          <p:nvPr/>
        </p:nvSpPr>
        <p:spPr>
          <a:xfrm>
            <a:off x="7648575" y="2128614"/>
            <a:ext cx="95250" cy="17273"/>
          </a:xfrm>
          <a:prstGeom prst="rect">
            <a:avLst/>
          </a:prstGeom>
          <a:solidFill>
            <a:srgbClr val="C6E9B4"/>
          </a:solidFill>
          <a:ln w="0">
            <a:noFill/>
          </a:ln>
        </p:spPr>
      </p:sp>
      <p:sp>
        <p:nvSpPr>
          <p:cNvPr id="166" name="colorbar-33"/>
          <p:cNvSpPr>
            <a:spLocks noGrp="1"/>
          </p:cNvSpPr>
          <p:nvPr/>
        </p:nvSpPr>
        <p:spPr>
          <a:xfrm>
            <a:off x="7648575" y="2111722"/>
            <a:ext cx="95250" cy="17273"/>
          </a:xfrm>
          <a:prstGeom prst="rect">
            <a:avLst/>
          </a:prstGeom>
          <a:solidFill>
            <a:srgbClr val="C2E7B4"/>
          </a:solidFill>
          <a:ln w="0">
            <a:noFill/>
          </a:ln>
        </p:spPr>
      </p:sp>
      <p:sp>
        <p:nvSpPr>
          <p:cNvPr id="167" name="colorbar-34"/>
          <p:cNvSpPr>
            <a:spLocks noGrp="1"/>
          </p:cNvSpPr>
          <p:nvPr/>
        </p:nvSpPr>
        <p:spPr>
          <a:xfrm>
            <a:off x="7648575" y="2094830"/>
            <a:ext cx="95250" cy="17273"/>
          </a:xfrm>
          <a:prstGeom prst="rect">
            <a:avLst/>
          </a:prstGeom>
          <a:solidFill>
            <a:srgbClr val="BDE5B5"/>
          </a:solidFill>
          <a:ln w="0">
            <a:noFill/>
          </a:ln>
        </p:spPr>
      </p:sp>
      <p:sp>
        <p:nvSpPr>
          <p:cNvPr id="168" name="colorbar-35"/>
          <p:cNvSpPr>
            <a:spLocks noGrp="1"/>
          </p:cNvSpPr>
          <p:nvPr/>
        </p:nvSpPr>
        <p:spPr>
          <a:xfrm>
            <a:off x="7648575" y="2077938"/>
            <a:ext cx="95250" cy="17273"/>
          </a:xfrm>
          <a:prstGeom prst="rect">
            <a:avLst/>
          </a:prstGeom>
          <a:solidFill>
            <a:srgbClr val="B9E4B5"/>
          </a:solidFill>
          <a:ln w="0">
            <a:noFill/>
          </a:ln>
        </p:spPr>
      </p:sp>
      <p:sp>
        <p:nvSpPr>
          <p:cNvPr id="169" name="colorbar-36"/>
          <p:cNvSpPr>
            <a:spLocks noGrp="1"/>
          </p:cNvSpPr>
          <p:nvPr/>
        </p:nvSpPr>
        <p:spPr>
          <a:xfrm>
            <a:off x="7648575" y="2061046"/>
            <a:ext cx="95250" cy="17273"/>
          </a:xfrm>
          <a:prstGeom prst="rect">
            <a:avLst/>
          </a:prstGeom>
          <a:solidFill>
            <a:srgbClr val="B4E2B6"/>
          </a:solidFill>
          <a:ln w="0">
            <a:noFill/>
          </a:ln>
        </p:spPr>
      </p:sp>
      <p:sp>
        <p:nvSpPr>
          <p:cNvPr id="170" name="colorbar-37"/>
          <p:cNvSpPr>
            <a:spLocks noGrp="1"/>
          </p:cNvSpPr>
          <p:nvPr/>
        </p:nvSpPr>
        <p:spPr>
          <a:xfrm>
            <a:off x="7648575" y="2044154"/>
            <a:ext cx="95250" cy="17273"/>
          </a:xfrm>
          <a:prstGeom prst="rect">
            <a:avLst/>
          </a:prstGeom>
          <a:solidFill>
            <a:srgbClr val="B0E0B6"/>
          </a:solidFill>
          <a:ln w="0">
            <a:noFill/>
          </a:ln>
        </p:spPr>
      </p:sp>
      <p:sp>
        <p:nvSpPr>
          <p:cNvPr id="171" name="colorbar-38"/>
          <p:cNvSpPr>
            <a:spLocks noGrp="1"/>
          </p:cNvSpPr>
          <p:nvPr/>
        </p:nvSpPr>
        <p:spPr>
          <a:xfrm>
            <a:off x="7648575" y="2027262"/>
            <a:ext cx="95250" cy="17273"/>
          </a:xfrm>
          <a:prstGeom prst="rect">
            <a:avLst/>
          </a:prstGeom>
          <a:solidFill>
            <a:srgbClr val="ABDEB7"/>
          </a:solidFill>
          <a:ln w="0">
            <a:noFill/>
          </a:ln>
        </p:spPr>
      </p:sp>
      <p:sp>
        <p:nvSpPr>
          <p:cNvPr id="172" name="colorbar-39"/>
          <p:cNvSpPr>
            <a:spLocks noGrp="1"/>
          </p:cNvSpPr>
          <p:nvPr/>
        </p:nvSpPr>
        <p:spPr>
          <a:xfrm>
            <a:off x="7648575" y="2010370"/>
            <a:ext cx="95250" cy="17273"/>
          </a:xfrm>
          <a:prstGeom prst="rect">
            <a:avLst/>
          </a:prstGeom>
          <a:solidFill>
            <a:srgbClr val="A7DCB7"/>
          </a:solidFill>
          <a:ln w="0">
            <a:noFill/>
          </a:ln>
        </p:spPr>
      </p:sp>
      <p:sp>
        <p:nvSpPr>
          <p:cNvPr id="173" name="colorbar-40"/>
          <p:cNvSpPr>
            <a:spLocks noGrp="1"/>
          </p:cNvSpPr>
          <p:nvPr/>
        </p:nvSpPr>
        <p:spPr>
          <a:xfrm>
            <a:off x="7648575" y="1993478"/>
            <a:ext cx="95250" cy="17273"/>
          </a:xfrm>
          <a:prstGeom prst="rect">
            <a:avLst/>
          </a:prstGeom>
          <a:solidFill>
            <a:srgbClr val="A2DBB8"/>
          </a:solidFill>
          <a:ln w="0">
            <a:noFill/>
          </a:ln>
        </p:spPr>
      </p:sp>
      <p:sp>
        <p:nvSpPr>
          <p:cNvPr id="174" name="colorbar-41"/>
          <p:cNvSpPr>
            <a:spLocks noGrp="1"/>
          </p:cNvSpPr>
          <p:nvPr/>
        </p:nvSpPr>
        <p:spPr>
          <a:xfrm>
            <a:off x="7648575" y="1976586"/>
            <a:ext cx="95250" cy="17273"/>
          </a:xfrm>
          <a:prstGeom prst="rect">
            <a:avLst/>
          </a:prstGeom>
          <a:solidFill>
            <a:srgbClr val="9ED9B8"/>
          </a:solidFill>
          <a:ln w="0">
            <a:noFill/>
          </a:ln>
        </p:spPr>
      </p:sp>
      <p:sp>
        <p:nvSpPr>
          <p:cNvPr id="175" name="colorbar-42"/>
          <p:cNvSpPr>
            <a:spLocks noGrp="1"/>
          </p:cNvSpPr>
          <p:nvPr/>
        </p:nvSpPr>
        <p:spPr>
          <a:xfrm>
            <a:off x="7648575" y="1959694"/>
            <a:ext cx="95250" cy="17273"/>
          </a:xfrm>
          <a:prstGeom prst="rect">
            <a:avLst/>
          </a:prstGeom>
          <a:solidFill>
            <a:srgbClr val="99D7B8"/>
          </a:solidFill>
          <a:ln w="0">
            <a:noFill/>
          </a:ln>
        </p:spPr>
      </p:sp>
      <p:sp>
        <p:nvSpPr>
          <p:cNvPr id="176" name="colorbar-43"/>
          <p:cNvSpPr>
            <a:spLocks noGrp="1"/>
          </p:cNvSpPr>
          <p:nvPr/>
        </p:nvSpPr>
        <p:spPr>
          <a:xfrm>
            <a:off x="7648575" y="1942802"/>
            <a:ext cx="95250" cy="17273"/>
          </a:xfrm>
          <a:prstGeom prst="rect">
            <a:avLst/>
          </a:prstGeom>
          <a:solidFill>
            <a:srgbClr val="95D5B9"/>
          </a:solidFill>
          <a:ln w="0">
            <a:noFill/>
          </a:ln>
        </p:spPr>
      </p:sp>
      <p:sp>
        <p:nvSpPr>
          <p:cNvPr id="177" name="colorbar-44"/>
          <p:cNvSpPr>
            <a:spLocks noGrp="1"/>
          </p:cNvSpPr>
          <p:nvPr/>
        </p:nvSpPr>
        <p:spPr>
          <a:xfrm>
            <a:off x="7648575" y="1925910"/>
            <a:ext cx="95250" cy="17273"/>
          </a:xfrm>
          <a:prstGeom prst="rect">
            <a:avLst/>
          </a:prstGeom>
          <a:solidFill>
            <a:srgbClr val="90D4B9"/>
          </a:solidFill>
          <a:ln w="0">
            <a:noFill/>
          </a:ln>
        </p:spPr>
      </p:sp>
      <p:sp>
        <p:nvSpPr>
          <p:cNvPr id="178" name="colorbar-45"/>
          <p:cNvSpPr>
            <a:spLocks noGrp="1"/>
          </p:cNvSpPr>
          <p:nvPr/>
        </p:nvSpPr>
        <p:spPr>
          <a:xfrm>
            <a:off x="7648575" y="1909018"/>
            <a:ext cx="95250" cy="17273"/>
          </a:xfrm>
          <a:prstGeom prst="rect">
            <a:avLst/>
          </a:prstGeom>
          <a:solidFill>
            <a:srgbClr val="8CD2BA"/>
          </a:solidFill>
          <a:ln w="0">
            <a:noFill/>
          </a:ln>
        </p:spPr>
      </p:sp>
      <p:sp>
        <p:nvSpPr>
          <p:cNvPr id="179" name="colorbar-46"/>
          <p:cNvSpPr>
            <a:spLocks noGrp="1"/>
          </p:cNvSpPr>
          <p:nvPr/>
        </p:nvSpPr>
        <p:spPr>
          <a:xfrm>
            <a:off x="7648575" y="1892126"/>
            <a:ext cx="95250" cy="17273"/>
          </a:xfrm>
          <a:prstGeom prst="rect">
            <a:avLst/>
          </a:prstGeom>
          <a:solidFill>
            <a:srgbClr val="87D0BA"/>
          </a:solidFill>
          <a:ln w="0">
            <a:noFill/>
          </a:ln>
        </p:spPr>
      </p:sp>
      <p:sp>
        <p:nvSpPr>
          <p:cNvPr id="180" name="colorbar-47"/>
          <p:cNvSpPr>
            <a:spLocks noGrp="1"/>
          </p:cNvSpPr>
          <p:nvPr/>
        </p:nvSpPr>
        <p:spPr>
          <a:xfrm>
            <a:off x="7648575" y="1875234"/>
            <a:ext cx="95250" cy="17273"/>
          </a:xfrm>
          <a:prstGeom prst="rect">
            <a:avLst/>
          </a:prstGeom>
          <a:solidFill>
            <a:srgbClr val="83CEBB"/>
          </a:solidFill>
          <a:ln w="0">
            <a:noFill/>
          </a:ln>
        </p:spPr>
      </p:sp>
      <p:sp>
        <p:nvSpPr>
          <p:cNvPr id="181" name="colorbar-48"/>
          <p:cNvSpPr>
            <a:spLocks noGrp="1"/>
          </p:cNvSpPr>
          <p:nvPr/>
        </p:nvSpPr>
        <p:spPr>
          <a:xfrm>
            <a:off x="7648575" y="1858342"/>
            <a:ext cx="95250" cy="17273"/>
          </a:xfrm>
          <a:prstGeom prst="rect">
            <a:avLst/>
          </a:prstGeom>
          <a:solidFill>
            <a:srgbClr val="7ECDBB"/>
          </a:solidFill>
          <a:ln w="0">
            <a:noFill/>
          </a:ln>
        </p:spPr>
      </p:sp>
      <p:sp>
        <p:nvSpPr>
          <p:cNvPr id="182" name="colorbar-49"/>
          <p:cNvSpPr>
            <a:spLocks noGrp="1"/>
          </p:cNvSpPr>
          <p:nvPr/>
        </p:nvSpPr>
        <p:spPr>
          <a:xfrm>
            <a:off x="7648575" y="1841450"/>
            <a:ext cx="95250" cy="17273"/>
          </a:xfrm>
          <a:prstGeom prst="rect">
            <a:avLst/>
          </a:prstGeom>
          <a:solidFill>
            <a:srgbClr val="7ACBBC"/>
          </a:solidFill>
          <a:ln w="0">
            <a:noFill/>
          </a:ln>
        </p:spPr>
      </p:sp>
      <p:sp>
        <p:nvSpPr>
          <p:cNvPr id="183" name="colorbar-50"/>
          <p:cNvSpPr>
            <a:spLocks noGrp="1"/>
          </p:cNvSpPr>
          <p:nvPr/>
        </p:nvSpPr>
        <p:spPr>
          <a:xfrm>
            <a:off x="7648575" y="1824558"/>
            <a:ext cx="95250" cy="17273"/>
          </a:xfrm>
          <a:prstGeom prst="rect">
            <a:avLst/>
          </a:prstGeom>
          <a:solidFill>
            <a:srgbClr val="76CABC"/>
          </a:solidFill>
          <a:ln w="0">
            <a:noFill/>
          </a:ln>
        </p:spPr>
      </p:sp>
      <p:sp>
        <p:nvSpPr>
          <p:cNvPr id="184" name="colorbar-51"/>
          <p:cNvSpPr>
            <a:spLocks noGrp="1"/>
          </p:cNvSpPr>
          <p:nvPr/>
        </p:nvSpPr>
        <p:spPr>
          <a:xfrm>
            <a:off x="7648575" y="1807666"/>
            <a:ext cx="95250" cy="17273"/>
          </a:xfrm>
          <a:prstGeom prst="rect">
            <a:avLst/>
          </a:prstGeom>
          <a:solidFill>
            <a:srgbClr val="73C8BD"/>
          </a:solidFill>
          <a:ln w="0">
            <a:noFill/>
          </a:ln>
        </p:spPr>
      </p:sp>
      <p:sp>
        <p:nvSpPr>
          <p:cNvPr id="185" name="colorbar-52"/>
          <p:cNvSpPr>
            <a:spLocks noGrp="1"/>
          </p:cNvSpPr>
          <p:nvPr/>
        </p:nvSpPr>
        <p:spPr>
          <a:xfrm>
            <a:off x="7648575" y="1790774"/>
            <a:ext cx="95250" cy="17273"/>
          </a:xfrm>
          <a:prstGeom prst="rect">
            <a:avLst/>
          </a:prstGeom>
          <a:solidFill>
            <a:srgbClr val="6FC7BD"/>
          </a:solidFill>
          <a:ln w="0">
            <a:noFill/>
          </a:ln>
        </p:spPr>
      </p:sp>
      <p:sp>
        <p:nvSpPr>
          <p:cNvPr id="186" name="colorbar-53"/>
          <p:cNvSpPr>
            <a:spLocks noGrp="1"/>
          </p:cNvSpPr>
          <p:nvPr/>
        </p:nvSpPr>
        <p:spPr>
          <a:xfrm>
            <a:off x="7648575" y="1773882"/>
            <a:ext cx="95250" cy="17273"/>
          </a:xfrm>
          <a:prstGeom prst="rect">
            <a:avLst/>
          </a:prstGeom>
          <a:solidFill>
            <a:srgbClr val="6BC6BE"/>
          </a:solidFill>
          <a:ln w="0">
            <a:noFill/>
          </a:ln>
        </p:spPr>
      </p:sp>
      <p:sp>
        <p:nvSpPr>
          <p:cNvPr id="187" name="colorbar-54"/>
          <p:cNvSpPr>
            <a:spLocks noGrp="1"/>
          </p:cNvSpPr>
          <p:nvPr/>
        </p:nvSpPr>
        <p:spPr>
          <a:xfrm>
            <a:off x="7648575" y="1756990"/>
            <a:ext cx="95250" cy="17273"/>
          </a:xfrm>
          <a:prstGeom prst="rect">
            <a:avLst/>
          </a:prstGeom>
          <a:solidFill>
            <a:srgbClr val="67C4BE"/>
          </a:solidFill>
          <a:ln w="0">
            <a:noFill/>
          </a:ln>
        </p:spPr>
      </p:sp>
      <p:sp>
        <p:nvSpPr>
          <p:cNvPr id="188" name="colorbar-55"/>
          <p:cNvSpPr>
            <a:spLocks noGrp="1"/>
          </p:cNvSpPr>
          <p:nvPr/>
        </p:nvSpPr>
        <p:spPr>
          <a:xfrm>
            <a:off x="7648575" y="1740098"/>
            <a:ext cx="95250" cy="17273"/>
          </a:xfrm>
          <a:prstGeom prst="rect">
            <a:avLst/>
          </a:prstGeom>
          <a:solidFill>
            <a:srgbClr val="63C3BF"/>
          </a:solidFill>
          <a:ln w="0">
            <a:noFill/>
          </a:ln>
        </p:spPr>
      </p:sp>
      <p:sp>
        <p:nvSpPr>
          <p:cNvPr id="189" name="colorbar-56"/>
          <p:cNvSpPr>
            <a:spLocks noGrp="1"/>
          </p:cNvSpPr>
          <p:nvPr/>
        </p:nvSpPr>
        <p:spPr>
          <a:xfrm>
            <a:off x="7648575" y="1723206"/>
            <a:ext cx="95250" cy="17273"/>
          </a:xfrm>
          <a:prstGeom prst="rect">
            <a:avLst/>
          </a:prstGeom>
          <a:solidFill>
            <a:srgbClr val="5FC1C0"/>
          </a:solidFill>
          <a:ln w="0">
            <a:noFill/>
          </a:ln>
        </p:spPr>
      </p:sp>
      <p:sp>
        <p:nvSpPr>
          <p:cNvPr id="190" name="colorbar-57"/>
          <p:cNvSpPr>
            <a:spLocks noGrp="1"/>
          </p:cNvSpPr>
          <p:nvPr/>
        </p:nvSpPr>
        <p:spPr>
          <a:xfrm>
            <a:off x="7648575" y="1706314"/>
            <a:ext cx="95250" cy="17273"/>
          </a:xfrm>
          <a:prstGeom prst="rect">
            <a:avLst/>
          </a:prstGeom>
          <a:solidFill>
            <a:srgbClr val="5BC0C0"/>
          </a:solidFill>
          <a:ln w="0">
            <a:noFill/>
          </a:ln>
        </p:spPr>
      </p:sp>
      <p:sp>
        <p:nvSpPr>
          <p:cNvPr id="191" name="colorbar-58"/>
          <p:cNvSpPr>
            <a:spLocks noGrp="1"/>
          </p:cNvSpPr>
          <p:nvPr/>
        </p:nvSpPr>
        <p:spPr>
          <a:xfrm>
            <a:off x="7648575" y="1689422"/>
            <a:ext cx="95250" cy="17273"/>
          </a:xfrm>
          <a:prstGeom prst="rect">
            <a:avLst/>
          </a:prstGeom>
          <a:solidFill>
            <a:srgbClr val="57BEC1"/>
          </a:solidFill>
          <a:ln w="0">
            <a:noFill/>
          </a:ln>
        </p:spPr>
      </p:sp>
      <p:sp>
        <p:nvSpPr>
          <p:cNvPr id="192" name="colorbar-59"/>
          <p:cNvSpPr>
            <a:spLocks noGrp="1"/>
          </p:cNvSpPr>
          <p:nvPr/>
        </p:nvSpPr>
        <p:spPr>
          <a:xfrm>
            <a:off x="7648575" y="1672530"/>
            <a:ext cx="95250" cy="17273"/>
          </a:xfrm>
          <a:prstGeom prst="rect">
            <a:avLst/>
          </a:prstGeom>
          <a:solidFill>
            <a:srgbClr val="53BDC1"/>
          </a:solidFill>
          <a:ln w="0">
            <a:noFill/>
          </a:ln>
        </p:spPr>
      </p:sp>
      <p:sp>
        <p:nvSpPr>
          <p:cNvPr id="193" name="colorbar-60"/>
          <p:cNvSpPr>
            <a:spLocks noGrp="1"/>
          </p:cNvSpPr>
          <p:nvPr/>
        </p:nvSpPr>
        <p:spPr>
          <a:xfrm>
            <a:off x="7648575" y="1655638"/>
            <a:ext cx="95250" cy="17273"/>
          </a:xfrm>
          <a:prstGeom prst="rect">
            <a:avLst/>
          </a:prstGeom>
          <a:solidFill>
            <a:srgbClr val="50BBC2"/>
          </a:solidFill>
          <a:ln w="0">
            <a:noFill/>
          </a:ln>
        </p:spPr>
      </p:sp>
      <p:sp>
        <p:nvSpPr>
          <p:cNvPr id="194" name="colorbar-61"/>
          <p:cNvSpPr>
            <a:spLocks noGrp="1"/>
          </p:cNvSpPr>
          <p:nvPr/>
        </p:nvSpPr>
        <p:spPr>
          <a:xfrm>
            <a:off x="7648575" y="1638746"/>
            <a:ext cx="95250" cy="17273"/>
          </a:xfrm>
          <a:prstGeom prst="rect">
            <a:avLst/>
          </a:prstGeom>
          <a:solidFill>
            <a:srgbClr val="4CBAC2"/>
          </a:solidFill>
          <a:ln w="0">
            <a:noFill/>
          </a:ln>
        </p:spPr>
      </p:sp>
      <p:sp>
        <p:nvSpPr>
          <p:cNvPr id="195" name="colorbar-62"/>
          <p:cNvSpPr>
            <a:spLocks noGrp="1"/>
          </p:cNvSpPr>
          <p:nvPr/>
        </p:nvSpPr>
        <p:spPr>
          <a:xfrm>
            <a:off x="7648575" y="1621854"/>
            <a:ext cx="95250" cy="17273"/>
          </a:xfrm>
          <a:prstGeom prst="rect">
            <a:avLst/>
          </a:prstGeom>
          <a:solidFill>
            <a:srgbClr val="48B9C3"/>
          </a:solidFill>
          <a:ln w="0">
            <a:noFill/>
          </a:ln>
        </p:spPr>
      </p:sp>
      <p:sp>
        <p:nvSpPr>
          <p:cNvPr id="196" name="colorbar-63"/>
          <p:cNvSpPr>
            <a:spLocks noGrp="1"/>
          </p:cNvSpPr>
          <p:nvPr/>
        </p:nvSpPr>
        <p:spPr>
          <a:xfrm>
            <a:off x="7648575" y="1604963"/>
            <a:ext cx="95250" cy="17273"/>
          </a:xfrm>
          <a:prstGeom prst="rect">
            <a:avLst/>
          </a:prstGeom>
          <a:solidFill>
            <a:srgbClr val="44B7C4"/>
          </a:solidFill>
          <a:ln w="0">
            <a:noFill/>
          </a:ln>
        </p:spPr>
      </p:sp>
      <p:sp>
        <p:nvSpPr>
          <p:cNvPr id="197" name="colorbar-64"/>
          <p:cNvSpPr>
            <a:spLocks noGrp="1"/>
          </p:cNvSpPr>
          <p:nvPr/>
        </p:nvSpPr>
        <p:spPr>
          <a:xfrm>
            <a:off x="7648575" y="1588071"/>
            <a:ext cx="95250" cy="17273"/>
          </a:xfrm>
          <a:prstGeom prst="rect">
            <a:avLst/>
          </a:prstGeom>
          <a:solidFill>
            <a:srgbClr val="3FB4C4"/>
          </a:solidFill>
          <a:ln w="0">
            <a:noFill/>
          </a:ln>
        </p:spPr>
      </p:sp>
      <p:sp>
        <p:nvSpPr>
          <p:cNvPr id="198" name="colorbar-65"/>
          <p:cNvSpPr>
            <a:spLocks noGrp="1"/>
          </p:cNvSpPr>
          <p:nvPr/>
        </p:nvSpPr>
        <p:spPr>
          <a:xfrm>
            <a:off x="7648575" y="1571179"/>
            <a:ext cx="95250" cy="17273"/>
          </a:xfrm>
          <a:prstGeom prst="rect">
            <a:avLst/>
          </a:prstGeom>
          <a:solidFill>
            <a:srgbClr val="3DB2C4"/>
          </a:solidFill>
          <a:ln w="0">
            <a:noFill/>
          </a:ln>
        </p:spPr>
      </p:sp>
      <p:sp>
        <p:nvSpPr>
          <p:cNvPr id="199" name="colorbar-66"/>
          <p:cNvSpPr>
            <a:spLocks noGrp="1"/>
          </p:cNvSpPr>
          <p:nvPr/>
        </p:nvSpPr>
        <p:spPr>
          <a:xfrm>
            <a:off x="7648575" y="1554287"/>
            <a:ext cx="95250" cy="17273"/>
          </a:xfrm>
          <a:prstGeom prst="rect">
            <a:avLst/>
          </a:prstGeom>
          <a:solidFill>
            <a:srgbClr val="3BB0C3"/>
          </a:solidFill>
          <a:ln w="0">
            <a:noFill/>
          </a:ln>
        </p:spPr>
      </p:sp>
      <p:sp>
        <p:nvSpPr>
          <p:cNvPr id="200" name="colorbar-67"/>
          <p:cNvSpPr>
            <a:spLocks noGrp="1"/>
          </p:cNvSpPr>
          <p:nvPr/>
        </p:nvSpPr>
        <p:spPr>
          <a:xfrm>
            <a:off x="7648575" y="1537395"/>
            <a:ext cx="95250" cy="17273"/>
          </a:xfrm>
          <a:prstGeom prst="rect">
            <a:avLst/>
          </a:prstGeom>
          <a:solidFill>
            <a:srgbClr val="39ADC3"/>
          </a:solidFill>
          <a:ln w="0">
            <a:noFill/>
          </a:ln>
        </p:spPr>
      </p:sp>
      <p:sp>
        <p:nvSpPr>
          <p:cNvPr id="201" name="colorbar-68"/>
          <p:cNvSpPr>
            <a:spLocks noGrp="1"/>
          </p:cNvSpPr>
          <p:nvPr/>
        </p:nvSpPr>
        <p:spPr>
          <a:xfrm>
            <a:off x="7648575" y="1520503"/>
            <a:ext cx="95250" cy="17273"/>
          </a:xfrm>
          <a:prstGeom prst="rect">
            <a:avLst/>
          </a:prstGeom>
          <a:solidFill>
            <a:srgbClr val="36ABC3"/>
          </a:solidFill>
          <a:ln w="0">
            <a:noFill/>
          </a:ln>
        </p:spPr>
      </p:sp>
      <p:sp>
        <p:nvSpPr>
          <p:cNvPr id="202" name="colorbar-69"/>
          <p:cNvSpPr>
            <a:spLocks noGrp="1"/>
          </p:cNvSpPr>
          <p:nvPr/>
        </p:nvSpPr>
        <p:spPr>
          <a:xfrm>
            <a:off x="7648575" y="1503611"/>
            <a:ext cx="95250" cy="17273"/>
          </a:xfrm>
          <a:prstGeom prst="rect">
            <a:avLst/>
          </a:prstGeom>
          <a:solidFill>
            <a:srgbClr val="34A9C3"/>
          </a:solidFill>
          <a:ln w="0">
            <a:noFill/>
          </a:ln>
        </p:spPr>
      </p:sp>
      <p:sp>
        <p:nvSpPr>
          <p:cNvPr id="203" name="colorbar-70"/>
          <p:cNvSpPr>
            <a:spLocks noGrp="1"/>
          </p:cNvSpPr>
          <p:nvPr/>
        </p:nvSpPr>
        <p:spPr>
          <a:xfrm>
            <a:off x="7648575" y="1486719"/>
            <a:ext cx="95250" cy="17273"/>
          </a:xfrm>
          <a:prstGeom prst="rect">
            <a:avLst/>
          </a:prstGeom>
          <a:solidFill>
            <a:srgbClr val="32A6C2"/>
          </a:solidFill>
          <a:ln w="0">
            <a:noFill/>
          </a:ln>
        </p:spPr>
      </p:sp>
      <p:sp>
        <p:nvSpPr>
          <p:cNvPr id="204" name="colorbar-71"/>
          <p:cNvSpPr>
            <a:spLocks noGrp="1"/>
          </p:cNvSpPr>
          <p:nvPr/>
        </p:nvSpPr>
        <p:spPr>
          <a:xfrm>
            <a:off x="7648575" y="1469827"/>
            <a:ext cx="95250" cy="17273"/>
          </a:xfrm>
          <a:prstGeom prst="rect">
            <a:avLst/>
          </a:prstGeom>
          <a:solidFill>
            <a:srgbClr val="2FA4C2"/>
          </a:solidFill>
          <a:ln w="0">
            <a:noFill/>
          </a:ln>
        </p:spPr>
      </p:sp>
      <p:sp>
        <p:nvSpPr>
          <p:cNvPr id="205" name="colorbar-72"/>
          <p:cNvSpPr>
            <a:spLocks noGrp="1"/>
          </p:cNvSpPr>
          <p:nvPr/>
        </p:nvSpPr>
        <p:spPr>
          <a:xfrm>
            <a:off x="7648575" y="1452935"/>
            <a:ext cx="95250" cy="17273"/>
          </a:xfrm>
          <a:prstGeom prst="rect">
            <a:avLst/>
          </a:prstGeom>
          <a:solidFill>
            <a:srgbClr val="2DA2C2"/>
          </a:solidFill>
          <a:ln w="0">
            <a:noFill/>
          </a:ln>
        </p:spPr>
      </p:sp>
      <p:sp>
        <p:nvSpPr>
          <p:cNvPr id="206" name="colorbar-73"/>
          <p:cNvSpPr>
            <a:spLocks noGrp="1"/>
          </p:cNvSpPr>
          <p:nvPr/>
        </p:nvSpPr>
        <p:spPr>
          <a:xfrm>
            <a:off x="7648575" y="1436043"/>
            <a:ext cx="95250" cy="17273"/>
          </a:xfrm>
          <a:prstGeom prst="rect">
            <a:avLst/>
          </a:prstGeom>
          <a:solidFill>
            <a:srgbClr val="2B9FC2"/>
          </a:solidFill>
          <a:ln w="0">
            <a:noFill/>
          </a:ln>
        </p:spPr>
      </p:sp>
      <p:sp>
        <p:nvSpPr>
          <p:cNvPr id="207" name="colorbar-74"/>
          <p:cNvSpPr>
            <a:spLocks noGrp="1"/>
          </p:cNvSpPr>
          <p:nvPr/>
        </p:nvSpPr>
        <p:spPr>
          <a:xfrm>
            <a:off x="7648575" y="1419151"/>
            <a:ext cx="95250" cy="17273"/>
          </a:xfrm>
          <a:prstGeom prst="rect">
            <a:avLst/>
          </a:prstGeom>
          <a:solidFill>
            <a:srgbClr val="299DC1"/>
          </a:solidFill>
          <a:ln w="0">
            <a:noFill/>
          </a:ln>
        </p:spPr>
      </p:sp>
      <p:sp>
        <p:nvSpPr>
          <p:cNvPr id="208" name="colorbar-75"/>
          <p:cNvSpPr>
            <a:spLocks noGrp="1"/>
          </p:cNvSpPr>
          <p:nvPr/>
        </p:nvSpPr>
        <p:spPr>
          <a:xfrm>
            <a:off x="7648575" y="1402259"/>
            <a:ext cx="95250" cy="17273"/>
          </a:xfrm>
          <a:prstGeom prst="rect">
            <a:avLst/>
          </a:prstGeom>
          <a:solidFill>
            <a:srgbClr val="269BC1"/>
          </a:solidFill>
          <a:ln w="0">
            <a:noFill/>
          </a:ln>
        </p:spPr>
      </p:sp>
      <p:sp>
        <p:nvSpPr>
          <p:cNvPr id="209" name="colorbar-76"/>
          <p:cNvSpPr>
            <a:spLocks noGrp="1"/>
          </p:cNvSpPr>
          <p:nvPr/>
        </p:nvSpPr>
        <p:spPr>
          <a:xfrm>
            <a:off x="7648575" y="1385367"/>
            <a:ext cx="95250" cy="17273"/>
          </a:xfrm>
          <a:prstGeom prst="rect">
            <a:avLst/>
          </a:prstGeom>
          <a:solidFill>
            <a:srgbClr val="2498C1"/>
          </a:solidFill>
          <a:ln w="0">
            <a:noFill/>
          </a:ln>
        </p:spPr>
      </p:sp>
      <p:sp>
        <p:nvSpPr>
          <p:cNvPr id="210" name="colorbar-77"/>
          <p:cNvSpPr>
            <a:spLocks noGrp="1"/>
          </p:cNvSpPr>
          <p:nvPr/>
        </p:nvSpPr>
        <p:spPr>
          <a:xfrm>
            <a:off x="7648575" y="1368475"/>
            <a:ext cx="95250" cy="17273"/>
          </a:xfrm>
          <a:prstGeom prst="rect">
            <a:avLst/>
          </a:prstGeom>
          <a:solidFill>
            <a:srgbClr val="2296C1"/>
          </a:solidFill>
          <a:ln w="0">
            <a:noFill/>
          </a:ln>
        </p:spPr>
      </p:sp>
      <p:sp>
        <p:nvSpPr>
          <p:cNvPr id="211" name="colorbar-78"/>
          <p:cNvSpPr>
            <a:spLocks noGrp="1"/>
          </p:cNvSpPr>
          <p:nvPr/>
        </p:nvSpPr>
        <p:spPr>
          <a:xfrm>
            <a:off x="7648575" y="1351583"/>
            <a:ext cx="95250" cy="17273"/>
          </a:xfrm>
          <a:prstGeom prst="rect">
            <a:avLst/>
          </a:prstGeom>
          <a:solidFill>
            <a:srgbClr val="2094C0"/>
          </a:solidFill>
          <a:ln w="0">
            <a:noFill/>
          </a:ln>
        </p:spPr>
      </p:sp>
      <p:sp>
        <p:nvSpPr>
          <p:cNvPr id="212" name="colorbar-79"/>
          <p:cNvSpPr>
            <a:spLocks noGrp="1"/>
          </p:cNvSpPr>
          <p:nvPr/>
        </p:nvSpPr>
        <p:spPr>
          <a:xfrm>
            <a:off x="7648575" y="1334691"/>
            <a:ext cx="95250" cy="17273"/>
          </a:xfrm>
          <a:prstGeom prst="rect">
            <a:avLst/>
          </a:prstGeom>
          <a:solidFill>
            <a:srgbClr val="1D91C0"/>
          </a:solidFill>
          <a:ln w="0">
            <a:noFill/>
          </a:ln>
        </p:spPr>
      </p:sp>
      <p:sp>
        <p:nvSpPr>
          <p:cNvPr id="213" name="colorbar-80"/>
          <p:cNvSpPr>
            <a:spLocks noGrp="1"/>
          </p:cNvSpPr>
          <p:nvPr/>
        </p:nvSpPr>
        <p:spPr>
          <a:xfrm>
            <a:off x="7648575" y="1317799"/>
            <a:ext cx="95250" cy="17273"/>
          </a:xfrm>
          <a:prstGeom prst="rect">
            <a:avLst/>
          </a:prstGeom>
          <a:solidFill>
            <a:srgbClr val="1D8EBF"/>
          </a:solidFill>
          <a:ln w="0">
            <a:noFill/>
          </a:ln>
        </p:spPr>
      </p:sp>
      <p:sp>
        <p:nvSpPr>
          <p:cNvPr id="214" name="colorbar-81"/>
          <p:cNvSpPr>
            <a:spLocks noGrp="1"/>
          </p:cNvSpPr>
          <p:nvPr/>
        </p:nvSpPr>
        <p:spPr>
          <a:xfrm>
            <a:off x="7648575" y="1300907"/>
            <a:ext cx="95250" cy="17273"/>
          </a:xfrm>
          <a:prstGeom prst="rect">
            <a:avLst/>
          </a:prstGeom>
          <a:solidFill>
            <a:srgbClr val="1E8BBD"/>
          </a:solidFill>
          <a:ln w="0">
            <a:noFill/>
          </a:ln>
        </p:spPr>
      </p:sp>
      <p:sp>
        <p:nvSpPr>
          <p:cNvPr id="215" name="colorbar-82"/>
          <p:cNvSpPr>
            <a:spLocks noGrp="1"/>
          </p:cNvSpPr>
          <p:nvPr/>
        </p:nvSpPr>
        <p:spPr>
          <a:xfrm>
            <a:off x="7648575" y="1284015"/>
            <a:ext cx="95250" cy="17273"/>
          </a:xfrm>
          <a:prstGeom prst="rect">
            <a:avLst/>
          </a:prstGeom>
          <a:solidFill>
            <a:srgbClr val="1E88BC"/>
          </a:solidFill>
          <a:ln w="0">
            <a:noFill/>
          </a:ln>
        </p:spPr>
      </p:sp>
      <p:sp>
        <p:nvSpPr>
          <p:cNvPr id="216" name="colorbar-83"/>
          <p:cNvSpPr>
            <a:spLocks noGrp="1"/>
          </p:cNvSpPr>
          <p:nvPr/>
        </p:nvSpPr>
        <p:spPr>
          <a:xfrm>
            <a:off x="7648575" y="1267123"/>
            <a:ext cx="95250" cy="17273"/>
          </a:xfrm>
          <a:prstGeom prst="rect">
            <a:avLst/>
          </a:prstGeom>
          <a:solidFill>
            <a:srgbClr val="1E85BA"/>
          </a:solidFill>
          <a:ln w="0">
            <a:noFill/>
          </a:ln>
        </p:spPr>
      </p:sp>
      <p:sp>
        <p:nvSpPr>
          <p:cNvPr id="217" name="colorbar-84"/>
          <p:cNvSpPr>
            <a:spLocks noGrp="1"/>
          </p:cNvSpPr>
          <p:nvPr/>
        </p:nvSpPr>
        <p:spPr>
          <a:xfrm>
            <a:off x="7648575" y="1250231"/>
            <a:ext cx="95250" cy="17273"/>
          </a:xfrm>
          <a:prstGeom prst="rect">
            <a:avLst/>
          </a:prstGeom>
          <a:solidFill>
            <a:srgbClr val="1F82B9"/>
          </a:solidFill>
          <a:ln w="0">
            <a:noFill/>
          </a:ln>
        </p:spPr>
      </p:sp>
      <p:sp>
        <p:nvSpPr>
          <p:cNvPr id="218" name="colorbar-85"/>
          <p:cNvSpPr>
            <a:spLocks noGrp="1"/>
          </p:cNvSpPr>
          <p:nvPr/>
        </p:nvSpPr>
        <p:spPr>
          <a:xfrm>
            <a:off x="7648575" y="1233339"/>
            <a:ext cx="95250" cy="17273"/>
          </a:xfrm>
          <a:prstGeom prst="rect">
            <a:avLst/>
          </a:prstGeom>
          <a:solidFill>
            <a:srgbClr val="1F7EB7"/>
          </a:solidFill>
          <a:ln w="0">
            <a:noFill/>
          </a:ln>
        </p:spPr>
      </p:sp>
      <p:sp>
        <p:nvSpPr>
          <p:cNvPr id="219" name="colorbar-86"/>
          <p:cNvSpPr>
            <a:spLocks noGrp="1"/>
          </p:cNvSpPr>
          <p:nvPr/>
        </p:nvSpPr>
        <p:spPr>
          <a:xfrm>
            <a:off x="7648575" y="1216447"/>
            <a:ext cx="95250" cy="17273"/>
          </a:xfrm>
          <a:prstGeom prst="rect">
            <a:avLst/>
          </a:prstGeom>
          <a:solidFill>
            <a:srgbClr val="1F7BB6"/>
          </a:solidFill>
          <a:ln w="0">
            <a:noFill/>
          </a:ln>
        </p:spPr>
      </p:sp>
      <p:sp>
        <p:nvSpPr>
          <p:cNvPr id="220" name="colorbar-87"/>
          <p:cNvSpPr>
            <a:spLocks noGrp="1"/>
          </p:cNvSpPr>
          <p:nvPr/>
        </p:nvSpPr>
        <p:spPr>
          <a:xfrm>
            <a:off x="7648575" y="1199555"/>
            <a:ext cx="95250" cy="17273"/>
          </a:xfrm>
          <a:prstGeom prst="rect">
            <a:avLst/>
          </a:prstGeom>
          <a:solidFill>
            <a:srgbClr val="1F78B4"/>
          </a:solidFill>
          <a:ln w="0">
            <a:noFill/>
          </a:ln>
        </p:spPr>
      </p:sp>
      <p:sp>
        <p:nvSpPr>
          <p:cNvPr id="221" name="colorbar-88"/>
          <p:cNvSpPr>
            <a:spLocks noGrp="1"/>
          </p:cNvSpPr>
          <p:nvPr/>
        </p:nvSpPr>
        <p:spPr>
          <a:xfrm>
            <a:off x="7648575" y="1182663"/>
            <a:ext cx="95250" cy="17273"/>
          </a:xfrm>
          <a:prstGeom prst="rect">
            <a:avLst/>
          </a:prstGeom>
          <a:solidFill>
            <a:srgbClr val="2075B3"/>
          </a:solidFill>
          <a:ln w="0">
            <a:noFill/>
          </a:ln>
        </p:spPr>
      </p:sp>
      <p:sp>
        <p:nvSpPr>
          <p:cNvPr id="222" name="colorbar-89"/>
          <p:cNvSpPr>
            <a:spLocks noGrp="1"/>
          </p:cNvSpPr>
          <p:nvPr/>
        </p:nvSpPr>
        <p:spPr>
          <a:xfrm>
            <a:off x="7648575" y="1165771"/>
            <a:ext cx="95250" cy="17273"/>
          </a:xfrm>
          <a:prstGeom prst="rect">
            <a:avLst/>
          </a:prstGeom>
          <a:solidFill>
            <a:srgbClr val="2072B1"/>
          </a:solidFill>
          <a:ln w="0">
            <a:noFill/>
          </a:ln>
        </p:spPr>
      </p:sp>
      <p:sp>
        <p:nvSpPr>
          <p:cNvPr id="223" name="colorbar-90"/>
          <p:cNvSpPr>
            <a:spLocks noGrp="1"/>
          </p:cNvSpPr>
          <p:nvPr/>
        </p:nvSpPr>
        <p:spPr>
          <a:xfrm>
            <a:off x="7648575" y="1148879"/>
            <a:ext cx="95250" cy="17273"/>
          </a:xfrm>
          <a:prstGeom prst="rect">
            <a:avLst/>
          </a:prstGeom>
          <a:solidFill>
            <a:srgbClr val="206EB0"/>
          </a:solidFill>
          <a:ln w="0">
            <a:noFill/>
          </a:ln>
        </p:spPr>
      </p:sp>
      <p:sp>
        <p:nvSpPr>
          <p:cNvPr id="224" name="colorbar-91"/>
          <p:cNvSpPr>
            <a:spLocks noGrp="1"/>
          </p:cNvSpPr>
          <p:nvPr/>
        </p:nvSpPr>
        <p:spPr>
          <a:xfrm>
            <a:off x="7648575" y="1131987"/>
            <a:ext cx="95250" cy="17273"/>
          </a:xfrm>
          <a:prstGeom prst="rect">
            <a:avLst/>
          </a:prstGeom>
          <a:solidFill>
            <a:srgbClr val="216BAE"/>
          </a:solidFill>
          <a:ln w="0">
            <a:noFill/>
          </a:ln>
        </p:spPr>
      </p:sp>
      <p:sp>
        <p:nvSpPr>
          <p:cNvPr id="225" name="colorbar-92"/>
          <p:cNvSpPr>
            <a:spLocks noGrp="1"/>
          </p:cNvSpPr>
          <p:nvPr/>
        </p:nvSpPr>
        <p:spPr>
          <a:xfrm>
            <a:off x="7648575" y="1115095"/>
            <a:ext cx="95250" cy="17273"/>
          </a:xfrm>
          <a:prstGeom prst="rect">
            <a:avLst/>
          </a:prstGeom>
          <a:solidFill>
            <a:srgbClr val="2168AD"/>
          </a:solidFill>
          <a:ln w="0">
            <a:noFill/>
          </a:ln>
        </p:spPr>
      </p:sp>
      <p:sp>
        <p:nvSpPr>
          <p:cNvPr id="226" name="colorbar-93"/>
          <p:cNvSpPr>
            <a:spLocks noGrp="1"/>
          </p:cNvSpPr>
          <p:nvPr/>
        </p:nvSpPr>
        <p:spPr>
          <a:xfrm>
            <a:off x="7648575" y="1098203"/>
            <a:ext cx="95250" cy="17273"/>
          </a:xfrm>
          <a:prstGeom prst="rect">
            <a:avLst/>
          </a:prstGeom>
          <a:solidFill>
            <a:srgbClr val="2165AB"/>
          </a:solidFill>
          <a:ln w="0">
            <a:noFill/>
          </a:ln>
        </p:spPr>
      </p:sp>
      <p:sp>
        <p:nvSpPr>
          <p:cNvPr id="227" name="colorbar-94"/>
          <p:cNvSpPr>
            <a:spLocks noGrp="1"/>
          </p:cNvSpPr>
          <p:nvPr/>
        </p:nvSpPr>
        <p:spPr>
          <a:xfrm>
            <a:off x="7648575" y="1081311"/>
            <a:ext cx="95250" cy="17273"/>
          </a:xfrm>
          <a:prstGeom prst="rect">
            <a:avLst/>
          </a:prstGeom>
          <a:solidFill>
            <a:srgbClr val="2262AA"/>
          </a:solidFill>
          <a:ln w="0">
            <a:noFill/>
          </a:ln>
        </p:spPr>
      </p:sp>
      <p:sp>
        <p:nvSpPr>
          <p:cNvPr id="228" name="colorbar-95"/>
          <p:cNvSpPr>
            <a:spLocks noGrp="1"/>
          </p:cNvSpPr>
          <p:nvPr/>
        </p:nvSpPr>
        <p:spPr>
          <a:xfrm>
            <a:off x="7648575" y="1064419"/>
            <a:ext cx="95250" cy="17273"/>
          </a:xfrm>
          <a:prstGeom prst="rect">
            <a:avLst/>
          </a:prstGeom>
          <a:solidFill>
            <a:srgbClr val="225EA8"/>
          </a:solidFill>
          <a:ln w="0">
            <a:noFill/>
          </a:ln>
        </p:spPr>
      </p:sp>
      <p:sp>
        <p:nvSpPr>
          <p:cNvPr id="229" name="colorbar-96"/>
          <p:cNvSpPr>
            <a:spLocks noGrp="1"/>
          </p:cNvSpPr>
          <p:nvPr/>
        </p:nvSpPr>
        <p:spPr>
          <a:xfrm>
            <a:off x="7648575" y="1047527"/>
            <a:ext cx="95250" cy="17273"/>
          </a:xfrm>
          <a:prstGeom prst="rect">
            <a:avLst/>
          </a:prstGeom>
          <a:solidFill>
            <a:srgbClr val="225CA7"/>
          </a:solidFill>
          <a:ln w="0">
            <a:noFill/>
          </a:ln>
        </p:spPr>
      </p:sp>
      <p:sp>
        <p:nvSpPr>
          <p:cNvPr id="230" name="colorbar-97"/>
          <p:cNvSpPr>
            <a:spLocks noGrp="1"/>
          </p:cNvSpPr>
          <p:nvPr/>
        </p:nvSpPr>
        <p:spPr>
          <a:xfrm>
            <a:off x="7648575" y="1030635"/>
            <a:ext cx="95250" cy="17273"/>
          </a:xfrm>
          <a:prstGeom prst="rect">
            <a:avLst/>
          </a:prstGeom>
          <a:solidFill>
            <a:srgbClr val="2259A6"/>
          </a:solidFill>
          <a:ln w="0">
            <a:noFill/>
          </a:ln>
        </p:spPr>
      </p:sp>
      <p:sp>
        <p:nvSpPr>
          <p:cNvPr id="231" name="colorbar-98"/>
          <p:cNvSpPr>
            <a:spLocks noGrp="1"/>
          </p:cNvSpPr>
          <p:nvPr/>
        </p:nvSpPr>
        <p:spPr>
          <a:xfrm>
            <a:off x="7648575" y="1013743"/>
            <a:ext cx="95250" cy="17273"/>
          </a:xfrm>
          <a:prstGeom prst="rect">
            <a:avLst/>
          </a:prstGeom>
          <a:solidFill>
            <a:srgbClr val="2356A4"/>
          </a:solidFill>
          <a:ln w="0">
            <a:noFill/>
          </a:ln>
        </p:spPr>
      </p:sp>
      <p:sp>
        <p:nvSpPr>
          <p:cNvPr id="232" name="colorbar-99"/>
          <p:cNvSpPr>
            <a:spLocks noGrp="1"/>
          </p:cNvSpPr>
          <p:nvPr/>
        </p:nvSpPr>
        <p:spPr>
          <a:xfrm>
            <a:off x="7648575" y="996851"/>
            <a:ext cx="95250" cy="17273"/>
          </a:xfrm>
          <a:prstGeom prst="rect">
            <a:avLst/>
          </a:prstGeom>
          <a:solidFill>
            <a:srgbClr val="2354A3"/>
          </a:solidFill>
          <a:ln w="0">
            <a:noFill/>
          </a:ln>
        </p:spPr>
      </p:sp>
      <p:sp>
        <p:nvSpPr>
          <p:cNvPr id="233" name="colorbar-100"/>
          <p:cNvSpPr>
            <a:spLocks noGrp="1"/>
          </p:cNvSpPr>
          <p:nvPr/>
        </p:nvSpPr>
        <p:spPr>
          <a:xfrm>
            <a:off x="7648575" y="979959"/>
            <a:ext cx="95250" cy="17273"/>
          </a:xfrm>
          <a:prstGeom prst="rect">
            <a:avLst/>
          </a:prstGeom>
          <a:solidFill>
            <a:srgbClr val="2351A2"/>
          </a:solidFill>
          <a:ln w="0">
            <a:noFill/>
          </a:ln>
        </p:spPr>
      </p:sp>
      <p:sp>
        <p:nvSpPr>
          <p:cNvPr id="234" name="colorbar-101"/>
          <p:cNvSpPr>
            <a:spLocks noGrp="1"/>
          </p:cNvSpPr>
          <p:nvPr/>
        </p:nvSpPr>
        <p:spPr>
          <a:xfrm>
            <a:off x="7648575" y="963067"/>
            <a:ext cx="95250" cy="17273"/>
          </a:xfrm>
          <a:prstGeom prst="rect">
            <a:avLst/>
          </a:prstGeom>
          <a:solidFill>
            <a:srgbClr val="234FA1"/>
          </a:solidFill>
          <a:ln w="0">
            <a:noFill/>
          </a:ln>
        </p:spPr>
      </p:sp>
      <p:sp>
        <p:nvSpPr>
          <p:cNvPr id="235" name="colorbar-102"/>
          <p:cNvSpPr>
            <a:spLocks noGrp="1"/>
          </p:cNvSpPr>
          <p:nvPr/>
        </p:nvSpPr>
        <p:spPr>
          <a:xfrm>
            <a:off x="7648575" y="946175"/>
            <a:ext cx="95250" cy="17273"/>
          </a:xfrm>
          <a:prstGeom prst="rect">
            <a:avLst/>
          </a:prstGeom>
          <a:solidFill>
            <a:srgbClr val="234C9F"/>
          </a:solidFill>
          <a:ln w="0">
            <a:noFill/>
          </a:ln>
        </p:spPr>
      </p:sp>
      <p:sp>
        <p:nvSpPr>
          <p:cNvPr id="236" name="colorbar-103"/>
          <p:cNvSpPr>
            <a:spLocks noGrp="1"/>
          </p:cNvSpPr>
          <p:nvPr/>
        </p:nvSpPr>
        <p:spPr>
          <a:xfrm>
            <a:off x="7648575" y="929283"/>
            <a:ext cx="95250" cy="17273"/>
          </a:xfrm>
          <a:prstGeom prst="rect">
            <a:avLst/>
          </a:prstGeom>
          <a:solidFill>
            <a:srgbClr val="23499E"/>
          </a:solidFill>
          <a:ln w="0">
            <a:noFill/>
          </a:ln>
        </p:spPr>
      </p:sp>
      <p:sp>
        <p:nvSpPr>
          <p:cNvPr id="237" name="colorbar-104"/>
          <p:cNvSpPr>
            <a:spLocks noGrp="1"/>
          </p:cNvSpPr>
          <p:nvPr/>
        </p:nvSpPr>
        <p:spPr>
          <a:xfrm>
            <a:off x="7648575" y="912391"/>
            <a:ext cx="95250" cy="17273"/>
          </a:xfrm>
          <a:prstGeom prst="rect">
            <a:avLst/>
          </a:prstGeom>
          <a:solidFill>
            <a:srgbClr val="24479D"/>
          </a:solidFill>
          <a:ln w="0">
            <a:noFill/>
          </a:ln>
        </p:spPr>
      </p:sp>
      <p:sp>
        <p:nvSpPr>
          <p:cNvPr id="238" name="colorbar-105"/>
          <p:cNvSpPr>
            <a:spLocks noGrp="1"/>
          </p:cNvSpPr>
          <p:nvPr/>
        </p:nvSpPr>
        <p:spPr>
          <a:xfrm>
            <a:off x="7648575" y="895499"/>
            <a:ext cx="95250" cy="17273"/>
          </a:xfrm>
          <a:prstGeom prst="rect">
            <a:avLst/>
          </a:prstGeom>
          <a:solidFill>
            <a:srgbClr val="24449C"/>
          </a:solidFill>
          <a:ln w="0">
            <a:noFill/>
          </a:ln>
        </p:spPr>
      </p:sp>
      <p:sp>
        <p:nvSpPr>
          <p:cNvPr id="239" name="colorbar-106"/>
          <p:cNvSpPr>
            <a:spLocks noGrp="1"/>
          </p:cNvSpPr>
          <p:nvPr/>
        </p:nvSpPr>
        <p:spPr>
          <a:xfrm>
            <a:off x="7648575" y="878607"/>
            <a:ext cx="95250" cy="17273"/>
          </a:xfrm>
          <a:prstGeom prst="rect">
            <a:avLst/>
          </a:prstGeom>
          <a:solidFill>
            <a:srgbClr val="24419A"/>
          </a:solidFill>
          <a:ln w="0">
            <a:noFill/>
          </a:ln>
        </p:spPr>
      </p:sp>
      <p:sp>
        <p:nvSpPr>
          <p:cNvPr id="240" name="colorbar-107"/>
          <p:cNvSpPr>
            <a:spLocks noGrp="1"/>
          </p:cNvSpPr>
          <p:nvPr/>
        </p:nvSpPr>
        <p:spPr>
          <a:xfrm>
            <a:off x="7648575" y="861715"/>
            <a:ext cx="95250" cy="17273"/>
          </a:xfrm>
          <a:prstGeom prst="rect">
            <a:avLst/>
          </a:prstGeom>
          <a:solidFill>
            <a:srgbClr val="243F99"/>
          </a:solidFill>
          <a:ln w="0">
            <a:noFill/>
          </a:ln>
        </p:spPr>
      </p:sp>
      <p:sp>
        <p:nvSpPr>
          <p:cNvPr id="241" name="colorbar-108"/>
          <p:cNvSpPr>
            <a:spLocks noGrp="1"/>
          </p:cNvSpPr>
          <p:nvPr/>
        </p:nvSpPr>
        <p:spPr>
          <a:xfrm>
            <a:off x="7648575" y="844823"/>
            <a:ext cx="95250" cy="17273"/>
          </a:xfrm>
          <a:prstGeom prst="rect">
            <a:avLst/>
          </a:prstGeom>
          <a:solidFill>
            <a:srgbClr val="243C98"/>
          </a:solidFill>
          <a:ln w="0">
            <a:noFill/>
          </a:ln>
        </p:spPr>
      </p:sp>
      <p:sp>
        <p:nvSpPr>
          <p:cNvPr id="242" name="colorbar-109"/>
          <p:cNvSpPr>
            <a:spLocks noGrp="1"/>
          </p:cNvSpPr>
          <p:nvPr/>
        </p:nvSpPr>
        <p:spPr>
          <a:xfrm>
            <a:off x="7648575" y="827931"/>
            <a:ext cx="95250" cy="17273"/>
          </a:xfrm>
          <a:prstGeom prst="rect">
            <a:avLst/>
          </a:prstGeom>
          <a:solidFill>
            <a:srgbClr val="253997"/>
          </a:solidFill>
          <a:ln w="0">
            <a:noFill/>
          </a:ln>
        </p:spPr>
      </p:sp>
      <p:sp>
        <p:nvSpPr>
          <p:cNvPr id="243" name="colorbar-110"/>
          <p:cNvSpPr>
            <a:spLocks noGrp="1"/>
          </p:cNvSpPr>
          <p:nvPr/>
        </p:nvSpPr>
        <p:spPr>
          <a:xfrm>
            <a:off x="7648575" y="811039"/>
            <a:ext cx="95250" cy="17273"/>
          </a:xfrm>
          <a:prstGeom prst="rect">
            <a:avLst/>
          </a:prstGeom>
          <a:solidFill>
            <a:srgbClr val="253795"/>
          </a:solidFill>
          <a:ln w="0">
            <a:noFill/>
          </a:ln>
        </p:spPr>
      </p:sp>
      <p:sp>
        <p:nvSpPr>
          <p:cNvPr id="244" name="colorbar-111"/>
          <p:cNvSpPr>
            <a:spLocks noGrp="1"/>
          </p:cNvSpPr>
          <p:nvPr/>
        </p:nvSpPr>
        <p:spPr>
          <a:xfrm>
            <a:off x="7648575" y="794147"/>
            <a:ext cx="95250" cy="17273"/>
          </a:xfrm>
          <a:prstGeom prst="rect">
            <a:avLst/>
          </a:prstGeom>
          <a:solidFill>
            <a:srgbClr val="253494"/>
          </a:solidFill>
          <a:ln w="0">
            <a:noFill/>
          </a:ln>
        </p:spPr>
      </p:sp>
      <p:sp>
        <p:nvSpPr>
          <p:cNvPr id="245" name="colorbar-112"/>
          <p:cNvSpPr>
            <a:spLocks noGrp="1"/>
          </p:cNvSpPr>
          <p:nvPr/>
        </p:nvSpPr>
        <p:spPr>
          <a:xfrm>
            <a:off x="7648575" y="777255"/>
            <a:ext cx="95250" cy="17273"/>
          </a:xfrm>
          <a:prstGeom prst="rect">
            <a:avLst/>
          </a:prstGeom>
          <a:solidFill>
            <a:srgbClr val="233390"/>
          </a:solidFill>
          <a:ln w="0">
            <a:noFill/>
          </a:ln>
        </p:spPr>
      </p:sp>
      <p:sp>
        <p:nvSpPr>
          <p:cNvPr id="246" name="colorbar-113"/>
          <p:cNvSpPr>
            <a:spLocks noGrp="1"/>
          </p:cNvSpPr>
          <p:nvPr/>
        </p:nvSpPr>
        <p:spPr>
          <a:xfrm>
            <a:off x="7648575" y="760363"/>
            <a:ext cx="95250" cy="17273"/>
          </a:xfrm>
          <a:prstGeom prst="rect">
            <a:avLst/>
          </a:prstGeom>
          <a:solidFill>
            <a:srgbClr val="21318D"/>
          </a:solidFill>
          <a:ln w="0">
            <a:noFill/>
          </a:ln>
        </p:spPr>
      </p:sp>
      <p:sp>
        <p:nvSpPr>
          <p:cNvPr id="247" name="colorbar-114"/>
          <p:cNvSpPr>
            <a:spLocks noGrp="1"/>
          </p:cNvSpPr>
          <p:nvPr/>
        </p:nvSpPr>
        <p:spPr>
          <a:xfrm>
            <a:off x="7648575" y="743471"/>
            <a:ext cx="95250" cy="17273"/>
          </a:xfrm>
          <a:prstGeom prst="rect">
            <a:avLst/>
          </a:prstGeom>
          <a:solidFill>
            <a:srgbClr val="203089"/>
          </a:solidFill>
          <a:ln w="0">
            <a:noFill/>
          </a:ln>
        </p:spPr>
      </p:sp>
      <p:sp>
        <p:nvSpPr>
          <p:cNvPr id="248" name="colorbar-115"/>
          <p:cNvSpPr>
            <a:spLocks noGrp="1"/>
          </p:cNvSpPr>
          <p:nvPr/>
        </p:nvSpPr>
        <p:spPr>
          <a:xfrm>
            <a:off x="7648575" y="726579"/>
            <a:ext cx="95250" cy="17273"/>
          </a:xfrm>
          <a:prstGeom prst="rect">
            <a:avLst/>
          </a:prstGeom>
          <a:solidFill>
            <a:srgbClr val="1E2E85"/>
          </a:solidFill>
          <a:ln w="0">
            <a:noFill/>
          </a:ln>
        </p:spPr>
      </p:sp>
      <p:sp>
        <p:nvSpPr>
          <p:cNvPr id="249" name="colorbar-116"/>
          <p:cNvSpPr>
            <a:spLocks noGrp="1"/>
          </p:cNvSpPr>
          <p:nvPr/>
        </p:nvSpPr>
        <p:spPr>
          <a:xfrm>
            <a:off x="7648575" y="709687"/>
            <a:ext cx="95250" cy="17273"/>
          </a:xfrm>
          <a:prstGeom prst="rect">
            <a:avLst/>
          </a:prstGeom>
          <a:solidFill>
            <a:srgbClr val="1C2D81"/>
          </a:solidFill>
          <a:ln w="0">
            <a:noFill/>
          </a:ln>
        </p:spPr>
      </p:sp>
      <p:sp>
        <p:nvSpPr>
          <p:cNvPr id="250" name="colorbar-117"/>
          <p:cNvSpPr>
            <a:spLocks noGrp="1"/>
          </p:cNvSpPr>
          <p:nvPr/>
        </p:nvSpPr>
        <p:spPr>
          <a:xfrm>
            <a:off x="7648575" y="692795"/>
            <a:ext cx="95250" cy="17273"/>
          </a:xfrm>
          <a:prstGeom prst="rect">
            <a:avLst/>
          </a:prstGeom>
          <a:solidFill>
            <a:srgbClr val="1A2B7E"/>
          </a:solidFill>
          <a:ln w="0">
            <a:noFill/>
          </a:ln>
        </p:spPr>
      </p:sp>
      <p:sp>
        <p:nvSpPr>
          <p:cNvPr id="251" name="colorbar-118"/>
          <p:cNvSpPr>
            <a:spLocks noGrp="1"/>
          </p:cNvSpPr>
          <p:nvPr/>
        </p:nvSpPr>
        <p:spPr>
          <a:xfrm>
            <a:off x="7648575" y="675903"/>
            <a:ext cx="95250" cy="17273"/>
          </a:xfrm>
          <a:prstGeom prst="rect">
            <a:avLst/>
          </a:prstGeom>
          <a:solidFill>
            <a:srgbClr val="182A7A"/>
          </a:solidFill>
          <a:ln w="0">
            <a:noFill/>
          </a:ln>
        </p:spPr>
      </p:sp>
      <p:sp>
        <p:nvSpPr>
          <p:cNvPr id="252" name="colorbar-119"/>
          <p:cNvSpPr>
            <a:spLocks noGrp="1"/>
          </p:cNvSpPr>
          <p:nvPr/>
        </p:nvSpPr>
        <p:spPr>
          <a:xfrm>
            <a:off x="7648575" y="659011"/>
            <a:ext cx="95250" cy="17273"/>
          </a:xfrm>
          <a:prstGeom prst="rect">
            <a:avLst/>
          </a:prstGeom>
          <a:solidFill>
            <a:srgbClr val="172976"/>
          </a:solidFill>
          <a:ln w="0">
            <a:noFill/>
          </a:ln>
        </p:spPr>
      </p:sp>
      <p:sp>
        <p:nvSpPr>
          <p:cNvPr id="253" name="colorbar-120"/>
          <p:cNvSpPr>
            <a:spLocks noGrp="1"/>
          </p:cNvSpPr>
          <p:nvPr/>
        </p:nvSpPr>
        <p:spPr>
          <a:xfrm>
            <a:off x="7648575" y="642119"/>
            <a:ext cx="95250" cy="17273"/>
          </a:xfrm>
          <a:prstGeom prst="rect">
            <a:avLst/>
          </a:prstGeom>
          <a:solidFill>
            <a:srgbClr val="152772"/>
          </a:solidFill>
          <a:ln w="0">
            <a:noFill/>
          </a:ln>
        </p:spPr>
      </p:sp>
      <p:sp>
        <p:nvSpPr>
          <p:cNvPr id="254" name="colorbar-121"/>
          <p:cNvSpPr>
            <a:spLocks noGrp="1"/>
          </p:cNvSpPr>
          <p:nvPr/>
        </p:nvSpPr>
        <p:spPr>
          <a:xfrm>
            <a:off x="7648575" y="625227"/>
            <a:ext cx="95250" cy="17273"/>
          </a:xfrm>
          <a:prstGeom prst="rect">
            <a:avLst/>
          </a:prstGeom>
          <a:solidFill>
            <a:srgbClr val="13266F"/>
          </a:solidFill>
          <a:ln w="0">
            <a:noFill/>
          </a:ln>
        </p:spPr>
      </p:sp>
      <p:sp>
        <p:nvSpPr>
          <p:cNvPr id="255" name="colorbar-122"/>
          <p:cNvSpPr>
            <a:spLocks noGrp="1"/>
          </p:cNvSpPr>
          <p:nvPr/>
        </p:nvSpPr>
        <p:spPr>
          <a:xfrm>
            <a:off x="7648575" y="608335"/>
            <a:ext cx="95250" cy="17273"/>
          </a:xfrm>
          <a:prstGeom prst="rect">
            <a:avLst/>
          </a:prstGeom>
          <a:solidFill>
            <a:srgbClr val="11246B"/>
          </a:solidFill>
          <a:ln w="0">
            <a:noFill/>
          </a:ln>
        </p:spPr>
      </p:sp>
      <p:sp>
        <p:nvSpPr>
          <p:cNvPr id="256" name="colorbar-123"/>
          <p:cNvSpPr>
            <a:spLocks noGrp="1"/>
          </p:cNvSpPr>
          <p:nvPr/>
        </p:nvSpPr>
        <p:spPr>
          <a:xfrm>
            <a:off x="7648575" y="591443"/>
            <a:ext cx="95250" cy="17273"/>
          </a:xfrm>
          <a:prstGeom prst="rect">
            <a:avLst/>
          </a:prstGeom>
          <a:solidFill>
            <a:srgbClr val="0F2367"/>
          </a:solidFill>
          <a:ln w="0">
            <a:noFill/>
          </a:ln>
        </p:spPr>
      </p:sp>
      <p:sp>
        <p:nvSpPr>
          <p:cNvPr id="257" name="colorbar-124"/>
          <p:cNvSpPr>
            <a:spLocks noGrp="1"/>
          </p:cNvSpPr>
          <p:nvPr/>
        </p:nvSpPr>
        <p:spPr>
          <a:xfrm>
            <a:off x="7648575" y="574551"/>
            <a:ext cx="95250" cy="17273"/>
          </a:xfrm>
          <a:prstGeom prst="rect">
            <a:avLst/>
          </a:prstGeom>
          <a:solidFill>
            <a:srgbClr val="0D2163"/>
          </a:solidFill>
          <a:ln w="0">
            <a:noFill/>
          </a:ln>
        </p:spPr>
      </p:sp>
      <p:sp>
        <p:nvSpPr>
          <p:cNvPr id="258" name="colorbar-125"/>
          <p:cNvSpPr>
            <a:spLocks noGrp="1"/>
          </p:cNvSpPr>
          <p:nvPr/>
        </p:nvSpPr>
        <p:spPr>
          <a:xfrm>
            <a:off x="7648575" y="557659"/>
            <a:ext cx="95250" cy="17273"/>
          </a:xfrm>
          <a:prstGeom prst="rect">
            <a:avLst/>
          </a:prstGeom>
          <a:solidFill>
            <a:srgbClr val="0C2060"/>
          </a:solidFill>
          <a:ln w="0">
            <a:noFill/>
          </a:ln>
        </p:spPr>
      </p:sp>
      <p:sp>
        <p:nvSpPr>
          <p:cNvPr id="259" name="colorbar-126"/>
          <p:cNvSpPr>
            <a:spLocks noGrp="1"/>
          </p:cNvSpPr>
          <p:nvPr/>
        </p:nvSpPr>
        <p:spPr>
          <a:xfrm>
            <a:off x="7648575" y="540767"/>
            <a:ext cx="95250" cy="17273"/>
          </a:xfrm>
          <a:prstGeom prst="rect">
            <a:avLst/>
          </a:prstGeom>
          <a:solidFill>
            <a:srgbClr val="0A1E5C"/>
          </a:solidFill>
          <a:ln w="0">
            <a:noFill/>
          </a:ln>
        </p:spPr>
      </p:sp>
      <p:sp>
        <p:nvSpPr>
          <p:cNvPr id="260" name="colorbar-127"/>
          <p:cNvSpPr>
            <a:spLocks noGrp="1"/>
          </p:cNvSpPr>
          <p:nvPr/>
        </p:nvSpPr>
        <p:spPr>
          <a:xfrm>
            <a:off x="7648575" y="523875"/>
            <a:ext cx="95250" cy="17273"/>
          </a:xfrm>
          <a:prstGeom prst="rect">
            <a:avLst/>
          </a:prstGeom>
          <a:solidFill>
            <a:srgbClr val="081D58"/>
          </a:solidFill>
          <a:ln w="0">
            <a:noFill/>
          </a:ln>
        </p:spPr>
      </p:sp>
      <p:sp>
        <p:nvSpPr>
          <p:cNvPr id="261" name="scale-1"/>
          <p:cNvSpPr>
            <a:spLocks noGrp="1"/>
          </p:cNvSpPr>
          <p:nvPr/>
        </p:nvSpPr>
        <p:spPr>
          <a:xfrm>
            <a:off x="7772400" y="2565590"/>
            <a:ext cx="2952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1.0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2" name="scale-2"/>
          <p:cNvSpPr>
            <a:spLocks noGrp="1"/>
          </p:cNvSpPr>
          <p:nvPr/>
        </p:nvSpPr>
        <p:spPr>
          <a:xfrm>
            <a:off x="7772400" y="1949586"/>
            <a:ext cx="2952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2.0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3" name="scale-3"/>
          <p:cNvSpPr>
            <a:spLocks noGrp="1"/>
          </p:cNvSpPr>
          <p:nvPr/>
        </p:nvSpPr>
        <p:spPr>
          <a:xfrm>
            <a:off x="7772400" y="1333581"/>
            <a:ext cx="2952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3.0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4" name="scale-4"/>
          <p:cNvSpPr>
            <a:spLocks noGrp="1"/>
          </p:cNvSpPr>
          <p:nvPr/>
        </p:nvSpPr>
        <p:spPr>
          <a:xfrm>
            <a:off x="7772400" y="717577"/>
            <a:ext cx="2952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4.0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5" name="scale-4.5"/>
          <p:cNvSpPr>
            <a:spLocks noGrp="1"/>
          </p:cNvSpPr>
          <p:nvPr/>
        </p:nvSpPr>
        <p:spPr>
          <a:xfrm>
            <a:off x="7772400" y="409575"/>
            <a:ext cx="2952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4.5</a:t>
            </a:r>
            <a:endParaRPr sz="142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6" name="colorbar-axis"/>
          <p:cNvSpPr>
            <a:spLocks noGrp="1"/>
          </p:cNvSpPr>
          <p:nvPr/>
        </p:nvSpPr>
        <p:spPr>
          <a:xfrm rot="16200000">
            <a:off x="7067550" y="1481138"/>
            <a:ext cx="2266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Speedup (×)</a:t>
            </a:r>
            <a:endParaRPr sz="1575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WPS Spreadsheets</Application>
  <PresentationFormat>Converted Presentation</PresentationFormat>
  <Paragraphs>62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Times New Roman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anthony</cp:lastModifiedBy>
  <cp:revision>1</cp:revision>
  <dcterms:created xsi:type="dcterms:W3CDTF">2026-09-23T06:51:31Z</dcterms:created>
  <dcterms:modified xsi:type="dcterms:W3CDTF">2026-09-23T06:51:31Z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D315FA347496388DF376B36AA5E263E8_42</vt:lpwstr>
  </property>
  <property fmtid="{D5CDD505-2E9C-101B-9397-08002B2CF9AE}" pid="3" name="KSOProductBuildVer">
    <vt:lpwstr>1033-6.14.0.8924</vt:lpwstr>
  </property>
</Properties>
</file>