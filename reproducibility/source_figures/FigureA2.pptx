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embeddings/FigureA2_chart1.xlsx" ContentType="application/vnd.openxmlformats-officedocument.spreadsheetml.sheet"/>
  <Override PartName="/ppt/embeddings/FigureA2_chart2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e26dc2a564b8d" /><Relationship Type="http://schemas.openxmlformats.org/officeDocument/2006/relationships/extended-properties" Target="/docProps/app.xml" Id="R7d549057142b4695" /><Relationship Type="http://schemas.openxmlformats.org/officeDocument/2006/relationships/officeDocument" Target="/ppt/presentation.xml" Id="Rea55878e1bbd4e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702d7c4f249c1"/>
  </p:sldMasterIdLst>
  <p:notesMasterIdLst>
    <p:notesMasterId xmlns:r="http://schemas.openxmlformats.org/officeDocument/2006/relationships" r:id="R0747abf7d7a14c08"/>
  </p:notesMasterIdLst>
  <p:sldIdLst>
    <p:sldId xmlns:r="http://schemas.openxmlformats.org/officeDocument/2006/relationships" id="256" r:id="R7fc6a9e7b6044552"/>
  </p:sldIdLst>
  <p:sldSz cx="9525000" cy="3857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4972cd39c744c5" /><Relationship Type="http://schemas.openxmlformats.org/officeDocument/2006/relationships/slideMaster" Target="/ppt/slideMasters/slideMaster1.xml" Id="Rb64702d7c4f249c1" /><Relationship Type="http://schemas.openxmlformats.org/officeDocument/2006/relationships/notesMaster" Target="/ppt/notesMasters/notesMaster1.xml" Id="R0747abf7d7a14c08" /><Relationship Type="http://schemas.openxmlformats.org/officeDocument/2006/relationships/presProps" Target="/ppt/presProps.xml" Id="Ra722210067b8444a" /><Relationship Type="http://schemas.openxmlformats.org/officeDocument/2006/relationships/tableStyles" Target="/ppt/tableStyles.xml" Id="Re71d11da59cf46b4" /><Relationship Type="http://schemas.openxmlformats.org/officeDocument/2006/relationships/slide" Target="/ppt/slides/slide1.xml" Id="R7fc6a9e7b60445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e0960f1c94a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b24c342caa40cf" /><Relationship Type="http://schemas.openxmlformats.org/officeDocument/2006/relationships/notesMaster" Target="/ppt/notesMasters/notesMaster1.xml" Id="R0c375d9e556a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Fixed-policy component control on Show-o2-1.5B. Rewrites off/on means CADD and VocabBypass disabled/enabled under the same inherited FlashU pruning/cache policy. This is not a native Show-o2 comparison. All original measured values are unchanged. Source: appendix_A2_reference_v2_20260911/PLOT_POINTS.json; three-seed means on 120 balanced GenEval prompts. Output equivalence applies within a selected interval, prompt and seed, not between the full system and native Show-o2.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d968f091547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7d86fe28b4606" /><Relationship Type="http://schemas.openxmlformats.org/officeDocument/2006/relationships/slideLayout" Target="/ppt/slideLayouts/slideLayout1.xml" Id="R53722a1143db4d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722a1143db4d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8d65966b24e3a" /><Relationship Type="http://schemas.openxmlformats.org/officeDocument/2006/relationships/chart" Target="/ppt/slides/charts/chart1.xml" Id="R8d0d896cee5645f0" /><Relationship Type="http://schemas.openxmlformats.org/officeDocument/2006/relationships/chart" Target="/ppt/slides/charts/chart2.xml" Id="Re078df32073f4ac2" /><Relationship Type="http://schemas.openxmlformats.org/officeDocument/2006/relationships/notesSlide" Target="/ppt/notesSlides/notesSlide1.xml" Id="R692ad3af14584a54" /></Relationships>
</file>

<file path=ppt/slides/charts/_rels/chart1.xml.rels><?xml version='1.0' encoding='UTF-8' standalone='yes'?>
<Relationships xmlns="http://schemas.openxmlformats.org/package/2006/relationships"><Relationship Id="rIdWorkbook" Type="http://schemas.openxmlformats.org/officeDocument/2006/relationships/package" Target="../../embeddings/FigureA2_chart1.xlsx"/></Relationships>
</file>

<file path=ppt/slides/charts/_rels/chart2.xml.rels><?xml version='1.0' encoding='UTF-8' standalone='yes'?>
<Relationships xmlns="http://schemas.openxmlformats.org/package/2006/relationships"><Relationship Id="rIdWorkbook" Type="http://schemas.openxmlformats.org/officeDocument/2006/relationships/package" Target="../../embeddings/FigureA2_chart2.xlsx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(a) Generation quality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Rewrites off</c:v>
          </c:tx>
          <c:spPr>
            <a:solidFill xmlns:a="http://schemas.openxmlformats.org/drawingml/2006/main">
              <a:srgbClr val="2C659C"/>
            </a:solidFill>
            <a:ln xmlns:a="http://schemas.openxmlformats.org/drawingml/2006/main" w="19050">
              <a:solidFill>
                <a:srgbClr val="2C659C"/>
              </a:solidFill>
              <a:prstDash val="dash"/>
            </a:ln>
          </c:spPr>
          <c:marker>
            <c:symbol val="circle"/>
            <c:size val="10"/>
            <c:spPr>
              <a:solidFill xmlns:a="http://schemas.openxmlformats.org/drawingml/2006/main">
                <a:srgbClr val="2C659C"/>
              </a:solidFill>
              <a:ln xmlns:a="http://schemas.openxmlformats.org/drawingml/2006/main" w="12700">
                <a:solidFill>
                  <a:srgbClr val="2C659C"/>
                </a:solidFill>
              </a:ln>
            </c:spPr>
          </c:marker>
          <c:xVal>
            <c:numRef>
              <c:f>'Data'!$A$2:$A$6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</c:numCache>
            </c:numRef>
          </c:xVal>
          <c:yVal>
            <c:numRef>
              <c:f>'Data'!$B$2:$B$6</c:f>
              <c:numCache>
                <c:formatCode>0.00</c:formatCode>
                <c:ptCount val="5"/>
                <c:pt idx="0">
                  <c:v>0.7166666666666667</c:v>
                </c:pt>
                <c:pt idx="1">
                  <c:v>0.7194444444444444</c:v>
                </c:pt>
                <c:pt idx="2">
                  <c:v>0.7138888888888889</c:v>
                </c:pt>
                <c:pt idx="3">
                  <c:v>0.7277777777777777</c:v>
                </c:pt>
                <c:pt idx="4">
                  <c:v>0.7166666666666667</c:v>
                </c:pt>
              </c:numCache>
            </c:numRef>
          </c:yVal>
          <c:smooth val="0"/>
        </c:ser>
        <c:ser>
          <c:idx val="1"/>
          <c:order val="1"/>
          <c:tx>
            <c:v>Rewrites on</c:v>
          </c:tx>
          <c:spPr>
            <a:solidFill xmlns:a="http://schemas.openxmlformats.org/drawingml/2006/main">
              <a:srgbClr val="008FA8"/>
            </a:solidFill>
            <a:ln xmlns:a="http://schemas.openxmlformats.org/drawingml/2006/main" w="19050">
              <a:solidFill>
                <a:srgbClr val="008FA8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008FA8"/>
              </a:solidFill>
              <a:ln xmlns:a="http://schemas.openxmlformats.org/drawingml/2006/main" w="12700">
                <a:solidFill>
                  <a:srgbClr val="008FA8"/>
                </a:solidFill>
              </a:ln>
            </c:spPr>
          </c:marker>
          <c:xVal>
            <c:numRef>
              <c:f>'Data'!$C$2:$C$6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</c:numCache>
            </c:numRef>
          </c:xVal>
          <c:yVal>
            <c:numRef>
              <c:f>'Data'!$D$2:$D$6</c:f>
              <c:numCache>
                <c:formatCode>0.00</c:formatCode>
                <c:ptCount val="5"/>
                <c:pt idx="0">
                  <c:v>0.7166666666666667</c:v>
                </c:pt>
                <c:pt idx="1">
                  <c:v>0.7194444444444444</c:v>
                </c:pt>
                <c:pt idx="2">
                  <c:v>0.7138888888888889</c:v>
                </c:pt>
                <c:pt idx="3">
                  <c:v>0.7277777777777777</c:v>
                </c:pt>
                <c:pt idx="4">
                  <c:v>0.7166666666666667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74"/>
          <c:min val="0.7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GenEval subset score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es val="min"/>
        <c:majorUnit val="0.01"/>
      </c:valAx>
      <c:valAx>
        <c:axId val="48650112"/>
        <c:scaling>
          <c:orientation val="minMax"/>
          <c:max val="9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Cache interval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crosses val="mi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7620">
          <a:solidFill>
            <a:srgbClr val="777777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Workbook">
    <c:autoUpdate val="0"/>
  </c:externalData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(b) Generation latency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Rewrites off</c:v>
          </c:tx>
          <c:spPr>
            <a:solidFill xmlns:a="http://schemas.openxmlformats.org/drawingml/2006/main">
              <a:srgbClr val="2C659C"/>
            </a:solidFill>
            <a:ln xmlns:a="http://schemas.openxmlformats.org/drawingml/2006/main" w="19050">
              <a:solidFill>
                <a:srgbClr val="2C659C"/>
              </a:solidFill>
              <a:prstDash val="dash"/>
            </a:ln>
          </c:spPr>
          <c:marker>
            <c:symbol val="circle"/>
            <c:size val="8"/>
            <c:spPr>
              <a:solidFill xmlns:a="http://schemas.openxmlformats.org/drawingml/2006/main">
                <a:srgbClr val="2C659C"/>
              </a:solidFill>
              <a:ln xmlns:a="http://schemas.openxmlformats.org/drawingml/2006/main" w="12700">
                <a:solidFill>
                  <a:srgbClr val="2C659C"/>
                </a:solidFill>
              </a:ln>
            </c:spPr>
          </c:marker>
          <c:xVal>
            <c:numRef>
              <c:f>'Data'!$A$2:$A$6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</c:numCache>
            </c:numRef>
          </c:xVal>
          <c:yVal>
            <c:numRef>
              <c:f>'Data'!$B$2:$B$6</c:f>
              <c:numCache>
                <c:formatCode>0</c:formatCode>
                <c:ptCount val="5"/>
                <c:pt idx="0">
                  <c:v>6.985827411545648</c:v>
                </c:pt>
                <c:pt idx="1">
                  <c:v>6.179607988728417</c:v>
                </c:pt>
                <c:pt idx="2">
                  <c:v>5.939266707499822</c:v>
                </c:pt>
                <c:pt idx="3">
                  <c:v>5.784886215792762</c:v>
                </c:pt>
                <c:pt idx="4">
                  <c:v>5.780419065554937</c:v>
                </c:pt>
              </c:numCache>
            </c:numRef>
          </c:yVal>
          <c:smooth val="0"/>
        </c:ser>
        <c:ser>
          <c:idx val="1"/>
          <c:order val="1"/>
          <c:tx>
            <c:v>Rewrites on</c:v>
          </c:tx>
          <c:spPr>
            <a:solidFill xmlns:a="http://schemas.openxmlformats.org/drawingml/2006/main">
              <a:srgbClr val="008FA8"/>
            </a:solidFill>
            <a:ln xmlns:a="http://schemas.openxmlformats.org/drawingml/2006/main" w="19050">
              <a:solidFill>
                <a:srgbClr val="008FA8"/>
              </a:solidFill>
              <a:prstDash val="solid"/>
            </a:ln>
          </c:spPr>
          <c:marker>
            <c:symbol val="square"/>
            <c:size val="8"/>
            <c:spPr>
              <a:solidFill xmlns:a="http://schemas.openxmlformats.org/drawingml/2006/main">
                <a:srgbClr val="008FA8"/>
              </a:solidFill>
              <a:ln xmlns:a="http://schemas.openxmlformats.org/drawingml/2006/main" w="12700">
                <a:solidFill>
                  <a:srgbClr val="008FA8"/>
                </a:solidFill>
              </a:ln>
            </c:spPr>
          </c:marker>
          <c:xVal>
            <c:numRef>
              <c:f>'Data'!$C$2:$C$6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</c:numCache>
            </c:numRef>
          </c:xVal>
          <c:yVal>
            <c:numRef>
              <c:f>'Data'!$D$2:$D$6</c:f>
              <c:numCache>
                <c:formatCode>0</c:formatCode>
                <c:ptCount val="5"/>
                <c:pt idx="0">
                  <c:v>6.028431006272634</c:v>
                </c:pt>
                <c:pt idx="1">
                  <c:v>4.293510910537508</c:v>
                </c:pt>
                <c:pt idx="2">
                  <c:v>3.684978246026569</c:v>
                </c:pt>
                <c:pt idx="3">
                  <c:v>3.322905633846919</c:v>
                </c:pt>
                <c:pt idx="4">
                  <c:v>3.335193439986971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.3"/>
          <c:min val="2"/>
        </c:scaling>
        <c:delete val="0"/>
        <c:axPos val="l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Latency (s/image)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es val="min"/>
        <c:majorUnit val="1"/>
      </c:valAx>
      <c:valAx>
        <c:axId val="48650112"/>
        <c:scaling>
          <c:orientation val="minMax"/>
          <c:max val="9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DDDD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Cache interval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22222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8573">
            <a:solidFill>
              <a:srgbClr val="5555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crosses val="mi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7620">
          <a:solidFill>
            <a:srgbClr val="777777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22222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Workbook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Chart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4762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0d896cee5645f0"/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mlns:a="http://schemas.openxmlformats.org/drawingml/2006/main" x="4762500" y="0"/>
          <a:ext xmlns:a="http://schemas.openxmlformats.org/drawingml/2006/main" cx="4762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78df32073f4ac2"/>
          </a:graphicData>
        </a:graphic>
      </p:graphicFrame>
    </p:spTree>
    <p:extLst>
      <p:ext uri="{BB962C8B-B14F-4D97-AF65-F5344CB8AC3E}">
        <p14:creationId xmlns:p14="http://schemas.microsoft.com/office/powerpoint/2010/main" val="1979872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2026-09-23T20:45:33.7190000Z</dcterms:created>
  <dcterms:modified xsi:type="dcterms:W3CDTF">2026-09-23T20:45:33.7190000Z</dcterms:modified>
</coreProperties>
</file>