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4572000" cy="1905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6. Natural-workload reuse in Show-o2-7B with DepGraph-U (Exact). Panel (a) counts all six historical Exact-DLS workloads, 24,769 examples. 20,014 examples (80.8%) execute no incremental call. This is an example fraction. Benchmark zero counts: MMMU 740/900, MMStar 940/1500, AI2D 2895/3088, MME 1980/2374, MMBench-EN 3701/4329, GQA 9758/12578. Panel (b) retains every one of 1,500 MMStar samples, with deterministic horizontal jitter and log2(1+calls) spacing. Speedup divides the same-pruning-policy reference latency by Exact latency. The reference uses the reconstructed FlashU policy with no KV and all-position logits; the Exact arm includes compatible KV and last-position projection. These are not speedups versus native Show-o2. All paired MMStar generated token sequences match. Gold diamonds denote bin medians for 0, 1–2, 3–8, and 9+ incremental calls: 1.066396, 1.880303, 2.609816, 3.794610, with n=940,121,298,141. The removed footer numbers remain valid ratios of dataset latency statistics: median 1.076x, mean 2.338x, P95 4.115x. They are not quantiles or means of per-example speedups. Full equality is relative to the chosen reference policy, not native Show-o2. This natural distribution describes association, not a controlled causal estimate. Source: remote_experiments/understanding_final_audit_20260905, six source paths in ZERO_INCREMENTAL_SAMPLE_AUDIT.json and matched cap128 MMStar timing logs. Visual structure retained from the supplied editable Figure6.pptx, drawing on OmniFit Figures 3 and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16" name="Panel a"/>
          <p:cNvSpPr>
            <a:spLocks noGrp="1"/>
          </p:cNvSpPr>
          <p:nvPr/>
        </p:nvSpPr>
        <p:spPr>
          <a:xfrm>
            <a:off x="541020" y="0"/>
            <a:ext cx="152400" cy="13995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935" b="0" i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35" b="0" i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(a)</a:t>
            </a:r>
            <a:endParaRPr sz="935" b="0" i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Panel a title"/>
          <p:cNvSpPr>
            <a:spLocks noGrp="1"/>
          </p:cNvSpPr>
          <p:nvPr/>
        </p:nvSpPr>
        <p:spPr>
          <a:xfrm>
            <a:off x="699770" y="0"/>
            <a:ext cx="1657350" cy="13995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935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84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Reuse Opportunity</a:t>
            </a:r>
            <a:endParaRPr sz="840" b="0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A scope"/>
          <p:cNvSpPr>
            <a:spLocks noGrp="1"/>
          </p:cNvSpPr>
          <p:nvPr/>
        </p:nvSpPr>
        <p:spPr>
          <a:xfrm>
            <a:off x="298450" y="132184"/>
            <a:ext cx="685800" cy="933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10" b="0" i="1">
                <a:solidFill>
                  <a:srgbClr val="5D5D5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510" b="0" i="1">
                <a:solidFill>
                  <a:srgbClr val="5D5D5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 tasks · n = 24,769</a:t>
            </a:r>
            <a:endParaRPr sz="510" b="0" i="1">
              <a:solidFill>
                <a:srgbClr val="5D5D5D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A zero marker"/>
          <p:cNvSpPr>
            <a:spLocks noGrp="1"/>
          </p:cNvSpPr>
          <p:nvPr/>
        </p:nvSpPr>
        <p:spPr>
          <a:xfrm>
            <a:off x="1003300" y="155510"/>
            <a:ext cx="57150" cy="54429"/>
          </a:xfrm>
          <a:prstGeom prst="rect">
            <a:avLst/>
          </a:prstGeom>
          <a:solidFill>
            <a:srgbClr val="087FA9"/>
          </a:solidFill>
          <a:ln w="0">
            <a:noFill/>
          </a:ln>
        </p:spPr>
      </p:sp>
      <p:sp>
        <p:nvSpPr>
          <p:cNvPr id="5" name="A zero label"/>
          <p:cNvSpPr>
            <a:spLocks noGrp="1"/>
          </p:cNvSpPr>
          <p:nvPr/>
        </p:nvSpPr>
        <p:spPr>
          <a:xfrm>
            <a:off x="1079500" y="139959"/>
            <a:ext cx="419100" cy="933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515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515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 incremental</a:t>
            </a:r>
            <a:endParaRPr sz="515" b="0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A reach marker"/>
          <p:cNvSpPr>
            <a:spLocks noGrp="1"/>
          </p:cNvSpPr>
          <p:nvPr/>
        </p:nvSpPr>
        <p:spPr>
          <a:xfrm>
            <a:off x="1492250" y="155510"/>
            <a:ext cx="57150" cy="54429"/>
          </a:xfrm>
          <a:prstGeom prst="rect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7" name="A reach label"/>
          <p:cNvSpPr>
            <a:spLocks noGrp="1"/>
          </p:cNvSpPr>
          <p:nvPr/>
        </p:nvSpPr>
        <p:spPr>
          <a:xfrm>
            <a:off x="1568450" y="139959"/>
            <a:ext cx="482600" cy="933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515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515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≥1 incremental</a:t>
            </a:r>
            <a:endParaRPr sz="515" b="0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A plot"/>
          <p:cNvSpPr>
            <a:spLocks noGrp="1"/>
          </p:cNvSpPr>
          <p:nvPr/>
        </p:nvSpPr>
        <p:spPr>
          <a:xfrm>
            <a:off x="304800" y="295469"/>
            <a:ext cx="1739900" cy="979714"/>
          </a:xfrm>
          <a:prstGeom prst="rect">
            <a:avLst/>
          </a:prstGeom>
          <a:solidFill>
            <a:srgbClr val="FFFFFF"/>
          </a:solidFill>
          <a:ln w="8573">
            <a:solidFill>
              <a:srgbClr val="000000"/>
            </a:solidFill>
            <a:prstDash val="solid"/>
          </a:ln>
        </p:spPr>
      </p:sp>
      <p:sp>
        <p:nvSpPr>
          <p:cNvPr id="9" name="A tick 0"/>
          <p:cNvSpPr>
            <a:spLocks noGrp="1"/>
          </p:cNvSpPr>
          <p:nvPr/>
        </p:nvSpPr>
        <p:spPr>
          <a:xfrm>
            <a:off x="114300" y="1228531"/>
            <a:ext cx="158750" cy="933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50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50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0%</a:t>
            </a:r>
            <a:endParaRPr sz="500" b="0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A tick mark 0"/>
          <p:cNvSpPr>
            <a:spLocks noGrp="1"/>
          </p:cNvSpPr>
          <p:nvPr/>
        </p:nvSpPr>
        <p:spPr>
          <a:xfrm>
            <a:off x="285750" y="1275184"/>
            <a:ext cx="19050" cy="95"/>
          </a:xfrm>
          <a:prstGeom prst="line">
            <a:avLst/>
          </a:prstGeom>
          <a:noFill/>
          <a:ln w="5858">
            <a:solidFill>
              <a:srgbClr val="000000"/>
            </a:solidFill>
            <a:prstDash val="solid"/>
          </a:ln>
        </p:spPr>
      </p:sp>
      <p:sp>
        <p:nvSpPr>
          <p:cNvPr id="11" name="A grid 50"/>
          <p:cNvSpPr>
            <a:spLocks noGrp="1"/>
          </p:cNvSpPr>
          <p:nvPr/>
        </p:nvSpPr>
        <p:spPr>
          <a:xfrm>
            <a:off x="304800" y="785327"/>
            <a:ext cx="1739900" cy="95"/>
          </a:xfrm>
          <a:prstGeom prst="line">
            <a:avLst/>
          </a:prstGeom>
          <a:noFill/>
          <a:ln w="4296">
            <a:solidFill>
              <a:srgbClr val="D1D1D1"/>
            </a:solidFill>
            <a:prstDash val="dash"/>
          </a:ln>
        </p:spPr>
      </p:sp>
      <p:sp>
        <p:nvSpPr>
          <p:cNvPr id="12" name="A tick 50"/>
          <p:cNvSpPr>
            <a:spLocks noGrp="1"/>
          </p:cNvSpPr>
          <p:nvPr/>
        </p:nvSpPr>
        <p:spPr>
          <a:xfrm>
            <a:off x="114300" y="738673"/>
            <a:ext cx="158750" cy="933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50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50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50%</a:t>
            </a:r>
            <a:endParaRPr sz="500" b="0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A tick mark 50"/>
          <p:cNvSpPr>
            <a:spLocks noGrp="1"/>
          </p:cNvSpPr>
          <p:nvPr/>
        </p:nvSpPr>
        <p:spPr>
          <a:xfrm>
            <a:off x="285750" y="785327"/>
            <a:ext cx="19050" cy="95"/>
          </a:xfrm>
          <a:prstGeom prst="line">
            <a:avLst/>
          </a:prstGeom>
          <a:noFill/>
          <a:ln w="5858">
            <a:solidFill>
              <a:srgbClr val="000000"/>
            </a:solidFill>
            <a:prstDash val="solid"/>
          </a:ln>
        </p:spPr>
      </p:sp>
      <p:sp>
        <p:nvSpPr>
          <p:cNvPr id="14" name="A tick 100"/>
          <p:cNvSpPr>
            <a:spLocks noGrp="1"/>
          </p:cNvSpPr>
          <p:nvPr/>
        </p:nvSpPr>
        <p:spPr>
          <a:xfrm>
            <a:off x="114300" y="248816"/>
            <a:ext cx="158750" cy="933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50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50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100%</a:t>
            </a:r>
            <a:endParaRPr sz="500" b="0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A tick mark 100"/>
          <p:cNvSpPr>
            <a:spLocks noGrp="1"/>
          </p:cNvSpPr>
          <p:nvPr/>
        </p:nvSpPr>
        <p:spPr>
          <a:xfrm>
            <a:off x="285750" y="295469"/>
            <a:ext cx="19050" cy="95"/>
          </a:xfrm>
          <a:prstGeom prst="line">
            <a:avLst/>
          </a:prstGeom>
          <a:noFill/>
          <a:ln w="5858">
            <a:solidFill>
              <a:srgbClr val="000000"/>
            </a:solidFill>
            <a:prstDash val="solid"/>
          </a:ln>
        </p:spPr>
      </p:sp>
      <p:sp>
        <p:nvSpPr>
          <p:cNvPr id="16" name="A y label"/>
          <p:cNvSpPr>
            <a:spLocks noGrp="1"/>
          </p:cNvSpPr>
          <p:nvPr/>
        </p:nvSpPr>
        <p:spPr>
          <a:xfrm rot="16200000">
            <a:off x="6350" y="559837"/>
            <a:ext cx="101600" cy="54428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85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585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Example proportion</a:t>
            </a:r>
            <a:endParaRPr sz="585" b="0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A Overall reach"/>
          <p:cNvSpPr>
            <a:spLocks noGrp="1"/>
          </p:cNvSpPr>
          <p:nvPr/>
        </p:nvSpPr>
        <p:spPr>
          <a:xfrm>
            <a:off x="368300" y="295469"/>
            <a:ext cx="158750" cy="188105"/>
          </a:xfrm>
          <a:prstGeom prst="rect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8" name="A Overall zero"/>
          <p:cNvSpPr>
            <a:spLocks noGrp="1"/>
          </p:cNvSpPr>
          <p:nvPr/>
        </p:nvSpPr>
        <p:spPr>
          <a:xfrm>
            <a:off x="368300" y="483575"/>
            <a:ext cx="158750" cy="791609"/>
          </a:xfrm>
          <a:prstGeom prst="rect">
            <a:avLst/>
          </a:prstGeom>
          <a:solidFill>
            <a:srgbClr val="087FA9"/>
          </a:solidFill>
          <a:ln w="0">
            <a:noFill/>
          </a:ln>
        </p:spPr>
      </p:sp>
      <p:sp>
        <p:nvSpPr>
          <p:cNvPr id="19" name="A overall outline"/>
          <p:cNvSpPr>
            <a:spLocks noGrp="1"/>
          </p:cNvSpPr>
          <p:nvPr/>
        </p:nvSpPr>
        <p:spPr>
          <a:xfrm>
            <a:off x="361950" y="287694"/>
            <a:ext cx="171450" cy="995265"/>
          </a:xfrm>
          <a:prstGeom prst="rect">
            <a:avLst/>
          </a:prstGeom>
          <a:noFill/>
          <a:ln w="10478">
            <a:solidFill>
              <a:srgbClr val="000000"/>
            </a:solidFill>
            <a:prstDash val="solid"/>
          </a:ln>
        </p:spPr>
      </p:sp>
      <p:sp>
        <p:nvSpPr>
          <p:cNvPr id="20" name="A Overall reach value"/>
          <p:cNvSpPr>
            <a:spLocks noGrp="1"/>
          </p:cNvSpPr>
          <p:nvPr/>
        </p:nvSpPr>
        <p:spPr>
          <a:xfrm>
            <a:off x="355600" y="354532"/>
            <a:ext cx="184150" cy="699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25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425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19.2%</a:t>
            </a:r>
            <a:endParaRPr sz="425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A overall zero value"/>
          <p:cNvSpPr>
            <a:spLocks noGrp="1"/>
          </p:cNvSpPr>
          <p:nvPr/>
        </p:nvSpPr>
        <p:spPr>
          <a:xfrm>
            <a:off x="342900" y="777313"/>
            <a:ext cx="209550" cy="933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3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530" b="1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80.8%</a:t>
            </a:r>
            <a:endParaRPr sz="530" b="1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2" name="A Overall x label"/>
          <p:cNvSpPr>
            <a:spLocks noGrp="1"/>
          </p:cNvSpPr>
          <p:nvPr/>
        </p:nvSpPr>
        <p:spPr>
          <a:xfrm>
            <a:off x="317500" y="1290735"/>
            <a:ext cx="260350" cy="1088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60" b="1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460" b="1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Overall</a:t>
            </a:r>
            <a:endParaRPr sz="460" b="1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A MMMU reach"/>
          <p:cNvSpPr>
            <a:spLocks noGrp="1"/>
          </p:cNvSpPr>
          <p:nvPr/>
        </p:nvSpPr>
        <p:spPr>
          <a:xfrm>
            <a:off x="603250" y="295469"/>
            <a:ext cx="158750" cy="174389"/>
          </a:xfrm>
          <a:prstGeom prst="rect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24" name="A MMMU zero"/>
          <p:cNvSpPr>
            <a:spLocks noGrp="1"/>
          </p:cNvSpPr>
          <p:nvPr/>
        </p:nvSpPr>
        <p:spPr>
          <a:xfrm>
            <a:off x="603250" y="469859"/>
            <a:ext cx="158750" cy="805325"/>
          </a:xfrm>
          <a:prstGeom prst="rect">
            <a:avLst/>
          </a:prstGeom>
          <a:solidFill>
            <a:srgbClr val="087FA9"/>
          </a:solidFill>
          <a:ln w="0">
            <a:noFill/>
          </a:ln>
        </p:spPr>
      </p:sp>
      <p:sp>
        <p:nvSpPr>
          <p:cNvPr id="25" name="A MMMU reach value"/>
          <p:cNvSpPr>
            <a:spLocks noGrp="1"/>
          </p:cNvSpPr>
          <p:nvPr/>
        </p:nvSpPr>
        <p:spPr>
          <a:xfrm>
            <a:off x="590550" y="347674"/>
            <a:ext cx="184150" cy="699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25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425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17.8%</a:t>
            </a:r>
            <a:endParaRPr sz="425" b="0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A MMMU x label"/>
          <p:cNvSpPr>
            <a:spLocks noGrp="1"/>
          </p:cNvSpPr>
          <p:nvPr/>
        </p:nvSpPr>
        <p:spPr>
          <a:xfrm>
            <a:off x="552450" y="1290735"/>
            <a:ext cx="260350" cy="1088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75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475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MMMU</a:t>
            </a:r>
            <a:endParaRPr sz="475" b="0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7" name="A MMStar reach"/>
          <p:cNvSpPr>
            <a:spLocks noGrp="1"/>
          </p:cNvSpPr>
          <p:nvPr/>
        </p:nvSpPr>
        <p:spPr>
          <a:xfrm>
            <a:off x="838200" y="295469"/>
            <a:ext cx="158750" cy="365433"/>
          </a:xfrm>
          <a:prstGeom prst="rect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28" name="A MMStar zero"/>
          <p:cNvSpPr>
            <a:spLocks noGrp="1"/>
          </p:cNvSpPr>
          <p:nvPr/>
        </p:nvSpPr>
        <p:spPr>
          <a:xfrm>
            <a:off x="838200" y="660903"/>
            <a:ext cx="158750" cy="614281"/>
          </a:xfrm>
          <a:prstGeom prst="rect">
            <a:avLst/>
          </a:prstGeom>
          <a:solidFill>
            <a:srgbClr val="087FA9"/>
          </a:solidFill>
          <a:ln w="0">
            <a:noFill/>
          </a:ln>
        </p:spPr>
      </p:sp>
      <p:sp>
        <p:nvSpPr>
          <p:cNvPr id="29" name="A MMStar reach value"/>
          <p:cNvSpPr>
            <a:spLocks noGrp="1"/>
          </p:cNvSpPr>
          <p:nvPr/>
        </p:nvSpPr>
        <p:spPr>
          <a:xfrm>
            <a:off x="825500" y="443196"/>
            <a:ext cx="184150" cy="699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25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425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37.3%</a:t>
            </a:r>
            <a:endParaRPr sz="425" b="0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0" name="A MMStar x label"/>
          <p:cNvSpPr>
            <a:spLocks noGrp="1"/>
          </p:cNvSpPr>
          <p:nvPr/>
        </p:nvSpPr>
        <p:spPr>
          <a:xfrm>
            <a:off x="787400" y="1290735"/>
            <a:ext cx="260350" cy="1088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75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475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MMStar</a:t>
            </a:r>
            <a:endParaRPr sz="475" b="0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1" name="A AI2D reach"/>
          <p:cNvSpPr>
            <a:spLocks noGrp="1"/>
          </p:cNvSpPr>
          <p:nvPr/>
        </p:nvSpPr>
        <p:spPr>
          <a:xfrm>
            <a:off x="1073150" y="295469"/>
            <a:ext cx="158750" cy="60742"/>
          </a:xfrm>
          <a:prstGeom prst="rect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32" name="A AI2D zero"/>
          <p:cNvSpPr>
            <a:spLocks noGrp="1"/>
          </p:cNvSpPr>
          <p:nvPr/>
        </p:nvSpPr>
        <p:spPr>
          <a:xfrm>
            <a:off x="1073150" y="356212"/>
            <a:ext cx="158750" cy="918972"/>
          </a:xfrm>
          <a:prstGeom prst="rect">
            <a:avLst/>
          </a:prstGeom>
          <a:solidFill>
            <a:srgbClr val="087FA9"/>
          </a:solidFill>
          <a:ln w="0">
            <a:noFill/>
          </a:ln>
        </p:spPr>
      </p:sp>
      <p:sp>
        <p:nvSpPr>
          <p:cNvPr id="33" name="A AI2D reach value"/>
          <p:cNvSpPr>
            <a:spLocks noGrp="1"/>
          </p:cNvSpPr>
          <p:nvPr/>
        </p:nvSpPr>
        <p:spPr>
          <a:xfrm>
            <a:off x="1060450" y="293914"/>
            <a:ext cx="184150" cy="699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385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385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6.2%</a:t>
            </a:r>
            <a:endParaRPr sz="385" b="0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4" name="A AI2D x label"/>
          <p:cNvSpPr>
            <a:spLocks noGrp="1"/>
          </p:cNvSpPr>
          <p:nvPr/>
        </p:nvSpPr>
        <p:spPr>
          <a:xfrm>
            <a:off x="1022350" y="1290735"/>
            <a:ext cx="260350" cy="1088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75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475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AI2D</a:t>
            </a:r>
            <a:endParaRPr sz="475" b="0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5" name="A MME reach"/>
          <p:cNvSpPr>
            <a:spLocks noGrp="1"/>
          </p:cNvSpPr>
          <p:nvPr/>
        </p:nvSpPr>
        <p:spPr>
          <a:xfrm>
            <a:off x="1308100" y="295469"/>
            <a:ext cx="158750" cy="162633"/>
          </a:xfrm>
          <a:prstGeom prst="rect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36" name="A MME zero"/>
          <p:cNvSpPr>
            <a:spLocks noGrp="1"/>
          </p:cNvSpPr>
          <p:nvPr/>
        </p:nvSpPr>
        <p:spPr>
          <a:xfrm>
            <a:off x="1308100" y="458102"/>
            <a:ext cx="158750" cy="817082"/>
          </a:xfrm>
          <a:prstGeom prst="rect">
            <a:avLst/>
          </a:prstGeom>
          <a:solidFill>
            <a:srgbClr val="087FA9"/>
          </a:solidFill>
          <a:ln w="0">
            <a:noFill/>
          </a:ln>
        </p:spPr>
      </p:sp>
      <p:sp>
        <p:nvSpPr>
          <p:cNvPr id="37" name="A MME reach value"/>
          <p:cNvSpPr>
            <a:spLocks noGrp="1"/>
          </p:cNvSpPr>
          <p:nvPr/>
        </p:nvSpPr>
        <p:spPr>
          <a:xfrm>
            <a:off x="1295400" y="341796"/>
            <a:ext cx="184150" cy="699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25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425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16.6%</a:t>
            </a:r>
            <a:endParaRPr sz="425" b="0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8" name="A MME x label"/>
          <p:cNvSpPr>
            <a:spLocks noGrp="1"/>
          </p:cNvSpPr>
          <p:nvPr/>
        </p:nvSpPr>
        <p:spPr>
          <a:xfrm>
            <a:off x="1257300" y="1290735"/>
            <a:ext cx="260350" cy="1088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75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475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MME</a:t>
            </a:r>
            <a:endParaRPr sz="475" b="0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9" name="A MMBench-EN reach"/>
          <p:cNvSpPr>
            <a:spLocks noGrp="1"/>
          </p:cNvSpPr>
          <p:nvPr/>
        </p:nvSpPr>
        <p:spPr>
          <a:xfrm>
            <a:off x="1543050" y="295469"/>
            <a:ext cx="158750" cy="142059"/>
          </a:xfrm>
          <a:prstGeom prst="rect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40" name="A MMBench-EN zero"/>
          <p:cNvSpPr>
            <a:spLocks noGrp="1"/>
          </p:cNvSpPr>
          <p:nvPr/>
        </p:nvSpPr>
        <p:spPr>
          <a:xfrm>
            <a:off x="1543050" y="437528"/>
            <a:ext cx="158750" cy="837656"/>
          </a:xfrm>
          <a:prstGeom prst="rect">
            <a:avLst/>
          </a:prstGeom>
          <a:solidFill>
            <a:srgbClr val="087FA9"/>
          </a:solidFill>
          <a:ln w="0">
            <a:noFill/>
          </a:ln>
        </p:spPr>
      </p:sp>
      <p:sp>
        <p:nvSpPr>
          <p:cNvPr id="41" name="A MMBench-EN reach value"/>
          <p:cNvSpPr>
            <a:spLocks noGrp="1"/>
          </p:cNvSpPr>
          <p:nvPr/>
        </p:nvSpPr>
        <p:spPr>
          <a:xfrm>
            <a:off x="1530350" y="331509"/>
            <a:ext cx="184150" cy="699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25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425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14.5%</a:t>
            </a:r>
            <a:endParaRPr sz="425" b="0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2" name="A MMBench-EN x label"/>
          <p:cNvSpPr>
            <a:spLocks noGrp="1"/>
          </p:cNvSpPr>
          <p:nvPr/>
        </p:nvSpPr>
        <p:spPr>
          <a:xfrm>
            <a:off x="1492250" y="1290735"/>
            <a:ext cx="260350" cy="1088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25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425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MMB-EN</a:t>
            </a:r>
            <a:endParaRPr sz="425" b="0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3" name="A GQA reach"/>
          <p:cNvSpPr>
            <a:spLocks noGrp="1"/>
          </p:cNvSpPr>
          <p:nvPr/>
        </p:nvSpPr>
        <p:spPr>
          <a:xfrm>
            <a:off x="1778000" y="295469"/>
            <a:ext cx="158750" cy="219456"/>
          </a:xfrm>
          <a:prstGeom prst="rect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44" name="A GQA zero"/>
          <p:cNvSpPr>
            <a:spLocks noGrp="1"/>
          </p:cNvSpPr>
          <p:nvPr/>
        </p:nvSpPr>
        <p:spPr>
          <a:xfrm>
            <a:off x="1778000" y="514925"/>
            <a:ext cx="158750" cy="760258"/>
          </a:xfrm>
          <a:prstGeom prst="rect">
            <a:avLst/>
          </a:prstGeom>
          <a:solidFill>
            <a:srgbClr val="087FA9"/>
          </a:solidFill>
          <a:ln w="0">
            <a:noFill/>
          </a:ln>
        </p:spPr>
      </p:sp>
      <p:sp>
        <p:nvSpPr>
          <p:cNvPr id="45" name="A GQA reach value"/>
          <p:cNvSpPr>
            <a:spLocks noGrp="1"/>
          </p:cNvSpPr>
          <p:nvPr/>
        </p:nvSpPr>
        <p:spPr>
          <a:xfrm>
            <a:off x="1765300" y="370208"/>
            <a:ext cx="184150" cy="699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25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425" b="0" i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22.4%</a:t>
            </a:r>
            <a:endParaRPr sz="425" b="0" i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6" name="A GQA x label"/>
          <p:cNvSpPr>
            <a:spLocks noGrp="1"/>
          </p:cNvSpPr>
          <p:nvPr/>
        </p:nvSpPr>
        <p:spPr>
          <a:xfrm>
            <a:off x="1727200" y="1290735"/>
            <a:ext cx="260350" cy="1088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75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475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GQA</a:t>
            </a:r>
            <a:endParaRPr sz="475" b="0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7" name="A x label"/>
          <p:cNvSpPr>
            <a:spLocks noGrp="1"/>
          </p:cNvSpPr>
          <p:nvPr/>
        </p:nvSpPr>
        <p:spPr>
          <a:xfrm>
            <a:off x="704850" y="1407367"/>
            <a:ext cx="920750" cy="10108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8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58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Benchmark</a:t>
            </a:r>
            <a:endParaRPr sz="580" b="0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8" name="A main message"/>
          <p:cNvSpPr>
            <a:spLocks noGrp="1"/>
          </p:cNvSpPr>
          <p:nvPr/>
        </p:nvSpPr>
        <p:spPr>
          <a:xfrm>
            <a:off x="215900" y="1539551"/>
            <a:ext cx="1854200" cy="1088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15" b="1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515" b="1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80.8% (20,014 / 24,769) never reach reuse</a:t>
            </a:r>
            <a:endParaRPr sz="515" b="1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9" name="A clarification"/>
          <p:cNvSpPr>
            <a:spLocks noGrp="1"/>
          </p:cNvSpPr>
          <p:nvPr/>
        </p:nvSpPr>
        <p:spPr>
          <a:xfrm>
            <a:off x="457200" y="1648408"/>
            <a:ext cx="1371600" cy="855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475" b="0" i="1">
                <a:solidFill>
                  <a:srgbClr val="5D5D5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475" b="0" i="1">
                <a:solidFill>
                  <a:srgbClr val="5D5D5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Show-o2-7B · DepGraph-U (Exact)</a:t>
            </a:r>
            <a:endParaRPr sz="475" b="0" i="1">
              <a:solidFill>
                <a:srgbClr val="5D5D5D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0" name="Panel separator"/>
          <p:cNvSpPr>
            <a:spLocks noGrp="1"/>
          </p:cNvSpPr>
          <p:nvPr/>
        </p:nvSpPr>
        <p:spPr>
          <a:xfrm>
            <a:off x="2095500" y="31102"/>
            <a:ext cx="95" cy="1726163"/>
          </a:xfrm>
          <a:prstGeom prst="line">
            <a:avLst/>
          </a:prstGeom>
          <a:noFill/>
          <a:ln w="4686">
            <a:solidFill>
              <a:srgbClr val="B8B8B8"/>
            </a:solidFill>
            <a:prstDash val="solid"/>
          </a:ln>
        </p:spPr>
      </p:sp>
      <p:sp>
        <p:nvSpPr>
          <p:cNvPr id="51" name="Panel b"/>
          <p:cNvSpPr>
            <a:spLocks noGrp="1"/>
          </p:cNvSpPr>
          <p:nvPr/>
        </p:nvSpPr>
        <p:spPr>
          <a:xfrm>
            <a:off x="2619375" y="0"/>
            <a:ext cx="152400" cy="13995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935" b="0" i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35" b="0" i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(b)</a:t>
            </a:r>
            <a:endParaRPr sz="935" b="0" i="1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2" name="Panel b title"/>
          <p:cNvSpPr>
            <a:spLocks noGrp="1"/>
          </p:cNvSpPr>
          <p:nvPr/>
        </p:nvSpPr>
        <p:spPr>
          <a:xfrm>
            <a:off x="2778157" y="0"/>
            <a:ext cx="1977390" cy="1399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935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935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Reuse Calls and Speedup</a:t>
            </a:r>
            <a:endParaRPr sz="935" b="0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3" name="B scope"/>
          <p:cNvSpPr>
            <a:spLocks noGrp="1"/>
          </p:cNvSpPr>
          <p:nvPr/>
        </p:nvSpPr>
        <p:spPr>
          <a:xfrm>
            <a:off x="2228850" y="132184"/>
            <a:ext cx="1079500" cy="933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465" b="0" i="1">
                <a:solidFill>
                  <a:srgbClr val="5D5D5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465" b="0" i="1">
                <a:solidFill>
                  <a:srgbClr val="5D5D5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MMStar · n = 1,500</a:t>
            </a:r>
            <a:endParaRPr sz="465" b="0" i="1">
              <a:solidFill>
                <a:srgbClr val="5D5D5D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4" name="B zero marker"/>
          <p:cNvSpPr>
            <a:spLocks noGrp="1"/>
          </p:cNvSpPr>
          <p:nvPr/>
        </p:nvSpPr>
        <p:spPr>
          <a:xfrm>
            <a:off x="3308350" y="157065"/>
            <a:ext cx="41275" cy="50541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5" name="B zero label"/>
          <p:cNvSpPr>
            <a:spLocks noGrp="1"/>
          </p:cNvSpPr>
          <p:nvPr/>
        </p:nvSpPr>
        <p:spPr>
          <a:xfrm>
            <a:off x="3378200" y="139959"/>
            <a:ext cx="273050" cy="933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515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515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 calls</a:t>
            </a:r>
            <a:endParaRPr sz="515" b="0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6" name="B reach marker"/>
          <p:cNvSpPr>
            <a:spLocks noGrp="1"/>
          </p:cNvSpPr>
          <p:nvPr/>
        </p:nvSpPr>
        <p:spPr>
          <a:xfrm>
            <a:off x="3657600" y="157065"/>
            <a:ext cx="41275" cy="50541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57" name="B reach label"/>
          <p:cNvSpPr>
            <a:spLocks noGrp="1"/>
          </p:cNvSpPr>
          <p:nvPr/>
        </p:nvSpPr>
        <p:spPr>
          <a:xfrm>
            <a:off x="3727450" y="139959"/>
            <a:ext cx="273050" cy="933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515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515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≥1 call</a:t>
            </a:r>
            <a:endParaRPr sz="515" b="0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8" name="B median marker"/>
          <p:cNvSpPr>
            <a:spLocks noGrp="1"/>
          </p:cNvSpPr>
          <p:nvPr/>
        </p:nvSpPr>
        <p:spPr>
          <a:xfrm>
            <a:off x="4013200" y="151622"/>
            <a:ext cx="50800" cy="62204"/>
          </a:xfrm>
          <a:prstGeom prst="diamond">
            <a:avLst/>
          </a:prstGeom>
          <a:solidFill>
            <a:srgbClr val="FFFFFF"/>
          </a:solidFill>
          <a:ln w="11430">
            <a:solidFill>
              <a:srgbClr val="C99A36"/>
            </a:solidFill>
            <a:prstDash val="solid"/>
          </a:ln>
        </p:spPr>
      </p:sp>
      <p:sp>
        <p:nvSpPr>
          <p:cNvPr id="59" name="B median label"/>
          <p:cNvSpPr>
            <a:spLocks noGrp="1"/>
          </p:cNvSpPr>
          <p:nvPr/>
        </p:nvSpPr>
        <p:spPr>
          <a:xfrm>
            <a:off x="4089400" y="139959"/>
            <a:ext cx="323850" cy="933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515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515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bin median</a:t>
            </a:r>
            <a:endParaRPr sz="515" b="0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0" name="B plot"/>
          <p:cNvSpPr>
            <a:spLocks noGrp="1"/>
          </p:cNvSpPr>
          <p:nvPr/>
        </p:nvSpPr>
        <p:spPr>
          <a:xfrm>
            <a:off x="2419350" y="295469"/>
            <a:ext cx="2076450" cy="979714"/>
          </a:xfrm>
          <a:prstGeom prst="rect">
            <a:avLst/>
          </a:prstGeom>
          <a:solidFill>
            <a:srgbClr val="FFFFFF"/>
          </a:solidFill>
          <a:ln w="8573">
            <a:solidFill>
              <a:srgbClr val="000000"/>
            </a:solidFill>
            <a:prstDash val="solid"/>
          </a:ln>
        </p:spPr>
      </p:sp>
      <p:sp>
        <p:nvSpPr>
          <p:cNvPr id="61" name="B zero-call region"/>
          <p:cNvSpPr>
            <a:spLocks noGrp="1"/>
          </p:cNvSpPr>
          <p:nvPr/>
        </p:nvSpPr>
        <p:spPr>
          <a:xfrm>
            <a:off x="2424430" y="301690"/>
            <a:ext cx="227870" cy="967273"/>
          </a:xfrm>
          <a:prstGeom prst="rect">
            <a:avLst/>
          </a:prstGeom>
          <a:solidFill>
            <a:srgbClr val="E7F0F6"/>
          </a:solidFill>
          <a:ln w="0">
            <a:noFill/>
          </a:ln>
        </p:spPr>
      </p:sp>
      <p:sp>
        <p:nvSpPr>
          <p:cNvPr id="62" name="B zero-call threshold"/>
          <p:cNvSpPr>
            <a:spLocks noGrp="1"/>
          </p:cNvSpPr>
          <p:nvPr/>
        </p:nvSpPr>
        <p:spPr>
          <a:xfrm>
            <a:off x="2652300" y="295469"/>
            <a:ext cx="95" cy="979714"/>
          </a:xfrm>
          <a:prstGeom prst="line">
            <a:avLst/>
          </a:prstGeom>
          <a:noFill/>
          <a:ln w="5467">
            <a:solidFill>
              <a:srgbClr val="76B3D3"/>
            </a:solidFill>
            <a:prstDash val="dash"/>
          </a:ln>
        </p:spPr>
      </p:sp>
      <p:sp>
        <p:nvSpPr>
          <p:cNvPr id="63" name="B x tick mark 0"/>
          <p:cNvSpPr>
            <a:spLocks noGrp="1"/>
          </p:cNvSpPr>
          <p:nvPr/>
        </p:nvSpPr>
        <p:spPr>
          <a:xfrm>
            <a:off x="2528237" y="1275184"/>
            <a:ext cx="95" cy="23327"/>
          </a:xfrm>
          <a:prstGeom prst="line">
            <a:avLst/>
          </a:prstGeom>
          <a:noFill/>
          <a:ln w="5467">
            <a:solidFill>
              <a:srgbClr val="000000"/>
            </a:solidFill>
            <a:prstDash val="solid"/>
          </a:ln>
        </p:spPr>
      </p:sp>
      <p:sp>
        <p:nvSpPr>
          <p:cNvPr id="64" name="B x tick 0"/>
          <p:cNvSpPr>
            <a:spLocks noGrp="1"/>
          </p:cNvSpPr>
          <p:nvPr/>
        </p:nvSpPr>
        <p:spPr>
          <a:xfrm>
            <a:off x="2464737" y="1290735"/>
            <a:ext cx="127000" cy="933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6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46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endParaRPr sz="460" b="0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5" name="B x grid 1"/>
          <p:cNvSpPr>
            <a:spLocks noGrp="1"/>
          </p:cNvSpPr>
          <p:nvPr/>
        </p:nvSpPr>
        <p:spPr>
          <a:xfrm>
            <a:off x="2814782" y="295469"/>
            <a:ext cx="95" cy="979714"/>
          </a:xfrm>
          <a:prstGeom prst="line">
            <a:avLst/>
          </a:prstGeom>
          <a:noFill/>
          <a:ln w="3905">
            <a:solidFill>
              <a:srgbClr val="D1D1D1"/>
            </a:solidFill>
            <a:prstDash val="dash"/>
          </a:ln>
        </p:spPr>
      </p:sp>
      <p:sp>
        <p:nvSpPr>
          <p:cNvPr id="66" name="B x tick mark 1"/>
          <p:cNvSpPr>
            <a:spLocks noGrp="1"/>
          </p:cNvSpPr>
          <p:nvPr/>
        </p:nvSpPr>
        <p:spPr>
          <a:xfrm>
            <a:off x="2814782" y="1275184"/>
            <a:ext cx="95" cy="23327"/>
          </a:xfrm>
          <a:prstGeom prst="line">
            <a:avLst/>
          </a:prstGeom>
          <a:noFill/>
          <a:ln w="5467">
            <a:solidFill>
              <a:srgbClr val="000000"/>
            </a:solidFill>
            <a:prstDash val="solid"/>
          </a:ln>
        </p:spPr>
      </p:sp>
      <p:sp>
        <p:nvSpPr>
          <p:cNvPr id="67" name="B x tick 1"/>
          <p:cNvSpPr>
            <a:spLocks noGrp="1"/>
          </p:cNvSpPr>
          <p:nvPr/>
        </p:nvSpPr>
        <p:spPr>
          <a:xfrm>
            <a:off x="2751282" y="1290735"/>
            <a:ext cx="127000" cy="933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6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46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endParaRPr sz="460" b="0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8" name="B x grid 3"/>
          <p:cNvSpPr>
            <a:spLocks noGrp="1"/>
          </p:cNvSpPr>
          <p:nvPr/>
        </p:nvSpPr>
        <p:spPr>
          <a:xfrm>
            <a:off x="3101328" y="295469"/>
            <a:ext cx="95" cy="979714"/>
          </a:xfrm>
          <a:prstGeom prst="line">
            <a:avLst/>
          </a:prstGeom>
          <a:noFill/>
          <a:ln w="3905">
            <a:solidFill>
              <a:srgbClr val="D1D1D1"/>
            </a:solidFill>
            <a:prstDash val="dash"/>
          </a:ln>
        </p:spPr>
      </p:sp>
      <p:sp>
        <p:nvSpPr>
          <p:cNvPr id="69" name="B x tick mark 3"/>
          <p:cNvSpPr>
            <a:spLocks noGrp="1"/>
          </p:cNvSpPr>
          <p:nvPr/>
        </p:nvSpPr>
        <p:spPr>
          <a:xfrm>
            <a:off x="3101328" y="1275184"/>
            <a:ext cx="95" cy="23327"/>
          </a:xfrm>
          <a:prstGeom prst="line">
            <a:avLst/>
          </a:prstGeom>
          <a:noFill/>
          <a:ln w="5467">
            <a:solidFill>
              <a:srgbClr val="000000"/>
            </a:solidFill>
            <a:prstDash val="solid"/>
          </a:ln>
        </p:spPr>
      </p:sp>
      <p:sp>
        <p:nvSpPr>
          <p:cNvPr id="70" name="B x tick 3"/>
          <p:cNvSpPr>
            <a:spLocks noGrp="1"/>
          </p:cNvSpPr>
          <p:nvPr/>
        </p:nvSpPr>
        <p:spPr>
          <a:xfrm>
            <a:off x="3037828" y="1290735"/>
            <a:ext cx="127000" cy="933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6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46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</a:t>
            </a:r>
            <a:endParaRPr sz="460" b="0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1" name="B x grid 7"/>
          <p:cNvSpPr>
            <a:spLocks noGrp="1"/>
          </p:cNvSpPr>
          <p:nvPr/>
        </p:nvSpPr>
        <p:spPr>
          <a:xfrm>
            <a:off x="3387873" y="295469"/>
            <a:ext cx="95" cy="979714"/>
          </a:xfrm>
          <a:prstGeom prst="line">
            <a:avLst/>
          </a:prstGeom>
          <a:noFill/>
          <a:ln w="3905">
            <a:solidFill>
              <a:srgbClr val="D1D1D1"/>
            </a:solidFill>
            <a:prstDash val="dash"/>
          </a:ln>
        </p:spPr>
      </p:sp>
      <p:sp>
        <p:nvSpPr>
          <p:cNvPr id="72" name="B x tick mark 7"/>
          <p:cNvSpPr>
            <a:spLocks noGrp="1"/>
          </p:cNvSpPr>
          <p:nvPr/>
        </p:nvSpPr>
        <p:spPr>
          <a:xfrm>
            <a:off x="3387873" y="1275184"/>
            <a:ext cx="95" cy="23327"/>
          </a:xfrm>
          <a:prstGeom prst="line">
            <a:avLst/>
          </a:prstGeom>
          <a:noFill/>
          <a:ln w="5467">
            <a:solidFill>
              <a:srgbClr val="000000"/>
            </a:solidFill>
            <a:prstDash val="solid"/>
          </a:ln>
        </p:spPr>
      </p:sp>
      <p:sp>
        <p:nvSpPr>
          <p:cNvPr id="73" name="B x tick 7"/>
          <p:cNvSpPr>
            <a:spLocks noGrp="1"/>
          </p:cNvSpPr>
          <p:nvPr/>
        </p:nvSpPr>
        <p:spPr>
          <a:xfrm>
            <a:off x="3324373" y="1290735"/>
            <a:ext cx="127000" cy="933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6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46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7</a:t>
            </a:r>
            <a:endParaRPr sz="460" b="0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4" name="B x grid 15"/>
          <p:cNvSpPr>
            <a:spLocks noGrp="1"/>
          </p:cNvSpPr>
          <p:nvPr/>
        </p:nvSpPr>
        <p:spPr>
          <a:xfrm>
            <a:off x="3674418" y="295469"/>
            <a:ext cx="95" cy="979714"/>
          </a:xfrm>
          <a:prstGeom prst="line">
            <a:avLst/>
          </a:prstGeom>
          <a:noFill/>
          <a:ln w="3905">
            <a:solidFill>
              <a:srgbClr val="D1D1D1"/>
            </a:solidFill>
            <a:prstDash val="dash"/>
          </a:ln>
        </p:spPr>
      </p:sp>
      <p:sp>
        <p:nvSpPr>
          <p:cNvPr id="75" name="B x tick mark 15"/>
          <p:cNvSpPr>
            <a:spLocks noGrp="1"/>
          </p:cNvSpPr>
          <p:nvPr/>
        </p:nvSpPr>
        <p:spPr>
          <a:xfrm>
            <a:off x="3674418" y="1275184"/>
            <a:ext cx="95" cy="23327"/>
          </a:xfrm>
          <a:prstGeom prst="line">
            <a:avLst/>
          </a:prstGeom>
          <a:noFill/>
          <a:ln w="5467">
            <a:solidFill>
              <a:srgbClr val="000000"/>
            </a:solidFill>
            <a:prstDash val="solid"/>
          </a:ln>
        </p:spPr>
      </p:sp>
      <p:sp>
        <p:nvSpPr>
          <p:cNvPr id="76" name="B x tick 15"/>
          <p:cNvSpPr>
            <a:spLocks noGrp="1"/>
          </p:cNvSpPr>
          <p:nvPr/>
        </p:nvSpPr>
        <p:spPr>
          <a:xfrm>
            <a:off x="3610918" y="1290735"/>
            <a:ext cx="127000" cy="933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6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46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15</a:t>
            </a:r>
            <a:endParaRPr sz="460" b="0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7" name="B x grid 31"/>
          <p:cNvSpPr>
            <a:spLocks noGrp="1"/>
          </p:cNvSpPr>
          <p:nvPr/>
        </p:nvSpPr>
        <p:spPr>
          <a:xfrm>
            <a:off x="3960963" y="295469"/>
            <a:ext cx="95" cy="979714"/>
          </a:xfrm>
          <a:prstGeom prst="line">
            <a:avLst/>
          </a:prstGeom>
          <a:noFill/>
          <a:ln w="3905">
            <a:solidFill>
              <a:srgbClr val="D1D1D1"/>
            </a:solidFill>
            <a:prstDash val="dash"/>
          </a:ln>
        </p:spPr>
      </p:sp>
      <p:sp>
        <p:nvSpPr>
          <p:cNvPr id="78" name="B x tick mark 31"/>
          <p:cNvSpPr>
            <a:spLocks noGrp="1"/>
          </p:cNvSpPr>
          <p:nvPr/>
        </p:nvSpPr>
        <p:spPr>
          <a:xfrm>
            <a:off x="3960963" y="1275184"/>
            <a:ext cx="95" cy="23327"/>
          </a:xfrm>
          <a:prstGeom prst="line">
            <a:avLst/>
          </a:prstGeom>
          <a:noFill/>
          <a:ln w="5467">
            <a:solidFill>
              <a:srgbClr val="000000"/>
            </a:solidFill>
            <a:prstDash val="solid"/>
          </a:ln>
        </p:spPr>
      </p:sp>
      <p:sp>
        <p:nvSpPr>
          <p:cNvPr id="79" name="B x tick 31"/>
          <p:cNvSpPr>
            <a:spLocks noGrp="1"/>
          </p:cNvSpPr>
          <p:nvPr/>
        </p:nvSpPr>
        <p:spPr>
          <a:xfrm>
            <a:off x="3897463" y="1290735"/>
            <a:ext cx="127000" cy="933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6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46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31</a:t>
            </a:r>
            <a:endParaRPr sz="460" b="0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0" name="B x grid 63"/>
          <p:cNvSpPr>
            <a:spLocks noGrp="1"/>
          </p:cNvSpPr>
          <p:nvPr/>
        </p:nvSpPr>
        <p:spPr>
          <a:xfrm>
            <a:off x="4247508" y="295469"/>
            <a:ext cx="95" cy="979714"/>
          </a:xfrm>
          <a:prstGeom prst="line">
            <a:avLst/>
          </a:prstGeom>
          <a:noFill/>
          <a:ln w="3905">
            <a:solidFill>
              <a:srgbClr val="D1D1D1"/>
            </a:solidFill>
            <a:prstDash val="dash"/>
          </a:ln>
        </p:spPr>
      </p:sp>
      <p:sp>
        <p:nvSpPr>
          <p:cNvPr id="81" name="B x tick mark 63"/>
          <p:cNvSpPr>
            <a:spLocks noGrp="1"/>
          </p:cNvSpPr>
          <p:nvPr/>
        </p:nvSpPr>
        <p:spPr>
          <a:xfrm>
            <a:off x="4247508" y="1275184"/>
            <a:ext cx="95" cy="23327"/>
          </a:xfrm>
          <a:prstGeom prst="line">
            <a:avLst/>
          </a:prstGeom>
          <a:noFill/>
          <a:ln w="5467">
            <a:solidFill>
              <a:srgbClr val="000000"/>
            </a:solidFill>
            <a:prstDash val="solid"/>
          </a:ln>
        </p:spPr>
      </p:sp>
      <p:sp>
        <p:nvSpPr>
          <p:cNvPr id="82" name="B x tick 63"/>
          <p:cNvSpPr>
            <a:spLocks noGrp="1"/>
          </p:cNvSpPr>
          <p:nvPr/>
        </p:nvSpPr>
        <p:spPr>
          <a:xfrm>
            <a:off x="4184008" y="1290735"/>
            <a:ext cx="127000" cy="933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6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46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63</a:t>
            </a:r>
            <a:endParaRPr sz="460" b="0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3" name="B x tick mark 102"/>
          <p:cNvSpPr>
            <a:spLocks noGrp="1"/>
          </p:cNvSpPr>
          <p:nvPr/>
        </p:nvSpPr>
        <p:spPr>
          <a:xfrm>
            <a:off x="4444222" y="1275184"/>
            <a:ext cx="95" cy="23327"/>
          </a:xfrm>
          <a:prstGeom prst="line">
            <a:avLst/>
          </a:prstGeom>
          <a:noFill/>
          <a:ln w="5467">
            <a:solidFill>
              <a:srgbClr val="000000"/>
            </a:solidFill>
            <a:prstDash val="solid"/>
          </a:ln>
        </p:spPr>
      </p:sp>
      <p:sp>
        <p:nvSpPr>
          <p:cNvPr id="84" name="B x tick 102"/>
          <p:cNvSpPr>
            <a:spLocks noGrp="1"/>
          </p:cNvSpPr>
          <p:nvPr/>
        </p:nvSpPr>
        <p:spPr>
          <a:xfrm>
            <a:off x="4380722" y="1290735"/>
            <a:ext cx="127000" cy="933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6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46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102</a:t>
            </a:r>
            <a:endParaRPr sz="460" b="0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5" name="B y tick mark 1"/>
          <p:cNvSpPr>
            <a:spLocks noGrp="1"/>
          </p:cNvSpPr>
          <p:nvPr/>
        </p:nvSpPr>
        <p:spPr>
          <a:xfrm>
            <a:off x="2400300" y="1275184"/>
            <a:ext cx="19050" cy="95"/>
          </a:xfrm>
          <a:prstGeom prst="line">
            <a:avLst/>
          </a:prstGeom>
          <a:noFill/>
          <a:ln w="5858">
            <a:solidFill>
              <a:srgbClr val="000000"/>
            </a:solidFill>
            <a:prstDash val="solid"/>
          </a:ln>
        </p:spPr>
      </p:sp>
      <p:sp>
        <p:nvSpPr>
          <p:cNvPr id="86" name="B y tick 1"/>
          <p:cNvSpPr>
            <a:spLocks noGrp="1"/>
          </p:cNvSpPr>
          <p:nvPr/>
        </p:nvSpPr>
        <p:spPr>
          <a:xfrm>
            <a:off x="2235200" y="1228531"/>
            <a:ext cx="152400" cy="933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49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49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1×</a:t>
            </a:r>
            <a:endParaRPr sz="490" b="0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7" name="B y grid 2"/>
          <p:cNvSpPr>
            <a:spLocks noGrp="1"/>
          </p:cNvSpPr>
          <p:nvPr/>
        </p:nvSpPr>
        <p:spPr>
          <a:xfrm>
            <a:off x="2419350" y="995265"/>
            <a:ext cx="2076450" cy="95"/>
          </a:xfrm>
          <a:prstGeom prst="line">
            <a:avLst/>
          </a:prstGeom>
          <a:noFill/>
          <a:ln w="4296">
            <a:solidFill>
              <a:srgbClr val="D1D1D1"/>
            </a:solidFill>
            <a:prstDash val="dash"/>
          </a:ln>
        </p:spPr>
      </p:sp>
      <p:sp>
        <p:nvSpPr>
          <p:cNvPr id="88" name="B y tick mark 2"/>
          <p:cNvSpPr>
            <a:spLocks noGrp="1"/>
          </p:cNvSpPr>
          <p:nvPr/>
        </p:nvSpPr>
        <p:spPr>
          <a:xfrm>
            <a:off x="2400300" y="995265"/>
            <a:ext cx="19050" cy="95"/>
          </a:xfrm>
          <a:prstGeom prst="line">
            <a:avLst/>
          </a:prstGeom>
          <a:noFill/>
          <a:ln w="5858">
            <a:solidFill>
              <a:srgbClr val="000000"/>
            </a:solidFill>
            <a:prstDash val="solid"/>
          </a:ln>
        </p:spPr>
      </p:sp>
      <p:sp>
        <p:nvSpPr>
          <p:cNvPr id="89" name="B y tick 2"/>
          <p:cNvSpPr>
            <a:spLocks noGrp="1"/>
          </p:cNvSpPr>
          <p:nvPr/>
        </p:nvSpPr>
        <p:spPr>
          <a:xfrm>
            <a:off x="2235200" y="948612"/>
            <a:ext cx="152400" cy="933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49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49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2×</a:t>
            </a:r>
            <a:endParaRPr sz="490" b="0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0" name="B y grid 3"/>
          <p:cNvSpPr>
            <a:spLocks noGrp="1"/>
          </p:cNvSpPr>
          <p:nvPr/>
        </p:nvSpPr>
        <p:spPr>
          <a:xfrm>
            <a:off x="2419350" y="715347"/>
            <a:ext cx="2076450" cy="95"/>
          </a:xfrm>
          <a:prstGeom prst="line">
            <a:avLst/>
          </a:prstGeom>
          <a:noFill/>
          <a:ln w="4296">
            <a:solidFill>
              <a:srgbClr val="D1D1D1"/>
            </a:solidFill>
            <a:prstDash val="dash"/>
          </a:ln>
        </p:spPr>
      </p:sp>
      <p:sp>
        <p:nvSpPr>
          <p:cNvPr id="91" name="B y tick mark 3"/>
          <p:cNvSpPr>
            <a:spLocks noGrp="1"/>
          </p:cNvSpPr>
          <p:nvPr/>
        </p:nvSpPr>
        <p:spPr>
          <a:xfrm>
            <a:off x="2400300" y="715347"/>
            <a:ext cx="19050" cy="95"/>
          </a:xfrm>
          <a:prstGeom prst="line">
            <a:avLst/>
          </a:prstGeom>
          <a:noFill/>
          <a:ln w="5858">
            <a:solidFill>
              <a:srgbClr val="000000"/>
            </a:solidFill>
            <a:prstDash val="solid"/>
          </a:ln>
        </p:spPr>
      </p:sp>
      <p:sp>
        <p:nvSpPr>
          <p:cNvPr id="92" name="B y tick 3"/>
          <p:cNvSpPr>
            <a:spLocks noGrp="1"/>
          </p:cNvSpPr>
          <p:nvPr/>
        </p:nvSpPr>
        <p:spPr>
          <a:xfrm>
            <a:off x="2235200" y="668694"/>
            <a:ext cx="152400" cy="933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49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49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3×</a:t>
            </a:r>
            <a:endParaRPr sz="490" b="0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3" name="B y grid 4"/>
          <p:cNvSpPr>
            <a:spLocks noGrp="1"/>
          </p:cNvSpPr>
          <p:nvPr/>
        </p:nvSpPr>
        <p:spPr>
          <a:xfrm>
            <a:off x="2419350" y="435429"/>
            <a:ext cx="2076450" cy="95"/>
          </a:xfrm>
          <a:prstGeom prst="line">
            <a:avLst/>
          </a:prstGeom>
          <a:noFill/>
          <a:ln w="4296">
            <a:solidFill>
              <a:srgbClr val="D1D1D1"/>
            </a:solidFill>
            <a:prstDash val="dash"/>
          </a:ln>
        </p:spPr>
      </p:sp>
      <p:sp>
        <p:nvSpPr>
          <p:cNvPr id="94" name="B y tick mark 4"/>
          <p:cNvSpPr>
            <a:spLocks noGrp="1"/>
          </p:cNvSpPr>
          <p:nvPr/>
        </p:nvSpPr>
        <p:spPr>
          <a:xfrm>
            <a:off x="2400300" y="435429"/>
            <a:ext cx="19050" cy="95"/>
          </a:xfrm>
          <a:prstGeom prst="line">
            <a:avLst/>
          </a:prstGeom>
          <a:noFill/>
          <a:ln w="5858">
            <a:solidFill>
              <a:srgbClr val="000000"/>
            </a:solidFill>
            <a:prstDash val="solid"/>
          </a:ln>
        </p:spPr>
      </p:sp>
      <p:sp>
        <p:nvSpPr>
          <p:cNvPr id="95" name="B y tick 4"/>
          <p:cNvSpPr>
            <a:spLocks noGrp="1"/>
          </p:cNvSpPr>
          <p:nvPr/>
        </p:nvSpPr>
        <p:spPr>
          <a:xfrm>
            <a:off x="2235200" y="388776"/>
            <a:ext cx="152400" cy="933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49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49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4×</a:t>
            </a:r>
            <a:endParaRPr sz="490" b="0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6" name="B 1x reference"/>
          <p:cNvSpPr>
            <a:spLocks noGrp="1"/>
          </p:cNvSpPr>
          <p:nvPr/>
        </p:nvSpPr>
        <p:spPr>
          <a:xfrm>
            <a:off x="2419350" y="1275184"/>
            <a:ext cx="2076450" cy="95"/>
          </a:xfrm>
          <a:prstGeom prst="line">
            <a:avLst/>
          </a:prstGeom>
          <a:noFill/>
          <a:ln w="7029">
            <a:solidFill>
              <a:srgbClr val="000000"/>
            </a:solidFill>
            <a:prstDash val="solid"/>
          </a:ln>
        </p:spPr>
      </p:sp>
      <p:sp>
        <p:nvSpPr>
          <p:cNvPr id="97" name="B zero point 3"/>
          <p:cNvSpPr>
            <a:spLocks noGrp="1"/>
          </p:cNvSpPr>
          <p:nvPr/>
        </p:nvSpPr>
        <p:spPr>
          <a:xfrm>
            <a:off x="2596892" y="125019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8" name="B zero point 4"/>
          <p:cNvSpPr>
            <a:spLocks noGrp="1"/>
          </p:cNvSpPr>
          <p:nvPr/>
        </p:nvSpPr>
        <p:spPr>
          <a:xfrm>
            <a:off x="2515276" y="124681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9" name="B zero point 11"/>
          <p:cNvSpPr>
            <a:spLocks noGrp="1"/>
          </p:cNvSpPr>
          <p:nvPr/>
        </p:nvSpPr>
        <p:spPr>
          <a:xfrm>
            <a:off x="2537091" y="124940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0" name="B zero point 16"/>
          <p:cNvSpPr>
            <a:spLocks noGrp="1"/>
          </p:cNvSpPr>
          <p:nvPr/>
        </p:nvSpPr>
        <p:spPr>
          <a:xfrm>
            <a:off x="2524429" y="124912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1" name="B zero point 19"/>
          <p:cNvSpPr>
            <a:spLocks noGrp="1"/>
          </p:cNvSpPr>
          <p:nvPr/>
        </p:nvSpPr>
        <p:spPr>
          <a:xfrm>
            <a:off x="2477290" y="124811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2" name="B zero point 21"/>
          <p:cNvSpPr>
            <a:spLocks noGrp="1"/>
          </p:cNvSpPr>
          <p:nvPr/>
        </p:nvSpPr>
        <p:spPr>
          <a:xfrm>
            <a:off x="2511767" y="125028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3" name="B zero point 32"/>
          <p:cNvSpPr>
            <a:spLocks noGrp="1"/>
          </p:cNvSpPr>
          <p:nvPr/>
        </p:nvSpPr>
        <p:spPr>
          <a:xfrm>
            <a:off x="2557380" y="124976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4" name="B zero point 35"/>
          <p:cNvSpPr>
            <a:spLocks noGrp="1"/>
          </p:cNvSpPr>
          <p:nvPr/>
        </p:nvSpPr>
        <p:spPr>
          <a:xfrm>
            <a:off x="2510242" y="124920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5" name="B zero point 42"/>
          <p:cNvSpPr>
            <a:spLocks noGrp="1"/>
          </p:cNvSpPr>
          <p:nvPr/>
        </p:nvSpPr>
        <p:spPr>
          <a:xfrm>
            <a:off x="2532057" y="125043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6" name="B zero point 44"/>
          <p:cNvSpPr>
            <a:spLocks noGrp="1"/>
          </p:cNvSpPr>
          <p:nvPr/>
        </p:nvSpPr>
        <p:spPr>
          <a:xfrm>
            <a:off x="2521378" y="124978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7" name="B zero point 46"/>
          <p:cNvSpPr>
            <a:spLocks noGrp="1"/>
          </p:cNvSpPr>
          <p:nvPr/>
        </p:nvSpPr>
        <p:spPr>
          <a:xfrm>
            <a:off x="2555855" y="124894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8" name="B zero point 51"/>
          <p:cNvSpPr>
            <a:spLocks noGrp="1"/>
          </p:cNvSpPr>
          <p:nvPr/>
        </p:nvSpPr>
        <p:spPr>
          <a:xfrm>
            <a:off x="2543193" y="125032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9" name="B zero point 53"/>
          <p:cNvSpPr>
            <a:spLocks noGrp="1"/>
          </p:cNvSpPr>
          <p:nvPr/>
        </p:nvSpPr>
        <p:spPr>
          <a:xfrm>
            <a:off x="2577670" y="124944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10" name="B zero point 54"/>
          <p:cNvSpPr>
            <a:spLocks noGrp="1"/>
          </p:cNvSpPr>
          <p:nvPr/>
        </p:nvSpPr>
        <p:spPr>
          <a:xfrm>
            <a:off x="2496054" y="124986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11" name="B zero point 56"/>
          <p:cNvSpPr>
            <a:spLocks noGrp="1"/>
          </p:cNvSpPr>
          <p:nvPr/>
        </p:nvSpPr>
        <p:spPr>
          <a:xfrm>
            <a:off x="2530531" y="124998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12" name="B zero point 58"/>
          <p:cNvSpPr>
            <a:spLocks noGrp="1"/>
          </p:cNvSpPr>
          <p:nvPr/>
        </p:nvSpPr>
        <p:spPr>
          <a:xfrm>
            <a:off x="2565008" y="124801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13" name="B zero point 59"/>
          <p:cNvSpPr>
            <a:spLocks noGrp="1"/>
          </p:cNvSpPr>
          <p:nvPr/>
        </p:nvSpPr>
        <p:spPr>
          <a:xfrm>
            <a:off x="2483392" y="124929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14" name="B zero point 67"/>
          <p:cNvSpPr>
            <a:spLocks noGrp="1"/>
          </p:cNvSpPr>
          <p:nvPr/>
        </p:nvSpPr>
        <p:spPr>
          <a:xfrm>
            <a:off x="2576144" y="124981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15" name="B zero point 69"/>
          <p:cNvSpPr>
            <a:spLocks noGrp="1"/>
          </p:cNvSpPr>
          <p:nvPr/>
        </p:nvSpPr>
        <p:spPr>
          <a:xfrm>
            <a:off x="2458069" y="124877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16" name="B zero point 70"/>
          <p:cNvSpPr>
            <a:spLocks noGrp="1"/>
          </p:cNvSpPr>
          <p:nvPr/>
        </p:nvSpPr>
        <p:spPr>
          <a:xfrm>
            <a:off x="2529006" y="124982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17" name="B zero point 74"/>
          <p:cNvSpPr>
            <a:spLocks noGrp="1"/>
          </p:cNvSpPr>
          <p:nvPr/>
        </p:nvSpPr>
        <p:spPr>
          <a:xfrm>
            <a:off x="2597959" y="124999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18" name="B zero point 75"/>
          <p:cNvSpPr>
            <a:spLocks noGrp="1"/>
          </p:cNvSpPr>
          <p:nvPr/>
        </p:nvSpPr>
        <p:spPr>
          <a:xfrm>
            <a:off x="2516344" y="124669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19" name="B zero point 78"/>
          <p:cNvSpPr>
            <a:spLocks noGrp="1"/>
          </p:cNvSpPr>
          <p:nvPr/>
        </p:nvSpPr>
        <p:spPr>
          <a:xfrm>
            <a:off x="2469205" y="124916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20" name="B zero point 79"/>
          <p:cNvSpPr>
            <a:spLocks noGrp="1"/>
          </p:cNvSpPr>
          <p:nvPr/>
        </p:nvSpPr>
        <p:spPr>
          <a:xfrm>
            <a:off x="2585298" y="124894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21" name="B zero point 80"/>
          <p:cNvSpPr>
            <a:spLocks noGrp="1"/>
          </p:cNvSpPr>
          <p:nvPr/>
        </p:nvSpPr>
        <p:spPr>
          <a:xfrm>
            <a:off x="2503682" y="124990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22" name="B zero point 85"/>
          <p:cNvSpPr>
            <a:spLocks noGrp="1"/>
          </p:cNvSpPr>
          <p:nvPr/>
        </p:nvSpPr>
        <p:spPr>
          <a:xfrm>
            <a:off x="2491020" y="124989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23" name="B zero point 86"/>
          <p:cNvSpPr>
            <a:spLocks noGrp="1"/>
          </p:cNvSpPr>
          <p:nvPr/>
        </p:nvSpPr>
        <p:spPr>
          <a:xfrm>
            <a:off x="2561957" y="125000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24" name="B zero point 92"/>
          <p:cNvSpPr>
            <a:spLocks noGrp="1"/>
          </p:cNvSpPr>
          <p:nvPr/>
        </p:nvSpPr>
        <p:spPr>
          <a:xfrm>
            <a:off x="2512835" y="124998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25" name="B zero point 94"/>
          <p:cNvSpPr>
            <a:spLocks noGrp="1"/>
          </p:cNvSpPr>
          <p:nvPr/>
        </p:nvSpPr>
        <p:spPr>
          <a:xfrm>
            <a:off x="2502156" y="125012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26" name="B zero point 97"/>
          <p:cNvSpPr>
            <a:spLocks noGrp="1"/>
          </p:cNvSpPr>
          <p:nvPr/>
        </p:nvSpPr>
        <p:spPr>
          <a:xfrm>
            <a:off x="2500173" y="124948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27" name="B zero point 103"/>
          <p:cNvSpPr>
            <a:spLocks noGrp="1"/>
          </p:cNvSpPr>
          <p:nvPr/>
        </p:nvSpPr>
        <p:spPr>
          <a:xfrm>
            <a:off x="2558448" y="124992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28" name="B zero point 109"/>
          <p:cNvSpPr>
            <a:spLocks noGrp="1"/>
          </p:cNvSpPr>
          <p:nvPr/>
        </p:nvSpPr>
        <p:spPr>
          <a:xfrm>
            <a:off x="2464171" y="125073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29" name="B zero point 110"/>
          <p:cNvSpPr>
            <a:spLocks noGrp="1"/>
          </p:cNvSpPr>
          <p:nvPr/>
        </p:nvSpPr>
        <p:spPr>
          <a:xfrm>
            <a:off x="2580263" y="124961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30" name="B zero point 113"/>
          <p:cNvSpPr>
            <a:spLocks noGrp="1"/>
          </p:cNvSpPr>
          <p:nvPr/>
        </p:nvSpPr>
        <p:spPr>
          <a:xfrm>
            <a:off x="2533125" y="125059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31" name="B zero point 114"/>
          <p:cNvSpPr>
            <a:spLocks noGrp="1"/>
          </p:cNvSpPr>
          <p:nvPr/>
        </p:nvSpPr>
        <p:spPr>
          <a:xfrm>
            <a:off x="2451509" y="124957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32" name="B zero point 116"/>
          <p:cNvSpPr>
            <a:spLocks noGrp="1"/>
          </p:cNvSpPr>
          <p:nvPr/>
        </p:nvSpPr>
        <p:spPr>
          <a:xfrm>
            <a:off x="2485986" y="124966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33" name="B zero point 118"/>
          <p:cNvSpPr>
            <a:spLocks noGrp="1"/>
          </p:cNvSpPr>
          <p:nvPr/>
        </p:nvSpPr>
        <p:spPr>
          <a:xfrm>
            <a:off x="2520463" y="124995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34" name="B zero point 122"/>
          <p:cNvSpPr>
            <a:spLocks noGrp="1"/>
          </p:cNvSpPr>
          <p:nvPr/>
        </p:nvSpPr>
        <p:spPr>
          <a:xfrm>
            <a:off x="2544261" y="124979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35" name="B zero point 123"/>
          <p:cNvSpPr>
            <a:spLocks noGrp="1"/>
          </p:cNvSpPr>
          <p:nvPr/>
        </p:nvSpPr>
        <p:spPr>
          <a:xfrm>
            <a:off x="2462645" y="125067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36" name="B zero point 132"/>
          <p:cNvSpPr>
            <a:spLocks noGrp="1"/>
          </p:cNvSpPr>
          <p:nvPr/>
        </p:nvSpPr>
        <p:spPr>
          <a:xfrm>
            <a:off x="2518937" y="124945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37" name="B zero point 136"/>
          <p:cNvSpPr>
            <a:spLocks noGrp="1"/>
          </p:cNvSpPr>
          <p:nvPr/>
        </p:nvSpPr>
        <p:spPr>
          <a:xfrm>
            <a:off x="2542735" y="124980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38" name="B zero point 137"/>
          <p:cNvSpPr>
            <a:spLocks noGrp="1"/>
          </p:cNvSpPr>
          <p:nvPr/>
        </p:nvSpPr>
        <p:spPr>
          <a:xfrm>
            <a:off x="2506275" y="124988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39" name="B zero point 138"/>
          <p:cNvSpPr>
            <a:spLocks noGrp="1"/>
          </p:cNvSpPr>
          <p:nvPr/>
        </p:nvSpPr>
        <p:spPr>
          <a:xfrm>
            <a:off x="2577212" y="124906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40" name="B zero point 139"/>
          <p:cNvSpPr>
            <a:spLocks noGrp="1"/>
          </p:cNvSpPr>
          <p:nvPr/>
        </p:nvSpPr>
        <p:spPr>
          <a:xfrm>
            <a:off x="2540752" y="124891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41" name="B zero point 140"/>
          <p:cNvSpPr>
            <a:spLocks noGrp="1"/>
          </p:cNvSpPr>
          <p:nvPr/>
        </p:nvSpPr>
        <p:spPr>
          <a:xfrm>
            <a:off x="2459137" y="124983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42" name="B zero point 141"/>
          <p:cNvSpPr>
            <a:spLocks noGrp="1"/>
          </p:cNvSpPr>
          <p:nvPr/>
        </p:nvSpPr>
        <p:spPr>
          <a:xfrm>
            <a:off x="2530074" y="125027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43" name="B zero point 142"/>
          <p:cNvSpPr>
            <a:spLocks noGrp="1"/>
          </p:cNvSpPr>
          <p:nvPr/>
        </p:nvSpPr>
        <p:spPr>
          <a:xfrm>
            <a:off x="2493613" y="124994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44" name="B zero point 145"/>
          <p:cNvSpPr>
            <a:spLocks noGrp="1"/>
          </p:cNvSpPr>
          <p:nvPr/>
        </p:nvSpPr>
        <p:spPr>
          <a:xfrm>
            <a:off x="2446475" y="124937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45" name="B zero point 153"/>
          <p:cNvSpPr>
            <a:spLocks noGrp="1"/>
          </p:cNvSpPr>
          <p:nvPr/>
        </p:nvSpPr>
        <p:spPr>
          <a:xfrm>
            <a:off x="2539227" y="125029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46" name="B zero point 154"/>
          <p:cNvSpPr>
            <a:spLocks noGrp="1"/>
          </p:cNvSpPr>
          <p:nvPr/>
        </p:nvSpPr>
        <p:spPr>
          <a:xfrm>
            <a:off x="2457611" y="125022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47" name="B zero point 157"/>
          <p:cNvSpPr>
            <a:spLocks noGrp="1"/>
          </p:cNvSpPr>
          <p:nvPr/>
        </p:nvSpPr>
        <p:spPr>
          <a:xfrm>
            <a:off x="2563025" y="124975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48" name="B zero point 158"/>
          <p:cNvSpPr>
            <a:spLocks noGrp="1"/>
          </p:cNvSpPr>
          <p:nvPr/>
        </p:nvSpPr>
        <p:spPr>
          <a:xfrm>
            <a:off x="2526565" y="124899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49" name="B zero point 160"/>
          <p:cNvSpPr>
            <a:spLocks noGrp="1"/>
          </p:cNvSpPr>
          <p:nvPr/>
        </p:nvSpPr>
        <p:spPr>
          <a:xfrm>
            <a:off x="2561042" y="124993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50" name="B zero point 164"/>
          <p:cNvSpPr>
            <a:spLocks noGrp="1"/>
          </p:cNvSpPr>
          <p:nvPr/>
        </p:nvSpPr>
        <p:spPr>
          <a:xfrm>
            <a:off x="2584840" y="124863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51" name="B zero point 169"/>
          <p:cNvSpPr>
            <a:spLocks noGrp="1"/>
          </p:cNvSpPr>
          <p:nvPr/>
        </p:nvSpPr>
        <p:spPr>
          <a:xfrm>
            <a:off x="2572178" y="124983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52" name="B zero point 170"/>
          <p:cNvSpPr>
            <a:spLocks noGrp="1"/>
          </p:cNvSpPr>
          <p:nvPr/>
        </p:nvSpPr>
        <p:spPr>
          <a:xfrm>
            <a:off x="2490562" y="124844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53" name="B zero point 174"/>
          <p:cNvSpPr>
            <a:spLocks noGrp="1"/>
          </p:cNvSpPr>
          <p:nvPr/>
        </p:nvSpPr>
        <p:spPr>
          <a:xfrm>
            <a:off x="2559516" y="124824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54" name="B zero point 175"/>
          <p:cNvSpPr>
            <a:spLocks noGrp="1"/>
          </p:cNvSpPr>
          <p:nvPr/>
        </p:nvSpPr>
        <p:spPr>
          <a:xfrm>
            <a:off x="2477901" y="125018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55" name="B zero point 176"/>
          <p:cNvSpPr>
            <a:spLocks noGrp="1"/>
          </p:cNvSpPr>
          <p:nvPr/>
        </p:nvSpPr>
        <p:spPr>
          <a:xfrm>
            <a:off x="2593993" y="125025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56" name="B zero point 181"/>
          <p:cNvSpPr>
            <a:spLocks noGrp="1"/>
          </p:cNvSpPr>
          <p:nvPr/>
        </p:nvSpPr>
        <p:spPr>
          <a:xfrm>
            <a:off x="2581331" y="124935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57" name="B zero point 182"/>
          <p:cNvSpPr>
            <a:spLocks noGrp="1"/>
          </p:cNvSpPr>
          <p:nvPr/>
        </p:nvSpPr>
        <p:spPr>
          <a:xfrm>
            <a:off x="2499716" y="124950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58" name="B zero point 183"/>
          <p:cNvSpPr>
            <a:spLocks noGrp="1"/>
          </p:cNvSpPr>
          <p:nvPr/>
        </p:nvSpPr>
        <p:spPr>
          <a:xfrm>
            <a:off x="2570653" y="125041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59" name="B zero point 185"/>
          <p:cNvSpPr>
            <a:spLocks noGrp="1"/>
          </p:cNvSpPr>
          <p:nvPr/>
        </p:nvSpPr>
        <p:spPr>
          <a:xfrm>
            <a:off x="2452577" y="124992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60" name="B zero point 188"/>
          <p:cNvSpPr>
            <a:spLocks noGrp="1"/>
          </p:cNvSpPr>
          <p:nvPr/>
        </p:nvSpPr>
        <p:spPr>
          <a:xfrm>
            <a:off x="2557991" y="124933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61" name="B zero point 191"/>
          <p:cNvSpPr>
            <a:spLocks noGrp="1"/>
          </p:cNvSpPr>
          <p:nvPr/>
        </p:nvSpPr>
        <p:spPr>
          <a:xfrm>
            <a:off x="2510852" y="124990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62" name="B zero point 195"/>
          <p:cNvSpPr>
            <a:spLocks noGrp="1"/>
          </p:cNvSpPr>
          <p:nvPr/>
        </p:nvSpPr>
        <p:spPr>
          <a:xfrm>
            <a:off x="2579806" y="124891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63" name="B zero point 197"/>
          <p:cNvSpPr>
            <a:spLocks noGrp="1"/>
          </p:cNvSpPr>
          <p:nvPr/>
        </p:nvSpPr>
        <p:spPr>
          <a:xfrm>
            <a:off x="2461730" y="124999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64" name="B zero point 198"/>
          <p:cNvSpPr>
            <a:spLocks noGrp="1"/>
          </p:cNvSpPr>
          <p:nvPr/>
        </p:nvSpPr>
        <p:spPr>
          <a:xfrm>
            <a:off x="2532667" y="124940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65" name="B zero point 199"/>
          <p:cNvSpPr>
            <a:spLocks noGrp="1"/>
          </p:cNvSpPr>
          <p:nvPr/>
        </p:nvSpPr>
        <p:spPr>
          <a:xfrm>
            <a:off x="2496207" y="124953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66" name="B zero point 202"/>
          <p:cNvSpPr>
            <a:spLocks noGrp="1"/>
          </p:cNvSpPr>
          <p:nvPr/>
        </p:nvSpPr>
        <p:spPr>
          <a:xfrm>
            <a:off x="2449068" y="124901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67" name="B zero point 203"/>
          <p:cNvSpPr>
            <a:spLocks noGrp="1"/>
          </p:cNvSpPr>
          <p:nvPr/>
        </p:nvSpPr>
        <p:spPr>
          <a:xfrm>
            <a:off x="2520005" y="125001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68" name="B zero point 205"/>
          <p:cNvSpPr>
            <a:spLocks noGrp="1"/>
          </p:cNvSpPr>
          <p:nvPr/>
        </p:nvSpPr>
        <p:spPr>
          <a:xfrm>
            <a:off x="2554482" y="124989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69" name="B zero point 208"/>
          <p:cNvSpPr>
            <a:spLocks noGrp="1"/>
          </p:cNvSpPr>
          <p:nvPr/>
        </p:nvSpPr>
        <p:spPr>
          <a:xfrm>
            <a:off x="2507343" y="124972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70" name="B zero point 210"/>
          <p:cNvSpPr>
            <a:spLocks noGrp="1"/>
          </p:cNvSpPr>
          <p:nvPr/>
        </p:nvSpPr>
        <p:spPr>
          <a:xfrm>
            <a:off x="2541820" y="124996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71" name="B zero point 211"/>
          <p:cNvSpPr>
            <a:spLocks noGrp="1"/>
          </p:cNvSpPr>
          <p:nvPr/>
        </p:nvSpPr>
        <p:spPr>
          <a:xfrm>
            <a:off x="2460204" y="124953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72" name="B zero point 212"/>
          <p:cNvSpPr>
            <a:spLocks noGrp="1"/>
          </p:cNvSpPr>
          <p:nvPr/>
        </p:nvSpPr>
        <p:spPr>
          <a:xfrm>
            <a:off x="2531141" y="124972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73" name="B zero point 214"/>
          <p:cNvSpPr>
            <a:spLocks noGrp="1"/>
          </p:cNvSpPr>
          <p:nvPr/>
        </p:nvSpPr>
        <p:spPr>
          <a:xfrm>
            <a:off x="2565618" y="124992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74" name="B zero point 215"/>
          <p:cNvSpPr>
            <a:spLocks noGrp="1"/>
          </p:cNvSpPr>
          <p:nvPr/>
        </p:nvSpPr>
        <p:spPr>
          <a:xfrm>
            <a:off x="2529158" y="125040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75" name="B zero point 217"/>
          <p:cNvSpPr>
            <a:spLocks noGrp="1"/>
          </p:cNvSpPr>
          <p:nvPr/>
        </p:nvSpPr>
        <p:spPr>
          <a:xfrm>
            <a:off x="2518480" y="124678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76" name="B zero point 220"/>
          <p:cNvSpPr>
            <a:spLocks noGrp="1"/>
          </p:cNvSpPr>
          <p:nvPr/>
        </p:nvSpPr>
        <p:spPr>
          <a:xfrm>
            <a:off x="2516496" y="124938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77" name="B zero point 221"/>
          <p:cNvSpPr>
            <a:spLocks noGrp="1"/>
          </p:cNvSpPr>
          <p:nvPr/>
        </p:nvSpPr>
        <p:spPr>
          <a:xfrm>
            <a:off x="2587433" y="124861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78" name="B zero point 223"/>
          <p:cNvSpPr>
            <a:spLocks noGrp="1"/>
          </p:cNvSpPr>
          <p:nvPr/>
        </p:nvSpPr>
        <p:spPr>
          <a:xfrm>
            <a:off x="2469358" y="124990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79" name="B zero point 224"/>
          <p:cNvSpPr>
            <a:spLocks noGrp="1"/>
          </p:cNvSpPr>
          <p:nvPr/>
        </p:nvSpPr>
        <p:spPr>
          <a:xfrm>
            <a:off x="2540295" y="124651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80" name="B zero point 226"/>
          <p:cNvSpPr>
            <a:spLocks noGrp="1"/>
          </p:cNvSpPr>
          <p:nvPr/>
        </p:nvSpPr>
        <p:spPr>
          <a:xfrm>
            <a:off x="2574771" y="124941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81" name="B zero point 227"/>
          <p:cNvSpPr>
            <a:spLocks noGrp="1"/>
          </p:cNvSpPr>
          <p:nvPr/>
        </p:nvSpPr>
        <p:spPr>
          <a:xfrm>
            <a:off x="2493156" y="124652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82" name="B zero point 228"/>
          <p:cNvSpPr>
            <a:spLocks noGrp="1"/>
          </p:cNvSpPr>
          <p:nvPr/>
        </p:nvSpPr>
        <p:spPr>
          <a:xfrm>
            <a:off x="2456696" y="125006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83" name="B zero point 235"/>
          <p:cNvSpPr>
            <a:spLocks noGrp="1"/>
          </p:cNvSpPr>
          <p:nvPr/>
        </p:nvSpPr>
        <p:spPr>
          <a:xfrm>
            <a:off x="2585908" y="125002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84" name="B zero point 236"/>
          <p:cNvSpPr>
            <a:spLocks noGrp="1"/>
          </p:cNvSpPr>
          <p:nvPr/>
        </p:nvSpPr>
        <p:spPr>
          <a:xfrm>
            <a:off x="2549448" y="124980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85" name="B zero point 237"/>
          <p:cNvSpPr>
            <a:spLocks noGrp="1"/>
          </p:cNvSpPr>
          <p:nvPr/>
        </p:nvSpPr>
        <p:spPr>
          <a:xfrm>
            <a:off x="2467832" y="124920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86" name="B zero point 238"/>
          <p:cNvSpPr>
            <a:spLocks noGrp="1"/>
          </p:cNvSpPr>
          <p:nvPr/>
        </p:nvSpPr>
        <p:spPr>
          <a:xfrm>
            <a:off x="2538769" y="125068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87" name="B zero point 240"/>
          <p:cNvSpPr>
            <a:spLocks noGrp="1"/>
          </p:cNvSpPr>
          <p:nvPr/>
        </p:nvSpPr>
        <p:spPr>
          <a:xfrm>
            <a:off x="2573246" y="124998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88" name="B zero point 245"/>
          <p:cNvSpPr>
            <a:spLocks noGrp="1"/>
          </p:cNvSpPr>
          <p:nvPr/>
        </p:nvSpPr>
        <p:spPr>
          <a:xfrm>
            <a:off x="2560584" y="125070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89" name="B zero point 246"/>
          <p:cNvSpPr>
            <a:spLocks noGrp="1"/>
          </p:cNvSpPr>
          <p:nvPr/>
        </p:nvSpPr>
        <p:spPr>
          <a:xfrm>
            <a:off x="2478968" y="125057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90" name="B zero point 249"/>
          <p:cNvSpPr>
            <a:spLocks noGrp="1"/>
          </p:cNvSpPr>
          <p:nvPr/>
        </p:nvSpPr>
        <p:spPr>
          <a:xfrm>
            <a:off x="2476985" y="124966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91" name="B zero point 252"/>
          <p:cNvSpPr>
            <a:spLocks noGrp="1"/>
          </p:cNvSpPr>
          <p:nvPr/>
        </p:nvSpPr>
        <p:spPr>
          <a:xfrm>
            <a:off x="2582399" y="124973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92" name="B zero point 253"/>
          <p:cNvSpPr>
            <a:spLocks noGrp="1"/>
          </p:cNvSpPr>
          <p:nvPr/>
        </p:nvSpPr>
        <p:spPr>
          <a:xfrm>
            <a:off x="2500783" y="124983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93" name="B zero point 256"/>
          <p:cNvSpPr>
            <a:spLocks noGrp="1"/>
          </p:cNvSpPr>
          <p:nvPr/>
        </p:nvSpPr>
        <p:spPr>
          <a:xfrm>
            <a:off x="2453645" y="125004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94" name="B zero point 257"/>
          <p:cNvSpPr>
            <a:spLocks noGrp="1"/>
          </p:cNvSpPr>
          <p:nvPr/>
        </p:nvSpPr>
        <p:spPr>
          <a:xfrm>
            <a:off x="2569737" y="124678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95" name="B zero point 260"/>
          <p:cNvSpPr>
            <a:spLocks noGrp="1"/>
          </p:cNvSpPr>
          <p:nvPr/>
        </p:nvSpPr>
        <p:spPr>
          <a:xfrm>
            <a:off x="2522598" y="124958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96" name="B zero point 269"/>
          <p:cNvSpPr>
            <a:spLocks noGrp="1"/>
          </p:cNvSpPr>
          <p:nvPr/>
        </p:nvSpPr>
        <p:spPr>
          <a:xfrm>
            <a:off x="2533735" y="124753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97" name="B zero point 270"/>
          <p:cNvSpPr>
            <a:spLocks noGrp="1"/>
          </p:cNvSpPr>
          <p:nvPr/>
        </p:nvSpPr>
        <p:spPr>
          <a:xfrm>
            <a:off x="2497275" y="124944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98" name="B zero point 271"/>
          <p:cNvSpPr>
            <a:spLocks noGrp="1"/>
          </p:cNvSpPr>
          <p:nvPr/>
        </p:nvSpPr>
        <p:spPr>
          <a:xfrm>
            <a:off x="2568212" y="124981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99" name="B zero point 272"/>
          <p:cNvSpPr>
            <a:spLocks noGrp="1"/>
          </p:cNvSpPr>
          <p:nvPr/>
        </p:nvSpPr>
        <p:spPr>
          <a:xfrm>
            <a:off x="2486596" y="124933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00" name="B zero point 273"/>
          <p:cNvSpPr>
            <a:spLocks noGrp="1"/>
          </p:cNvSpPr>
          <p:nvPr/>
        </p:nvSpPr>
        <p:spPr>
          <a:xfrm>
            <a:off x="2450136" y="125053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01" name="B zero point 274"/>
          <p:cNvSpPr>
            <a:spLocks noGrp="1"/>
          </p:cNvSpPr>
          <p:nvPr/>
        </p:nvSpPr>
        <p:spPr>
          <a:xfrm>
            <a:off x="2521073" y="125002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02" name="B zero point 275"/>
          <p:cNvSpPr>
            <a:spLocks noGrp="1"/>
          </p:cNvSpPr>
          <p:nvPr/>
        </p:nvSpPr>
        <p:spPr>
          <a:xfrm>
            <a:off x="2484613" y="124867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03" name="B zero point 279"/>
          <p:cNvSpPr>
            <a:spLocks noGrp="1"/>
          </p:cNvSpPr>
          <p:nvPr/>
        </p:nvSpPr>
        <p:spPr>
          <a:xfrm>
            <a:off x="2508411" y="124939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04" name="B zero point 280"/>
          <p:cNvSpPr>
            <a:spLocks noGrp="1"/>
          </p:cNvSpPr>
          <p:nvPr/>
        </p:nvSpPr>
        <p:spPr>
          <a:xfrm>
            <a:off x="2579348" y="124998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05" name="B zero point 283"/>
          <p:cNvSpPr>
            <a:spLocks noGrp="1"/>
          </p:cNvSpPr>
          <p:nvPr/>
        </p:nvSpPr>
        <p:spPr>
          <a:xfrm>
            <a:off x="2577365" y="125115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06" name="B zero point 286"/>
          <p:cNvSpPr>
            <a:spLocks noGrp="1"/>
          </p:cNvSpPr>
          <p:nvPr/>
        </p:nvSpPr>
        <p:spPr>
          <a:xfrm>
            <a:off x="2530226" y="124937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07" name="B zero point 288"/>
          <p:cNvSpPr>
            <a:spLocks noGrp="1"/>
          </p:cNvSpPr>
          <p:nvPr/>
        </p:nvSpPr>
        <p:spPr>
          <a:xfrm>
            <a:off x="2564703" y="125068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08" name="B zero point 289"/>
          <p:cNvSpPr>
            <a:spLocks noGrp="1"/>
          </p:cNvSpPr>
          <p:nvPr/>
        </p:nvSpPr>
        <p:spPr>
          <a:xfrm>
            <a:off x="2483087" y="124920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09" name="B zero point 290"/>
          <p:cNvSpPr>
            <a:spLocks noGrp="1"/>
          </p:cNvSpPr>
          <p:nvPr/>
        </p:nvSpPr>
        <p:spPr>
          <a:xfrm>
            <a:off x="2554024" y="125059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10" name="B zero point 292"/>
          <p:cNvSpPr>
            <a:spLocks noGrp="1"/>
          </p:cNvSpPr>
          <p:nvPr/>
        </p:nvSpPr>
        <p:spPr>
          <a:xfrm>
            <a:off x="2588501" y="124852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11" name="B zero point 293"/>
          <p:cNvSpPr>
            <a:spLocks noGrp="1"/>
          </p:cNvSpPr>
          <p:nvPr/>
        </p:nvSpPr>
        <p:spPr>
          <a:xfrm>
            <a:off x="2506886" y="125005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12" name="B zero point 294"/>
          <p:cNvSpPr>
            <a:spLocks noGrp="1"/>
          </p:cNvSpPr>
          <p:nvPr/>
        </p:nvSpPr>
        <p:spPr>
          <a:xfrm>
            <a:off x="2470425" y="124973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13" name="B zero point 295"/>
          <p:cNvSpPr>
            <a:spLocks noGrp="1"/>
          </p:cNvSpPr>
          <p:nvPr/>
        </p:nvSpPr>
        <p:spPr>
          <a:xfrm>
            <a:off x="2541362" y="124997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14" name="B zero point 299"/>
          <p:cNvSpPr>
            <a:spLocks noGrp="1"/>
          </p:cNvSpPr>
          <p:nvPr/>
        </p:nvSpPr>
        <p:spPr>
          <a:xfrm>
            <a:off x="2457764" y="125013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15" name="B zero point 301"/>
          <p:cNvSpPr>
            <a:spLocks noGrp="1"/>
          </p:cNvSpPr>
          <p:nvPr/>
        </p:nvSpPr>
        <p:spPr>
          <a:xfrm>
            <a:off x="2447085" y="124609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16" name="B zero point 302"/>
          <p:cNvSpPr>
            <a:spLocks noGrp="1"/>
          </p:cNvSpPr>
          <p:nvPr/>
        </p:nvSpPr>
        <p:spPr>
          <a:xfrm>
            <a:off x="2563177" y="124996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17" name="B zero point 303"/>
          <p:cNvSpPr>
            <a:spLocks noGrp="1"/>
          </p:cNvSpPr>
          <p:nvPr/>
        </p:nvSpPr>
        <p:spPr>
          <a:xfrm>
            <a:off x="2481562" y="125013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18" name="B zero point 304"/>
          <p:cNvSpPr>
            <a:spLocks noGrp="1"/>
          </p:cNvSpPr>
          <p:nvPr/>
        </p:nvSpPr>
        <p:spPr>
          <a:xfrm>
            <a:off x="2597654" y="124955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19" name="B zero point 305"/>
          <p:cNvSpPr>
            <a:spLocks noGrp="1"/>
          </p:cNvSpPr>
          <p:nvPr/>
        </p:nvSpPr>
        <p:spPr>
          <a:xfrm>
            <a:off x="2516039" y="124883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20" name="B zero point 307"/>
          <p:cNvSpPr>
            <a:spLocks noGrp="1"/>
          </p:cNvSpPr>
          <p:nvPr/>
        </p:nvSpPr>
        <p:spPr>
          <a:xfrm>
            <a:off x="2550516" y="124978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21" name="B zero point 311"/>
          <p:cNvSpPr>
            <a:spLocks noGrp="1"/>
          </p:cNvSpPr>
          <p:nvPr/>
        </p:nvSpPr>
        <p:spPr>
          <a:xfrm>
            <a:off x="2574314" y="124996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22" name="B zero point 312"/>
          <p:cNvSpPr>
            <a:spLocks noGrp="1"/>
          </p:cNvSpPr>
          <p:nvPr/>
        </p:nvSpPr>
        <p:spPr>
          <a:xfrm>
            <a:off x="2537854" y="124987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23" name="B zero point 314"/>
          <p:cNvSpPr>
            <a:spLocks noGrp="1"/>
          </p:cNvSpPr>
          <p:nvPr/>
        </p:nvSpPr>
        <p:spPr>
          <a:xfrm>
            <a:off x="2527175" y="125052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24" name="B zero point 316"/>
          <p:cNvSpPr>
            <a:spLocks noGrp="1"/>
          </p:cNvSpPr>
          <p:nvPr/>
        </p:nvSpPr>
        <p:spPr>
          <a:xfrm>
            <a:off x="2561652" y="124997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25" name="B zero point 323"/>
          <p:cNvSpPr>
            <a:spLocks noGrp="1"/>
          </p:cNvSpPr>
          <p:nvPr/>
        </p:nvSpPr>
        <p:spPr>
          <a:xfrm>
            <a:off x="2583467" y="124939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26" name="B zero point 324"/>
          <p:cNvSpPr>
            <a:spLocks noGrp="1"/>
          </p:cNvSpPr>
          <p:nvPr/>
        </p:nvSpPr>
        <p:spPr>
          <a:xfrm>
            <a:off x="2501851" y="124783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27" name="B zero point 327"/>
          <p:cNvSpPr>
            <a:spLocks noGrp="1"/>
          </p:cNvSpPr>
          <p:nvPr/>
        </p:nvSpPr>
        <p:spPr>
          <a:xfrm>
            <a:off x="2454713" y="125004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28" name="B zero point 328"/>
          <p:cNvSpPr>
            <a:spLocks noGrp="1"/>
          </p:cNvSpPr>
          <p:nvPr/>
        </p:nvSpPr>
        <p:spPr>
          <a:xfrm>
            <a:off x="2570805" y="124988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29" name="B zero point 330"/>
          <p:cNvSpPr>
            <a:spLocks noGrp="1"/>
          </p:cNvSpPr>
          <p:nvPr/>
        </p:nvSpPr>
        <p:spPr>
          <a:xfrm>
            <a:off x="2452729" y="124985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30" name="B zero point 332"/>
          <p:cNvSpPr>
            <a:spLocks noGrp="1"/>
          </p:cNvSpPr>
          <p:nvPr/>
        </p:nvSpPr>
        <p:spPr>
          <a:xfrm>
            <a:off x="2594603" y="124951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31" name="B zero point 334"/>
          <p:cNvSpPr>
            <a:spLocks noGrp="1"/>
          </p:cNvSpPr>
          <p:nvPr/>
        </p:nvSpPr>
        <p:spPr>
          <a:xfrm>
            <a:off x="2476528" y="124725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32" name="B zero point 336"/>
          <p:cNvSpPr>
            <a:spLocks noGrp="1"/>
          </p:cNvSpPr>
          <p:nvPr/>
        </p:nvSpPr>
        <p:spPr>
          <a:xfrm>
            <a:off x="2511004" y="124989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33" name="B zero point 337"/>
          <p:cNvSpPr>
            <a:spLocks noGrp="1"/>
          </p:cNvSpPr>
          <p:nvPr/>
        </p:nvSpPr>
        <p:spPr>
          <a:xfrm>
            <a:off x="2581941" y="124966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34" name="B zero point 339"/>
          <p:cNvSpPr>
            <a:spLocks noGrp="1"/>
          </p:cNvSpPr>
          <p:nvPr/>
        </p:nvSpPr>
        <p:spPr>
          <a:xfrm>
            <a:off x="2463866" y="124894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35" name="B zero point 340"/>
          <p:cNvSpPr>
            <a:spLocks noGrp="1"/>
          </p:cNvSpPr>
          <p:nvPr/>
        </p:nvSpPr>
        <p:spPr>
          <a:xfrm>
            <a:off x="2534803" y="124979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36" name="B zero point 344"/>
          <p:cNvSpPr>
            <a:spLocks noGrp="1"/>
          </p:cNvSpPr>
          <p:nvPr/>
        </p:nvSpPr>
        <p:spPr>
          <a:xfrm>
            <a:off x="2451204" y="124997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37" name="B zero point 346"/>
          <p:cNvSpPr>
            <a:spLocks noGrp="1"/>
          </p:cNvSpPr>
          <p:nvPr/>
        </p:nvSpPr>
        <p:spPr>
          <a:xfrm>
            <a:off x="2485681" y="124875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38" name="B zero point 347"/>
          <p:cNvSpPr>
            <a:spLocks noGrp="1"/>
          </p:cNvSpPr>
          <p:nvPr/>
        </p:nvSpPr>
        <p:spPr>
          <a:xfrm>
            <a:off x="2556618" y="124984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39" name="B zero point 348"/>
          <p:cNvSpPr>
            <a:spLocks noGrp="1"/>
          </p:cNvSpPr>
          <p:nvPr/>
        </p:nvSpPr>
        <p:spPr>
          <a:xfrm>
            <a:off x="2475002" y="124986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40" name="B zero point 355"/>
          <p:cNvSpPr>
            <a:spLocks noGrp="1"/>
          </p:cNvSpPr>
          <p:nvPr/>
        </p:nvSpPr>
        <p:spPr>
          <a:xfrm>
            <a:off x="2496817" y="124960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41" name="B zero point 356"/>
          <p:cNvSpPr>
            <a:spLocks noGrp="1"/>
          </p:cNvSpPr>
          <p:nvPr/>
        </p:nvSpPr>
        <p:spPr>
          <a:xfrm>
            <a:off x="2567754" y="124993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42" name="B zero point 357"/>
          <p:cNvSpPr>
            <a:spLocks noGrp="1"/>
          </p:cNvSpPr>
          <p:nvPr/>
        </p:nvSpPr>
        <p:spPr>
          <a:xfrm>
            <a:off x="2531294" y="124976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43" name="B zero point 358"/>
          <p:cNvSpPr>
            <a:spLocks noGrp="1"/>
          </p:cNvSpPr>
          <p:nvPr/>
        </p:nvSpPr>
        <p:spPr>
          <a:xfrm>
            <a:off x="2449678" y="124983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44" name="B zero point 359"/>
          <p:cNvSpPr>
            <a:spLocks noGrp="1"/>
          </p:cNvSpPr>
          <p:nvPr/>
        </p:nvSpPr>
        <p:spPr>
          <a:xfrm>
            <a:off x="2565771" y="124895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45" name="B zero point 360"/>
          <p:cNvSpPr>
            <a:spLocks noGrp="1"/>
          </p:cNvSpPr>
          <p:nvPr/>
        </p:nvSpPr>
        <p:spPr>
          <a:xfrm>
            <a:off x="2484155" y="124994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46" name="B zero point 362"/>
          <p:cNvSpPr>
            <a:spLocks noGrp="1"/>
          </p:cNvSpPr>
          <p:nvPr/>
        </p:nvSpPr>
        <p:spPr>
          <a:xfrm>
            <a:off x="2518632" y="125031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47" name="B zero point 364"/>
          <p:cNvSpPr>
            <a:spLocks noGrp="1"/>
          </p:cNvSpPr>
          <p:nvPr/>
        </p:nvSpPr>
        <p:spPr>
          <a:xfrm>
            <a:off x="2553109" y="124996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48" name="B zero point 366"/>
          <p:cNvSpPr>
            <a:spLocks noGrp="1"/>
          </p:cNvSpPr>
          <p:nvPr/>
        </p:nvSpPr>
        <p:spPr>
          <a:xfrm>
            <a:off x="2542430" y="125011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49" name="B zero point 368"/>
          <p:cNvSpPr>
            <a:spLocks noGrp="1"/>
          </p:cNvSpPr>
          <p:nvPr/>
        </p:nvSpPr>
        <p:spPr>
          <a:xfrm>
            <a:off x="2576907" y="124978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50" name="B zero point 369"/>
          <p:cNvSpPr>
            <a:spLocks noGrp="1"/>
          </p:cNvSpPr>
          <p:nvPr/>
        </p:nvSpPr>
        <p:spPr>
          <a:xfrm>
            <a:off x="2495292" y="124904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51" name="B zero point 371"/>
          <p:cNvSpPr>
            <a:spLocks noGrp="1"/>
          </p:cNvSpPr>
          <p:nvPr/>
        </p:nvSpPr>
        <p:spPr>
          <a:xfrm>
            <a:off x="2529768" y="124613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52" name="B zero point 373"/>
          <p:cNvSpPr>
            <a:spLocks noGrp="1"/>
          </p:cNvSpPr>
          <p:nvPr/>
        </p:nvSpPr>
        <p:spPr>
          <a:xfrm>
            <a:off x="2564245" y="124991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53" name="B zero point 376"/>
          <p:cNvSpPr>
            <a:spLocks noGrp="1"/>
          </p:cNvSpPr>
          <p:nvPr/>
        </p:nvSpPr>
        <p:spPr>
          <a:xfrm>
            <a:off x="2517107" y="124989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54" name="B zero point 378"/>
          <p:cNvSpPr>
            <a:spLocks noGrp="1"/>
          </p:cNvSpPr>
          <p:nvPr/>
        </p:nvSpPr>
        <p:spPr>
          <a:xfrm>
            <a:off x="2551583" y="125001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55" name="B zero point 380"/>
          <p:cNvSpPr>
            <a:spLocks noGrp="1"/>
          </p:cNvSpPr>
          <p:nvPr/>
        </p:nvSpPr>
        <p:spPr>
          <a:xfrm>
            <a:off x="2586060" y="124984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56" name="B zero point 383"/>
          <p:cNvSpPr>
            <a:spLocks noGrp="1"/>
          </p:cNvSpPr>
          <p:nvPr/>
        </p:nvSpPr>
        <p:spPr>
          <a:xfrm>
            <a:off x="2538922" y="125007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57" name="B zero point 385"/>
          <p:cNvSpPr>
            <a:spLocks noGrp="1"/>
          </p:cNvSpPr>
          <p:nvPr/>
        </p:nvSpPr>
        <p:spPr>
          <a:xfrm>
            <a:off x="2573398" y="125032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58" name="B zero point 388"/>
          <p:cNvSpPr>
            <a:spLocks noGrp="1"/>
          </p:cNvSpPr>
          <p:nvPr/>
        </p:nvSpPr>
        <p:spPr>
          <a:xfrm>
            <a:off x="2526260" y="124794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59" name="B zero point 389"/>
          <p:cNvSpPr>
            <a:spLocks noGrp="1"/>
          </p:cNvSpPr>
          <p:nvPr/>
        </p:nvSpPr>
        <p:spPr>
          <a:xfrm>
            <a:off x="2597197" y="124992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60" name="B zero point 390"/>
          <p:cNvSpPr>
            <a:spLocks noGrp="1"/>
          </p:cNvSpPr>
          <p:nvPr/>
        </p:nvSpPr>
        <p:spPr>
          <a:xfrm>
            <a:off x="2515581" y="124919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61" name="B zero point 391"/>
          <p:cNvSpPr>
            <a:spLocks noGrp="1"/>
          </p:cNvSpPr>
          <p:nvPr/>
        </p:nvSpPr>
        <p:spPr>
          <a:xfrm>
            <a:off x="2479121" y="124932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62" name="B zero point 392"/>
          <p:cNvSpPr>
            <a:spLocks noGrp="1"/>
          </p:cNvSpPr>
          <p:nvPr/>
        </p:nvSpPr>
        <p:spPr>
          <a:xfrm>
            <a:off x="2550058" y="125009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63" name="B zero point 394"/>
          <p:cNvSpPr>
            <a:spLocks noGrp="1"/>
          </p:cNvSpPr>
          <p:nvPr/>
        </p:nvSpPr>
        <p:spPr>
          <a:xfrm>
            <a:off x="2584535" y="124975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64" name="B zero point 395"/>
          <p:cNvSpPr>
            <a:spLocks noGrp="1"/>
          </p:cNvSpPr>
          <p:nvPr/>
        </p:nvSpPr>
        <p:spPr>
          <a:xfrm>
            <a:off x="2502919" y="124973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65" name="B zero point 396"/>
          <p:cNvSpPr>
            <a:spLocks noGrp="1"/>
          </p:cNvSpPr>
          <p:nvPr/>
        </p:nvSpPr>
        <p:spPr>
          <a:xfrm>
            <a:off x="2466459" y="124991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66" name="B zero point 398"/>
          <p:cNvSpPr>
            <a:spLocks noGrp="1"/>
          </p:cNvSpPr>
          <p:nvPr/>
        </p:nvSpPr>
        <p:spPr>
          <a:xfrm>
            <a:off x="2500936" y="124988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67" name="B zero point 399"/>
          <p:cNvSpPr>
            <a:spLocks noGrp="1"/>
          </p:cNvSpPr>
          <p:nvPr/>
        </p:nvSpPr>
        <p:spPr>
          <a:xfrm>
            <a:off x="2571873" y="125318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68" name="B zero point 400"/>
          <p:cNvSpPr>
            <a:spLocks noGrp="1"/>
          </p:cNvSpPr>
          <p:nvPr/>
        </p:nvSpPr>
        <p:spPr>
          <a:xfrm>
            <a:off x="2490257" y="125009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69" name="B zero point 401"/>
          <p:cNvSpPr>
            <a:spLocks noGrp="1"/>
          </p:cNvSpPr>
          <p:nvPr/>
        </p:nvSpPr>
        <p:spPr>
          <a:xfrm>
            <a:off x="2453797" y="124996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70" name="B zero point 402"/>
          <p:cNvSpPr>
            <a:spLocks noGrp="1"/>
          </p:cNvSpPr>
          <p:nvPr/>
        </p:nvSpPr>
        <p:spPr>
          <a:xfrm>
            <a:off x="2524734" y="124979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71" name="B zero point 403"/>
          <p:cNvSpPr>
            <a:spLocks noGrp="1"/>
          </p:cNvSpPr>
          <p:nvPr/>
        </p:nvSpPr>
        <p:spPr>
          <a:xfrm>
            <a:off x="2595671" y="125023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72" name="B zero point 404"/>
          <p:cNvSpPr>
            <a:spLocks noGrp="1"/>
          </p:cNvSpPr>
          <p:nvPr/>
        </p:nvSpPr>
        <p:spPr>
          <a:xfrm>
            <a:off x="2559211" y="125004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73" name="B zero point 406"/>
          <p:cNvSpPr>
            <a:spLocks noGrp="1"/>
          </p:cNvSpPr>
          <p:nvPr/>
        </p:nvSpPr>
        <p:spPr>
          <a:xfrm>
            <a:off x="2593688" y="124981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74" name="B zero point 407"/>
          <p:cNvSpPr>
            <a:spLocks noGrp="1"/>
          </p:cNvSpPr>
          <p:nvPr/>
        </p:nvSpPr>
        <p:spPr>
          <a:xfrm>
            <a:off x="2512072" y="124977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75" name="B zero point 410"/>
          <p:cNvSpPr>
            <a:spLocks noGrp="1"/>
          </p:cNvSpPr>
          <p:nvPr/>
        </p:nvSpPr>
        <p:spPr>
          <a:xfrm>
            <a:off x="2464934" y="124952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76" name="B zero point 411"/>
          <p:cNvSpPr>
            <a:spLocks noGrp="1"/>
          </p:cNvSpPr>
          <p:nvPr/>
        </p:nvSpPr>
        <p:spPr>
          <a:xfrm>
            <a:off x="2535871" y="124948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77" name="B zero point 412"/>
          <p:cNvSpPr>
            <a:spLocks noGrp="1"/>
          </p:cNvSpPr>
          <p:nvPr/>
        </p:nvSpPr>
        <p:spPr>
          <a:xfrm>
            <a:off x="2499410" y="124939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78" name="B zero point 413"/>
          <p:cNvSpPr>
            <a:spLocks noGrp="1"/>
          </p:cNvSpPr>
          <p:nvPr/>
        </p:nvSpPr>
        <p:spPr>
          <a:xfrm>
            <a:off x="2570347" y="125051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79" name="B zero point 417"/>
          <p:cNvSpPr>
            <a:spLocks noGrp="1"/>
          </p:cNvSpPr>
          <p:nvPr/>
        </p:nvSpPr>
        <p:spPr>
          <a:xfrm>
            <a:off x="2486749" y="124979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80" name="B zero point 419"/>
          <p:cNvSpPr>
            <a:spLocks noGrp="1"/>
          </p:cNvSpPr>
          <p:nvPr/>
        </p:nvSpPr>
        <p:spPr>
          <a:xfrm>
            <a:off x="2521225" y="124939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81" name="B zero point 420"/>
          <p:cNvSpPr>
            <a:spLocks noGrp="1"/>
          </p:cNvSpPr>
          <p:nvPr/>
        </p:nvSpPr>
        <p:spPr>
          <a:xfrm>
            <a:off x="2592162" y="124950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82" name="B zero point 421"/>
          <p:cNvSpPr>
            <a:spLocks noGrp="1"/>
          </p:cNvSpPr>
          <p:nvPr/>
        </p:nvSpPr>
        <p:spPr>
          <a:xfrm>
            <a:off x="2510547" y="124965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83" name="B zero point 423"/>
          <p:cNvSpPr>
            <a:spLocks noGrp="1"/>
          </p:cNvSpPr>
          <p:nvPr/>
        </p:nvSpPr>
        <p:spPr>
          <a:xfrm>
            <a:off x="2545024" y="124972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84" name="B zero point 429"/>
          <p:cNvSpPr>
            <a:spLocks noGrp="1"/>
          </p:cNvSpPr>
          <p:nvPr/>
        </p:nvSpPr>
        <p:spPr>
          <a:xfrm>
            <a:off x="2450746" y="124961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85" name="B zero point 432"/>
          <p:cNvSpPr>
            <a:spLocks noGrp="1"/>
          </p:cNvSpPr>
          <p:nvPr/>
        </p:nvSpPr>
        <p:spPr>
          <a:xfrm>
            <a:off x="2448763" y="124980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86" name="B zero point 433"/>
          <p:cNvSpPr>
            <a:spLocks noGrp="1"/>
          </p:cNvSpPr>
          <p:nvPr/>
        </p:nvSpPr>
        <p:spPr>
          <a:xfrm>
            <a:off x="2519700" y="124775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87" name="B zero point 435"/>
          <p:cNvSpPr>
            <a:spLocks noGrp="1"/>
          </p:cNvSpPr>
          <p:nvPr/>
        </p:nvSpPr>
        <p:spPr>
          <a:xfrm>
            <a:off x="2554177" y="125010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88" name="B zero point 437"/>
          <p:cNvSpPr>
            <a:spLocks noGrp="1"/>
          </p:cNvSpPr>
          <p:nvPr/>
        </p:nvSpPr>
        <p:spPr>
          <a:xfrm>
            <a:off x="2543498" y="125025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89" name="B zero point 440"/>
          <p:cNvSpPr>
            <a:spLocks noGrp="1"/>
          </p:cNvSpPr>
          <p:nvPr/>
        </p:nvSpPr>
        <p:spPr>
          <a:xfrm>
            <a:off x="2541515" y="124984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90" name="B zero point 445"/>
          <p:cNvSpPr>
            <a:spLocks noGrp="1"/>
          </p:cNvSpPr>
          <p:nvPr/>
        </p:nvSpPr>
        <p:spPr>
          <a:xfrm>
            <a:off x="2483698" y="125002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91" name="B zero point 446"/>
          <p:cNvSpPr>
            <a:spLocks noGrp="1"/>
          </p:cNvSpPr>
          <p:nvPr/>
        </p:nvSpPr>
        <p:spPr>
          <a:xfrm>
            <a:off x="2447237" y="124948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92" name="B zero point 447"/>
          <p:cNvSpPr>
            <a:spLocks noGrp="1"/>
          </p:cNvSpPr>
          <p:nvPr/>
        </p:nvSpPr>
        <p:spPr>
          <a:xfrm>
            <a:off x="2518174" y="124978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93" name="B zero point 449"/>
          <p:cNvSpPr>
            <a:spLocks noGrp="1"/>
          </p:cNvSpPr>
          <p:nvPr/>
        </p:nvSpPr>
        <p:spPr>
          <a:xfrm>
            <a:off x="2552651" y="124960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94" name="B zero point 453"/>
          <p:cNvSpPr>
            <a:spLocks noGrp="1"/>
          </p:cNvSpPr>
          <p:nvPr/>
        </p:nvSpPr>
        <p:spPr>
          <a:xfrm>
            <a:off x="2469053" y="125020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95" name="B zero point 454"/>
          <p:cNvSpPr>
            <a:spLocks noGrp="1"/>
          </p:cNvSpPr>
          <p:nvPr/>
        </p:nvSpPr>
        <p:spPr>
          <a:xfrm>
            <a:off x="2539989" y="124882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96" name="B zero point 456"/>
          <p:cNvSpPr>
            <a:spLocks noGrp="1"/>
          </p:cNvSpPr>
          <p:nvPr/>
        </p:nvSpPr>
        <p:spPr>
          <a:xfrm>
            <a:off x="2574466" y="124985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97" name="B zero point 459"/>
          <p:cNvSpPr>
            <a:spLocks noGrp="1"/>
          </p:cNvSpPr>
          <p:nvPr/>
        </p:nvSpPr>
        <p:spPr>
          <a:xfrm>
            <a:off x="2527328" y="125003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98" name="B zero point 460"/>
          <p:cNvSpPr>
            <a:spLocks noGrp="1"/>
          </p:cNvSpPr>
          <p:nvPr/>
        </p:nvSpPr>
        <p:spPr>
          <a:xfrm>
            <a:off x="2598265" y="124973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299" name="B zero point 461"/>
          <p:cNvSpPr>
            <a:spLocks noGrp="1"/>
          </p:cNvSpPr>
          <p:nvPr/>
        </p:nvSpPr>
        <p:spPr>
          <a:xfrm>
            <a:off x="2561804" y="125005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00" name="B zero point 469"/>
          <p:cNvSpPr>
            <a:spLocks noGrp="1"/>
          </p:cNvSpPr>
          <p:nvPr/>
        </p:nvSpPr>
        <p:spPr>
          <a:xfrm>
            <a:off x="2502004" y="124933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01" name="B zero point 471"/>
          <p:cNvSpPr>
            <a:spLocks noGrp="1"/>
          </p:cNvSpPr>
          <p:nvPr/>
        </p:nvSpPr>
        <p:spPr>
          <a:xfrm>
            <a:off x="2491325" y="125045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02" name="B zero point 475"/>
          <p:cNvSpPr>
            <a:spLocks noGrp="1"/>
          </p:cNvSpPr>
          <p:nvPr/>
        </p:nvSpPr>
        <p:spPr>
          <a:xfrm>
            <a:off x="2560279" y="124980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03" name="B zero point 476"/>
          <p:cNvSpPr>
            <a:spLocks noGrp="1"/>
          </p:cNvSpPr>
          <p:nvPr/>
        </p:nvSpPr>
        <p:spPr>
          <a:xfrm>
            <a:off x="2478663" y="125021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04" name="B zero point 480"/>
          <p:cNvSpPr>
            <a:spLocks noGrp="1"/>
          </p:cNvSpPr>
          <p:nvPr/>
        </p:nvSpPr>
        <p:spPr>
          <a:xfrm>
            <a:off x="2547617" y="124966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05" name="B zero point 481"/>
          <p:cNvSpPr>
            <a:spLocks noGrp="1"/>
          </p:cNvSpPr>
          <p:nvPr/>
        </p:nvSpPr>
        <p:spPr>
          <a:xfrm>
            <a:off x="2466001" y="124981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06" name="B zero point 482"/>
          <p:cNvSpPr>
            <a:spLocks noGrp="1"/>
          </p:cNvSpPr>
          <p:nvPr/>
        </p:nvSpPr>
        <p:spPr>
          <a:xfrm>
            <a:off x="2582094" y="124951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07" name="B zero point 483"/>
          <p:cNvSpPr>
            <a:spLocks noGrp="1"/>
          </p:cNvSpPr>
          <p:nvPr/>
        </p:nvSpPr>
        <p:spPr>
          <a:xfrm>
            <a:off x="2500478" y="124989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08" name="B zero point 484"/>
          <p:cNvSpPr>
            <a:spLocks noGrp="1"/>
          </p:cNvSpPr>
          <p:nvPr/>
        </p:nvSpPr>
        <p:spPr>
          <a:xfrm>
            <a:off x="2571415" y="124928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09" name="B zero point 490"/>
          <p:cNvSpPr>
            <a:spLocks noGrp="1"/>
          </p:cNvSpPr>
          <p:nvPr/>
        </p:nvSpPr>
        <p:spPr>
          <a:xfrm>
            <a:off x="2522293" y="125078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10" name="B zero point 492"/>
          <p:cNvSpPr>
            <a:spLocks noGrp="1"/>
          </p:cNvSpPr>
          <p:nvPr/>
        </p:nvSpPr>
        <p:spPr>
          <a:xfrm>
            <a:off x="2511615" y="125027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11" name="B zero point 493"/>
          <p:cNvSpPr>
            <a:spLocks noGrp="1"/>
          </p:cNvSpPr>
          <p:nvPr/>
        </p:nvSpPr>
        <p:spPr>
          <a:xfrm>
            <a:off x="2475155" y="124934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12" name="B zero point 495"/>
          <p:cNvSpPr>
            <a:spLocks noGrp="1"/>
          </p:cNvSpPr>
          <p:nvPr/>
        </p:nvSpPr>
        <p:spPr>
          <a:xfrm>
            <a:off x="2509631" y="124905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13" name="B zero point 497"/>
          <p:cNvSpPr>
            <a:spLocks noGrp="1"/>
          </p:cNvSpPr>
          <p:nvPr/>
        </p:nvSpPr>
        <p:spPr>
          <a:xfrm>
            <a:off x="2498953" y="124952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14" name="B zero point 498"/>
          <p:cNvSpPr>
            <a:spLocks noGrp="1"/>
          </p:cNvSpPr>
          <p:nvPr/>
        </p:nvSpPr>
        <p:spPr>
          <a:xfrm>
            <a:off x="2462493" y="124892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15" name="B zero point 500"/>
          <p:cNvSpPr>
            <a:spLocks noGrp="1"/>
          </p:cNvSpPr>
          <p:nvPr/>
        </p:nvSpPr>
        <p:spPr>
          <a:xfrm>
            <a:off x="2451814" y="124904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16" name="B zero point 501"/>
          <p:cNvSpPr>
            <a:spLocks noGrp="1"/>
          </p:cNvSpPr>
          <p:nvPr/>
        </p:nvSpPr>
        <p:spPr>
          <a:xfrm>
            <a:off x="2567907" y="125002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17" name="B zero point 503"/>
          <p:cNvSpPr>
            <a:spLocks noGrp="1"/>
          </p:cNvSpPr>
          <p:nvPr/>
        </p:nvSpPr>
        <p:spPr>
          <a:xfrm>
            <a:off x="2449831" y="125296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18" name="B zero point 504"/>
          <p:cNvSpPr>
            <a:spLocks noGrp="1"/>
          </p:cNvSpPr>
          <p:nvPr/>
        </p:nvSpPr>
        <p:spPr>
          <a:xfrm>
            <a:off x="2520768" y="124760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19" name="B zero point 505"/>
          <p:cNvSpPr>
            <a:spLocks noGrp="1"/>
          </p:cNvSpPr>
          <p:nvPr/>
        </p:nvSpPr>
        <p:spPr>
          <a:xfrm>
            <a:off x="2591705" y="124833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20" name="B zero point 506"/>
          <p:cNvSpPr>
            <a:spLocks noGrp="1"/>
          </p:cNvSpPr>
          <p:nvPr/>
        </p:nvSpPr>
        <p:spPr>
          <a:xfrm>
            <a:off x="2555245" y="124920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21" name="B zero point 507"/>
          <p:cNvSpPr>
            <a:spLocks noGrp="1"/>
          </p:cNvSpPr>
          <p:nvPr/>
        </p:nvSpPr>
        <p:spPr>
          <a:xfrm>
            <a:off x="2473629" y="124899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22" name="B zero point 510"/>
          <p:cNvSpPr>
            <a:spLocks noGrp="1"/>
          </p:cNvSpPr>
          <p:nvPr/>
        </p:nvSpPr>
        <p:spPr>
          <a:xfrm>
            <a:off x="2579043" y="124971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23" name="B zero point 511"/>
          <p:cNvSpPr>
            <a:spLocks noGrp="1"/>
          </p:cNvSpPr>
          <p:nvPr/>
        </p:nvSpPr>
        <p:spPr>
          <a:xfrm>
            <a:off x="2542583" y="124530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24" name="B zero point 512"/>
          <p:cNvSpPr>
            <a:spLocks noGrp="1"/>
          </p:cNvSpPr>
          <p:nvPr/>
        </p:nvSpPr>
        <p:spPr>
          <a:xfrm>
            <a:off x="2460967" y="124928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25" name="B zero point 515"/>
          <p:cNvSpPr>
            <a:spLocks noGrp="1"/>
          </p:cNvSpPr>
          <p:nvPr/>
        </p:nvSpPr>
        <p:spPr>
          <a:xfrm>
            <a:off x="2566381" y="124992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26" name="B zero point 516"/>
          <p:cNvSpPr>
            <a:spLocks noGrp="1"/>
          </p:cNvSpPr>
          <p:nvPr/>
        </p:nvSpPr>
        <p:spPr>
          <a:xfrm>
            <a:off x="2529921" y="124966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27" name="B zero point 517"/>
          <p:cNvSpPr>
            <a:spLocks noGrp="1"/>
          </p:cNvSpPr>
          <p:nvPr/>
        </p:nvSpPr>
        <p:spPr>
          <a:xfrm>
            <a:off x="2448305" y="124925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28" name="B zero point 519"/>
          <p:cNvSpPr>
            <a:spLocks noGrp="1"/>
          </p:cNvSpPr>
          <p:nvPr/>
        </p:nvSpPr>
        <p:spPr>
          <a:xfrm>
            <a:off x="2482782" y="124963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29" name="B zero point 521"/>
          <p:cNvSpPr>
            <a:spLocks noGrp="1"/>
          </p:cNvSpPr>
          <p:nvPr/>
        </p:nvSpPr>
        <p:spPr>
          <a:xfrm>
            <a:off x="2517259" y="124749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30" name="B zero point 522"/>
          <p:cNvSpPr>
            <a:spLocks noGrp="1"/>
          </p:cNvSpPr>
          <p:nvPr/>
        </p:nvSpPr>
        <p:spPr>
          <a:xfrm>
            <a:off x="2588196" y="124914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31" name="B zero point 523"/>
          <p:cNvSpPr>
            <a:spLocks noGrp="1"/>
          </p:cNvSpPr>
          <p:nvPr/>
        </p:nvSpPr>
        <p:spPr>
          <a:xfrm>
            <a:off x="2506580" y="124991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32" name="B zero point 524"/>
          <p:cNvSpPr>
            <a:spLocks noGrp="1"/>
          </p:cNvSpPr>
          <p:nvPr/>
        </p:nvSpPr>
        <p:spPr>
          <a:xfrm>
            <a:off x="2470120" y="124955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33" name="B zero point 525"/>
          <p:cNvSpPr>
            <a:spLocks noGrp="1"/>
          </p:cNvSpPr>
          <p:nvPr/>
        </p:nvSpPr>
        <p:spPr>
          <a:xfrm>
            <a:off x="2541057" y="124959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34" name="B zero point 526"/>
          <p:cNvSpPr>
            <a:spLocks noGrp="1"/>
          </p:cNvSpPr>
          <p:nvPr/>
        </p:nvSpPr>
        <p:spPr>
          <a:xfrm>
            <a:off x="2459442" y="124918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35" name="B zero point 528"/>
          <p:cNvSpPr>
            <a:spLocks noGrp="1"/>
          </p:cNvSpPr>
          <p:nvPr/>
        </p:nvSpPr>
        <p:spPr>
          <a:xfrm>
            <a:off x="2493919" y="124861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36" name="B zero point 530"/>
          <p:cNvSpPr>
            <a:spLocks noGrp="1"/>
          </p:cNvSpPr>
          <p:nvPr/>
        </p:nvSpPr>
        <p:spPr>
          <a:xfrm>
            <a:off x="2528395" y="124895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37" name="B zero point 531"/>
          <p:cNvSpPr>
            <a:spLocks noGrp="1"/>
          </p:cNvSpPr>
          <p:nvPr/>
        </p:nvSpPr>
        <p:spPr>
          <a:xfrm>
            <a:off x="2446780" y="124972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38" name="B zero point 532"/>
          <p:cNvSpPr>
            <a:spLocks noGrp="1"/>
          </p:cNvSpPr>
          <p:nvPr/>
        </p:nvSpPr>
        <p:spPr>
          <a:xfrm>
            <a:off x="2562872" y="125000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39" name="B zero point 534"/>
          <p:cNvSpPr>
            <a:spLocks noGrp="1"/>
          </p:cNvSpPr>
          <p:nvPr/>
        </p:nvSpPr>
        <p:spPr>
          <a:xfrm>
            <a:off x="2552194" y="125300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40" name="B zero point 535"/>
          <p:cNvSpPr>
            <a:spLocks noGrp="1"/>
          </p:cNvSpPr>
          <p:nvPr/>
        </p:nvSpPr>
        <p:spPr>
          <a:xfrm>
            <a:off x="2515734" y="125161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41" name="B zero point 539"/>
          <p:cNvSpPr>
            <a:spLocks noGrp="1"/>
          </p:cNvSpPr>
          <p:nvPr/>
        </p:nvSpPr>
        <p:spPr>
          <a:xfrm>
            <a:off x="2539532" y="124968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42" name="B zero point 541"/>
          <p:cNvSpPr>
            <a:spLocks noGrp="1"/>
          </p:cNvSpPr>
          <p:nvPr/>
        </p:nvSpPr>
        <p:spPr>
          <a:xfrm>
            <a:off x="2574009" y="124993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43" name="B zero point 543"/>
          <p:cNvSpPr>
            <a:spLocks noGrp="1"/>
          </p:cNvSpPr>
          <p:nvPr/>
        </p:nvSpPr>
        <p:spPr>
          <a:xfrm>
            <a:off x="2455933" y="124843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44" name="B zero point 545"/>
          <p:cNvSpPr>
            <a:spLocks noGrp="1"/>
          </p:cNvSpPr>
          <p:nvPr/>
        </p:nvSpPr>
        <p:spPr>
          <a:xfrm>
            <a:off x="2490410" y="124973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45" name="B zero point 550"/>
          <p:cNvSpPr>
            <a:spLocks noGrp="1"/>
          </p:cNvSpPr>
          <p:nvPr/>
        </p:nvSpPr>
        <p:spPr>
          <a:xfrm>
            <a:off x="2477748" y="124996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46" name="B zero point 553"/>
          <p:cNvSpPr>
            <a:spLocks noGrp="1"/>
          </p:cNvSpPr>
          <p:nvPr/>
        </p:nvSpPr>
        <p:spPr>
          <a:xfrm>
            <a:off x="2583162" y="124706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47" name="B zero point 554"/>
          <p:cNvSpPr>
            <a:spLocks noGrp="1"/>
          </p:cNvSpPr>
          <p:nvPr/>
        </p:nvSpPr>
        <p:spPr>
          <a:xfrm>
            <a:off x="2501546" y="124669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48" name="B zero point 556"/>
          <p:cNvSpPr>
            <a:spLocks noGrp="1"/>
          </p:cNvSpPr>
          <p:nvPr/>
        </p:nvSpPr>
        <p:spPr>
          <a:xfrm>
            <a:off x="2536023" y="124623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49" name="B zero point 559"/>
          <p:cNvSpPr>
            <a:spLocks noGrp="1"/>
          </p:cNvSpPr>
          <p:nvPr/>
        </p:nvSpPr>
        <p:spPr>
          <a:xfrm>
            <a:off x="2488884" y="124670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50" name="B zero point 560"/>
          <p:cNvSpPr>
            <a:spLocks noGrp="1"/>
          </p:cNvSpPr>
          <p:nvPr/>
        </p:nvSpPr>
        <p:spPr>
          <a:xfrm>
            <a:off x="2559821" y="124958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51" name="B zero point 563"/>
          <p:cNvSpPr>
            <a:spLocks noGrp="1"/>
          </p:cNvSpPr>
          <p:nvPr/>
        </p:nvSpPr>
        <p:spPr>
          <a:xfrm>
            <a:off x="2557838" y="124726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52" name="B zero point 566"/>
          <p:cNvSpPr>
            <a:spLocks noGrp="1"/>
          </p:cNvSpPr>
          <p:nvPr/>
        </p:nvSpPr>
        <p:spPr>
          <a:xfrm>
            <a:off x="2510699" y="125028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53" name="B zero point 567"/>
          <p:cNvSpPr>
            <a:spLocks noGrp="1"/>
          </p:cNvSpPr>
          <p:nvPr/>
        </p:nvSpPr>
        <p:spPr>
          <a:xfrm>
            <a:off x="2581636" y="124970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54" name="B zero point 568"/>
          <p:cNvSpPr>
            <a:spLocks noGrp="1"/>
          </p:cNvSpPr>
          <p:nvPr/>
        </p:nvSpPr>
        <p:spPr>
          <a:xfrm>
            <a:off x="2500021" y="124973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55" name="B zero point 570"/>
          <p:cNvSpPr>
            <a:spLocks noGrp="1"/>
          </p:cNvSpPr>
          <p:nvPr/>
        </p:nvSpPr>
        <p:spPr>
          <a:xfrm>
            <a:off x="2534498" y="124769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56" name="B zero point 572"/>
          <p:cNvSpPr>
            <a:spLocks noGrp="1"/>
          </p:cNvSpPr>
          <p:nvPr/>
        </p:nvSpPr>
        <p:spPr>
          <a:xfrm>
            <a:off x="2568974" y="124937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57" name="B zero point 583"/>
          <p:cNvSpPr>
            <a:spLocks noGrp="1"/>
          </p:cNvSpPr>
          <p:nvPr/>
        </p:nvSpPr>
        <p:spPr>
          <a:xfrm>
            <a:off x="2462035" y="124964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58" name="B zero point 584"/>
          <p:cNvSpPr>
            <a:spLocks noGrp="1"/>
          </p:cNvSpPr>
          <p:nvPr/>
        </p:nvSpPr>
        <p:spPr>
          <a:xfrm>
            <a:off x="2578128" y="124956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59" name="B zero point 585"/>
          <p:cNvSpPr>
            <a:spLocks noGrp="1"/>
          </p:cNvSpPr>
          <p:nvPr/>
        </p:nvSpPr>
        <p:spPr>
          <a:xfrm>
            <a:off x="2496512" y="124988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60" name="B zero point 586"/>
          <p:cNvSpPr>
            <a:spLocks noGrp="1"/>
          </p:cNvSpPr>
          <p:nvPr/>
        </p:nvSpPr>
        <p:spPr>
          <a:xfrm>
            <a:off x="2567449" y="124975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61" name="B zero point 587"/>
          <p:cNvSpPr>
            <a:spLocks noGrp="1"/>
          </p:cNvSpPr>
          <p:nvPr/>
        </p:nvSpPr>
        <p:spPr>
          <a:xfrm>
            <a:off x="2530989" y="125008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62" name="B zero point 591"/>
          <p:cNvSpPr>
            <a:spLocks noGrp="1"/>
          </p:cNvSpPr>
          <p:nvPr/>
        </p:nvSpPr>
        <p:spPr>
          <a:xfrm>
            <a:off x="2554787" y="124971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63" name="B zero point 592"/>
          <p:cNvSpPr>
            <a:spLocks noGrp="1"/>
          </p:cNvSpPr>
          <p:nvPr/>
        </p:nvSpPr>
        <p:spPr>
          <a:xfrm>
            <a:off x="2518327" y="125042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64" name="B zero point 594"/>
          <p:cNvSpPr>
            <a:spLocks noGrp="1"/>
          </p:cNvSpPr>
          <p:nvPr/>
        </p:nvSpPr>
        <p:spPr>
          <a:xfrm>
            <a:off x="2507648" y="124888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65" name="B zero point 595"/>
          <p:cNvSpPr>
            <a:spLocks noGrp="1"/>
          </p:cNvSpPr>
          <p:nvPr/>
        </p:nvSpPr>
        <p:spPr>
          <a:xfrm>
            <a:off x="2471188" y="124864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66" name="B zero point 596"/>
          <p:cNvSpPr>
            <a:spLocks noGrp="1"/>
          </p:cNvSpPr>
          <p:nvPr/>
        </p:nvSpPr>
        <p:spPr>
          <a:xfrm>
            <a:off x="2542125" y="124942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67" name="B zero point 599"/>
          <p:cNvSpPr>
            <a:spLocks noGrp="1"/>
          </p:cNvSpPr>
          <p:nvPr/>
        </p:nvSpPr>
        <p:spPr>
          <a:xfrm>
            <a:off x="2494986" y="124969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68" name="B zero point 601"/>
          <p:cNvSpPr>
            <a:spLocks noGrp="1"/>
          </p:cNvSpPr>
          <p:nvPr/>
        </p:nvSpPr>
        <p:spPr>
          <a:xfrm>
            <a:off x="2529463" y="124968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69" name="B zero point 602"/>
          <p:cNvSpPr>
            <a:spLocks noGrp="1"/>
          </p:cNvSpPr>
          <p:nvPr/>
        </p:nvSpPr>
        <p:spPr>
          <a:xfrm>
            <a:off x="2447848" y="124952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70" name="B zero point 604"/>
          <p:cNvSpPr>
            <a:spLocks noGrp="1"/>
          </p:cNvSpPr>
          <p:nvPr/>
        </p:nvSpPr>
        <p:spPr>
          <a:xfrm>
            <a:off x="2482325" y="124923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71" name="B zero point 605"/>
          <p:cNvSpPr>
            <a:spLocks noGrp="1"/>
          </p:cNvSpPr>
          <p:nvPr/>
        </p:nvSpPr>
        <p:spPr>
          <a:xfrm>
            <a:off x="2598417" y="124933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72" name="B zero point 606"/>
          <p:cNvSpPr>
            <a:spLocks noGrp="1"/>
          </p:cNvSpPr>
          <p:nvPr/>
        </p:nvSpPr>
        <p:spPr>
          <a:xfrm>
            <a:off x="2516801" y="124896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73" name="B zero point 607"/>
          <p:cNvSpPr>
            <a:spLocks noGrp="1"/>
          </p:cNvSpPr>
          <p:nvPr/>
        </p:nvSpPr>
        <p:spPr>
          <a:xfrm>
            <a:off x="2587738" y="124873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74" name="B zero point 608"/>
          <p:cNvSpPr>
            <a:spLocks noGrp="1"/>
          </p:cNvSpPr>
          <p:nvPr/>
        </p:nvSpPr>
        <p:spPr>
          <a:xfrm>
            <a:off x="2551278" y="124993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75" name="B zero point 609"/>
          <p:cNvSpPr>
            <a:spLocks noGrp="1"/>
          </p:cNvSpPr>
          <p:nvPr/>
        </p:nvSpPr>
        <p:spPr>
          <a:xfrm>
            <a:off x="2469663" y="124621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76" name="B zero point 610"/>
          <p:cNvSpPr>
            <a:spLocks noGrp="1"/>
          </p:cNvSpPr>
          <p:nvPr/>
        </p:nvSpPr>
        <p:spPr>
          <a:xfrm>
            <a:off x="2540600" y="124761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77" name="B zero point 612"/>
          <p:cNvSpPr>
            <a:spLocks noGrp="1"/>
          </p:cNvSpPr>
          <p:nvPr/>
        </p:nvSpPr>
        <p:spPr>
          <a:xfrm>
            <a:off x="2575077" y="124966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78" name="B zero point 617"/>
          <p:cNvSpPr>
            <a:spLocks noGrp="1"/>
          </p:cNvSpPr>
          <p:nvPr/>
        </p:nvSpPr>
        <p:spPr>
          <a:xfrm>
            <a:off x="2562415" y="125015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79" name="B zero point 618"/>
          <p:cNvSpPr>
            <a:spLocks noGrp="1"/>
          </p:cNvSpPr>
          <p:nvPr/>
        </p:nvSpPr>
        <p:spPr>
          <a:xfrm>
            <a:off x="2525955" y="124988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80" name="B zero point 619"/>
          <p:cNvSpPr>
            <a:spLocks noGrp="1"/>
          </p:cNvSpPr>
          <p:nvPr/>
        </p:nvSpPr>
        <p:spPr>
          <a:xfrm>
            <a:off x="2596892" y="124976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81" name="B zero point 621"/>
          <p:cNvSpPr>
            <a:spLocks noGrp="1"/>
          </p:cNvSpPr>
          <p:nvPr/>
        </p:nvSpPr>
        <p:spPr>
          <a:xfrm>
            <a:off x="2478816" y="125008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82" name="B zero point 625"/>
          <p:cNvSpPr>
            <a:spLocks noGrp="1"/>
          </p:cNvSpPr>
          <p:nvPr/>
        </p:nvSpPr>
        <p:spPr>
          <a:xfrm>
            <a:off x="2502614" y="124882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83" name="B zero point 626"/>
          <p:cNvSpPr>
            <a:spLocks noGrp="1"/>
          </p:cNvSpPr>
          <p:nvPr/>
        </p:nvSpPr>
        <p:spPr>
          <a:xfrm>
            <a:off x="2466154" y="124662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84" name="B zero point 627"/>
          <p:cNvSpPr>
            <a:spLocks noGrp="1"/>
          </p:cNvSpPr>
          <p:nvPr/>
        </p:nvSpPr>
        <p:spPr>
          <a:xfrm>
            <a:off x="2537091" y="124982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85" name="B zero point 628"/>
          <p:cNvSpPr>
            <a:spLocks noGrp="1"/>
          </p:cNvSpPr>
          <p:nvPr/>
        </p:nvSpPr>
        <p:spPr>
          <a:xfrm>
            <a:off x="2455475" y="124951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86" name="B zero point 629"/>
          <p:cNvSpPr>
            <a:spLocks noGrp="1"/>
          </p:cNvSpPr>
          <p:nvPr/>
        </p:nvSpPr>
        <p:spPr>
          <a:xfrm>
            <a:off x="2571568" y="124967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87" name="B zero point 631"/>
          <p:cNvSpPr>
            <a:spLocks noGrp="1"/>
          </p:cNvSpPr>
          <p:nvPr/>
        </p:nvSpPr>
        <p:spPr>
          <a:xfrm>
            <a:off x="2453492" y="124979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88" name="B zero point 632"/>
          <p:cNvSpPr>
            <a:spLocks noGrp="1"/>
          </p:cNvSpPr>
          <p:nvPr/>
        </p:nvSpPr>
        <p:spPr>
          <a:xfrm>
            <a:off x="2524429" y="124982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89" name="B zero point 633"/>
          <p:cNvSpPr>
            <a:spLocks noGrp="1"/>
          </p:cNvSpPr>
          <p:nvPr/>
        </p:nvSpPr>
        <p:spPr>
          <a:xfrm>
            <a:off x="2595366" y="124981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90" name="B zero point 634"/>
          <p:cNvSpPr>
            <a:spLocks noGrp="1"/>
          </p:cNvSpPr>
          <p:nvPr/>
        </p:nvSpPr>
        <p:spPr>
          <a:xfrm>
            <a:off x="2558906" y="124998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91" name="B zero point 635"/>
          <p:cNvSpPr>
            <a:spLocks noGrp="1"/>
          </p:cNvSpPr>
          <p:nvPr/>
        </p:nvSpPr>
        <p:spPr>
          <a:xfrm>
            <a:off x="2477290" y="124993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92" name="B zero point 636"/>
          <p:cNvSpPr>
            <a:spLocks noGrp="1"/>
          </p:cNvSpPr>
          <p:nvPr/>
        </p:nvSpPr>
        <p:spPr>
          <a:xfrm>
            <a:off x="2548227" y="124668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93" name="B zero point 641"/>
          <p:cNvSpPr>
            <a:spLocks noGrp="1"/>
          </p:cNvSpPr>
          <p:nvPr/>
        </p:nvSpPr>
        <p:spPr>
          <a:xfrm>
            <a:off x="2535565" y="124990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94" name="B zero point 642"/>
          <p:cNvSpPr>
            <a:spLocks noGrp="1"/>
          </p:cNvSpPr>
          <p:nvPr/>
        </p:nvSpPr>
        <p:spPr>
          <a:xfrm>
            <a:off x="2499105" y="124980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95" name="B zero point 646"/>
          <p:cNvSpPr>
            <a:spLocks noGrp="1"/>
          </p:cNvSpPr>
          <p:nvPr/>
        </p:nvSpPr>
        <p:spPr>
          <a:xfrm>
            <a:off x="2522904" y="125038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96" name="B zero point 647"/>
          <p:cNvSpPr>
            <a:spLocks noGrp="1"/>
          </p:cNvSpPr>
          <p:nvPr/>
        </p:nvSpPr>
        <p:spPr>
          <a:xfrm>
            <a:off x="2486444" y="124975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97" name="B zero point 648"/>
          <p:cNvSpPr>
            <a:spLocks noGrp="1"/>
          </p:cNvSpPr>
          <p:nvPr/>
        </p:nvSpPr>
        <p:spPr>
          <a:xfrm>
            <a:off x="2557380" y="124979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98" name="B zero point 650"/>
          <p:cNvSpPr>
            <a:spLocks noGrp="1"/>
          </p:cNvSpPr>
          <p:nvPr/>
        </p:nvSpPr>
        <p:spPr>
          <a:xfrm>
            <a:off x="2591857" y="125010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399" name="B zero point 651"/>
          <p:cNvSpPr>
            <a:spLocks noGrp="1"/>
          </p:cNvSpPr>
          <p:nvPr/>
        </p:nvSpPr>
        <p:spPr>
          <a:xfrm>
            <a:off x="2510242" y="124987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00" name="B zero point 654"/>
          <p:cNvSpPr>
            <a:spLocks noGrp="1"/>
          </p:cNvSpPr>
          <p:nvPr/>
        </p:nvSpPr>
        <p:spPr>
          <a:xfrm>
            <a:off x="2463103" y="125005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01" name="B zero point 662"/>
          <p:cNvSpPr>
            <a:spLocks noGrp="1"/>
          </p:cNvSpPr>
          <p:nvPr/>
        </p:nvSpPr>
        <p:spPr>
          <a:xfrm>
            <a:off x="2555855" y="124690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02" name="B zero point 663"/>
          <p:cNvSpPr>
            <a:spLocks noGrp="1"/>
          </p:cNvSpPr>
          <p:nvPr/>
        </p:nvSpPr>
        <p:spPr>
          <a:xfrm>
            <a:off x="2519395" y="124932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03" name="B zero point 665"/>
          <p:cNvSpPr>
            <a:spLocks noGrp="1"/>
          </p:cNvSpPr>
          <p:nvPr/>
        </p:nvSpPr>
        <p:spPr>
          <a:xfrm>
            <a:off x="2553872" y="124989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04" name="B zero point 666"/>
          <p:cNvSpPr>
            <a:spLocks noGrp="1"/>
          </p:cNvSpPr>
          <p:nvPr/>
        </p:nvSpPr>
        <p:spPr>
          <a:xfrm>
            <a:off x="2472256" y="124964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05" name="B zero point 667"/>
          <p:cNvSpPr>
            <a:spLocks noGrp="1"/>
          </p:cNvSpPr>
          <p:nvPr/>
        </p:nvSpPr>
        <p:spPr>
          <a:xfrm>
            <a:off x="2543193" y="125003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06" name="B zero point 668"/>
          <p:cNvSpPr>
            <a:spLocks noGrp="1"/>
          </p:cNvSpPr>
          <p:nvPr/>
        </p:nvSpPr>
        <p:spPr>
          <a:xfrm>
            <a:off x="2506733" y="124958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07" name="B zero point 671"/>
          <p:cNvSpPr>
            <a:spLocks noGrp="1"/>
          </p:cNvSpPr>
          <p:nvPr/>
        </p:nvSpPr>
        <p:spPr>
          <a:xfrm>
            <a:off x="2459594" y="124956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08" name="B zero point 672"/>
          <p:cNvSpPr>
            <a:spLocks noGrp="1"/>
          </p:cNvSpPr>
          <p:nvPr/>
        </p:nvSpPr>
        <p:spPr>
          <a:xfrm>
            <a:off x="2530531" y="125009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09" name="B zero point 673"/>
          <p:cNvSpPr>
            <a:spLocks noGrp="1"/>
          </p:cNvSpPr>
          <p:nvPr/>
        </p:nvSpPr>
        <p:spPr>
          <a:xfrm>
            <a:off x="2494071" y="124969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10" name="B zero point 676"/>
          <p:cNvSpPr>
            <a:spLocks noGrp="1"/>
          </p:cNvSpPr>
          <p:nvPr/>
        </p:nvSpPr>
        <p:spPr>
          <a:xfrm>
            <a:off x="2446932" y="124986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11" name="B zero point 678"/>
          <p:cNvSpPr>
            <a:spLocks noGrp="1"/>
          </p:cNvSpPr>
          <p:nvPr/>
        </p:nvSpPr>
        <p:spPr>
          <a:xfrm>
            <a:off x="2588806" y="124994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12" name="B zero point 679"/>
          <p:cNvSpPr>
            <a:spLocks noGrp="1"/>
          </p:cNvSpPr>
          <p:nvPr/>
        </p:nvSpPr>
        <p:spPr>
          <a:xfrm>
            <a:off x="2552346" y="124971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13" name="B zero point 682"/>
          <p:cNvSpPr>
            <a:spLocks noGrp="1"/>
          </p:cNvSpPr>
          <p:nvPr/>
        </p:nvSpPr>
        <p:spPr>
          <a:xfrm>
            <a:off x="2505207" y="124994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14" name="B zero point 684"/>
          <p:cNvSpPr>
            <a:spLocks noGrp="1"/>
          </p:cNvSpPr>
          <p:nvPr/>
        </p:nvSpPr>
        <p:spPr>
          <a:xfrm>
            <a:off x="2539684" y="125012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15" name="B zero point 689"/>
          <p:cNvSpPr>
            <a:spLocks noGrp="1"/>
          </p:cNvSpPr>
          <p:nvPr/>
        </p:nvSpPr>
        <p:spPr>
          <a:xfrm>
            <a:off x="2527022" y="125014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16" name="B zero point 690"/>
          <p:cNvSpPr>
            <a:spLocks noGrp="1"/>
          </p:cNvSpPr>
          <p:nvPr/>
        </p:nvSpPr>
        <p:spPr>
          <a:xfrm>
            <a:off x="2597959" y="124927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17" name="B zero point 693"/>
          <p:cNvSpPr>
            <a:spLocks noGrp="1"/>
          </p:cNvSpPr>
          <p:nvPr/>
        </p:nvSpPr>
        <p:spPr>
          <a:xfrm>
            <a:off x="2550821" y="124955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18" name="B zero point 694"/>
          <p:cNvSpPr>
            <a:spLocks noGrp="1"/>
          </p:cNvSpPr>
          <p:nvPr/>
        </p:nvSpPr>
        <p:spPr>
          <a:xfrm>
            <a:off x="2514361" y="124965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19" name="B zero point 695"/>
          <p:cNvSpPr>
            <a:spLocks noGrp="1"/>
          </p:cNvSpPr>
          <p:nvPr/>
        </p:nvSpPr>
        <p:spPr>
          <a:xfrm>
            <a:off x="2585298" y="124990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20" name="B zero point 697"/>
          <p:cNvSpPr>
            <a:spLocks noGrp="1"/>
          </p:cNvSpPr>
          <p:nvPr/>
        </p:nvSpPr>
        <p:spPr>
          <a:xfrm>
            <a:off x="2467222" y="124808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21" name="B zero point 702"/>
          <p:cNvSpPr>
            <a:spLocks noGrp="1"/>
          </p:cNvSpPr>
          <p:nvPr/>
        </p:nvSpPr>
        <p:spPr>
          <a:xfrm>
            <a:off x="2454560" y="125004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22" name="B zero point 704"/>
          <p:cNvSpPr>
            <a:spLocks noGrp="1"/>
          </p:cNvSpPr>
          <p:nvPr/>
        </p:nvSpPr>
        <p:spPr>
          <a:xfrm>
            <a:off x="2596434" y="124963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23" name="B zero point 705"/>
          <p:cNvSpPr>
            <a:spLocks noGrp="1"/>
          </p:cNvSpPr>
          <p:nvPr/>
        </p:nvSpPr>
        <p:spPr>
          <a:xfrm>
            <a:off x="2559974" y="124874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24" name="B zero point 706"/>
          <p:cNvSpPr>
            <a:spLocks noGrp="1"/>
          </p:cNvSpPr>
          <p:nvPr/>
        </p:nvSpPr>
        <p:spPr>
          <a:xfrm>
            <a:off x="2478358" y="125004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25" name="B zero point 707"/>
          <p:cNvSpPr>
            <a:spLocks noGrp="1"/>
          </p:cNvSpPr>
          <p:nvPr/>
        </p:nvSpPr>
        <p:spPr>
          <a:xfrm>
            <a:off x="2594451" y="124993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26" name="B zero point 708"/>
          <p:cNvSpPr>
            <a:spLocks noGrp="1"/>
          </p:cNvSpPr>
          <p:nvPr/>
        </p:nvSpPr>
        <p:spPr>
          <a:xfrm>
            <a:off x="2512835" y="125002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27" name="B zero point 709"/>
          <p:cNvSpPr>
            <a:spLocks noGrp="1"/>
          </p:cNvSpPr>
          <p:nvPr/>
        </p:nvSpPr>
        <p:spPr>
          <a:xfrm>
            <a:off x="2583772" y="125008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28" name="B zero point 710"/>
          <p:cNvSpPr>
            <a:spLocks noGrp="1"/>
          </p:cNvSpPr>
          <p:nvPr/>
        </p:nvSpPr>
        <p:spPr>
          <a:xfrm>
            <a:off x="2547312" y="125021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29" name="B zero point 711"/>
          <p:cNvSpPr>
            <a:spLocks noGrp="1"/>
          </p:cNvSpPr>
          <p:nvPr/>
        </p:nvSpPr>
        <p:spPr>
          <a:xfrm>
            <a:off x="2465696" y="124977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30" name="B zero point 712"/>
          <p:cNvSpPr>
            <a:spLocks noGrp="1"/>
          </p:cNvSpPr>
          <p:nvPr/>
        </p:nvSpPr>
        <p:spPr>
          <a:xfrm>
            <a:off x="2536633" y="124965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31" name="B zero point 714"/>
          <p:cNvSpPr>
            <a:spLocks noGrp="1"/>
          </p:cNvSpPr>
          <p:nvPr/>
        </p:nvSpPr>
        <p:spPr>
          <a:xfrm>
            <a:off x="2571110" y="124986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32" name="B zero point 716"/>
          <p:cNvSpPr>
            <a:spLocks noGrp="1"/>
          </p:cNvSpPr>
          <p:nvPr/>
        </p:nvSpPr>
        <p:spPr>
          <a:xfrm>
            <a:off x="2453034" y="124988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33" name="B zero point 717"/>
          <p:cNvSpPr>
            <a:spLocks noGrp="1"/>
          </p:cNvSpPr>
          <p:nvPr/>
        </p:nvSpPr>
        <p:spPr>
          <a:xfrm>
            <a:off x="2523971" y="124942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34" name="B zero point 718"/>
          <p:cNvSpPr>
            <a:spLocks noGrp="1"/>
          </p:cNvSpPr>
          <p:nvPr/>
        </p:nvSpPr>
        <p:spPr>
          <a:xfrm>
            <a:off x="2487511" y="125015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35" name="B zero point 719"/>
          <p:cNvSpPr>
            <a:spLocks noGrp="1"/>
          </p:cNvSpPr>
          <p:nvPr/>
        </p:nvSpPr>
        <p:spPr>
          <a:xfrm>
            <a:off x="2558448" y="124943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36" name="B zero point 720"/>
          <p:cNvSpPr>
            <a:spLocks noGrp="1"/>
          </p:cNvSpPr>
          <p:nvPr/>
        </p:nvSpPr>
        <p:spPr>
          <a:xfrm>
            <a:off x="2521988" y="124949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37" name="B zero point 721"/>
          <p:cNvSpPr>
            <a:spLocks noGrp="1"/>
          </p:cNvSpPr>
          <p:nvPr/>
        </p:nvSpPr>
        <p:spPr>
          <a:xfrm>
            <a:off x="2592925" y="125027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38" name="B zero point 724"/>
          <p:cNvSpPr>
            <a:spLocks noGrp="1"/>
          </p:cNvSpPr>
          <p:nvPr/>
        </p:nvSpPr>
        <p:spPr>
          <a:xfrm>
            <a:off x="2545786" y="124964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39" name="B zero point 725"/>
          <p:cNvSpPr>
            <a:spLocks noGrp="1"/>
          </p:cNvSpPr>
          <p:nvPr/>
        </p:nvSpPr>
        <p:spPr>
          <a:xfrm>
            <a:off x="2464171" y="124955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40" name="B zero point 726"/>
          <p:cNvSpPr>
            <a:spLocks noGrp="1"/>
          </p:cNvSpPr>
          <p:nvPr/>
        </p:nvSpPr>
        <p:spPr>
          <a:xfrm>
            <a:off x="2580263" y="124864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41" name="B zero point 727"/>
          <p:cNvSpPr>
            <a:spLocks noGrp="1"/>
          </p:cNvSpPr>
          <p:nvPr/>
        </p:nvSpPr>
        <p:spPr>
          <a:xfrm>
            <a:off x="2498648" y="124988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42" name="B zero point 728"/>
          <p:cNvSpPr>
            <a:spLocks noGrp="1"/>
          </p:cNvSpPr>
          <p:nvPr/>
        </p:nvSpPr>
        <p:spPr>
          <a:xfrm>
            <a:off x="2462188" y="124706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43" name="B zero point 729"/>
          <p:cNvSpPr>
            <a:spLocks noGrp="1"/>
          </p:cNvSpPr>
          <p:nvPr/>
        </p:nvSpPr>
        <p:spPr>
          <a:xfrm>
            <a:off x="2533125" y="125055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44" name="B zero point 730"/>
          <p:cNvSpPr>
            <a:spLocks noGrp="1"/>
          </p:cNvSpPr>
          <p:nvPr/>
        </p:nvSpPr>
        <p:spPr>
          <a:xfrm>
            <a:off x="2451509" y="125031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45" name="B zero point 732"/>
          <p:cNvSpPr>
            <a:spLocks noGrp="1"/>
          </p:cNvSpPr>
          <p:nvPr/>
        </p:nvSpPr>
        <p:spPr>
          <a:xfrm>
            <a:off x="2485986" y="124975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46" name="B zero point 733"/>
          <p:cNvSpPr>
            <a:spLocks noGrp="1"/>
          </p:cNvSpPr>
          <p:nvPr/>
        </p:nvSpPr>
        <p:spPr>
          <a:xfrm>
            <a:off x="2556923" y="124981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47" name="B zero point 735"/>
          <p:cNvSpPr>
            <a:spLocks noGrp="1"/>
          </p:cNvSpPr>
          <p:nvPr/>
        </p:nvSpPr>
        <p:spPr>
          <a:xfrm>
            <a:off x="2591400" y="124967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48" name="B zero point 736"/>
          <p:cNvSpPr>
            <a:spLocks noGrp="1"/>
          </p:cNvSpPr>
          <p:nvPr/>
        </p:nvSpPr>
        <p:spPr>
          <a:xfrm>
            <a:off x="2554940" y="125001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49" name="B zero point 739"/>
          <p:cNvSpPr>
            <a:spLocks noGrp="1"/>
          </p:cNvSpPr>
          <p:nvPr/>
        </p:nvSpPr>
        <p:spPr>
          <a:xfrm>
            <a:off x="2507801" y="124596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50" name="B zero point 740"/>
          <p:cNvSpPr>
            <a:spLocks noGrp="1"/>
          </p:cNvSpPr>
          <p:nvPr/>
        </p:nvSpPr>
        <p:spPr>
          <a:xfrm>
            <a:off x="2578738" y="124899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51" name="B zero point 744"/>
          <p:cNvSpPr>
            <a:spLocks noGrp="1"/>
          </p:cNvSpPr>
          <p:nvPr/>
        </p:nvSpPr>
        <p:spPr>
          <a:xfrm>
            <a:off x="2495139" y="124897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52" name="B zero point 750"/>
          <p:cNvSpPr>
            <a:spLocks noGrp="1"/>
          </p:cNvSpPr>
          <p:nvPr/>
        </p:nvSpPr>
        <p:spPr>
          <a:xfrm>
            <a:off x="2553414" y="125008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53" name="B zero point 751"/>
          <p:cNvSpPr>
            <a:spLocks noGrp="1"/>
          </p:cNvSpPr>
          <p:nvPr/>
        </p:nvSpPr>
        <p:spPr>
          <a:xfrm>
            <a:off x="2471798" y="125001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54" name="B zero point 753"/>
          <p:cNvSpPr>
            <a:spLocks noGrp="1"/>
          </p:cNvSpPr>
          <p:nvPr/>
        </p:nvSpPr>
        <p:spPr>
          <a:xfrm>
            <a:off x="2506275" y="124995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55" name="B zero point 754"/>
          <p:cNvSpPr>
            <a:spLocks noGrp="1"/>
          </p:cNvSpPr>
          <p:nvPr/>
        </p:nvSpPr>
        <p:spPr>
          <a:xfrm>
            <a:off x="2469815" y="125186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56" name="B zero point 755"/>
          <p:cNvSpPr>
            <a:spLocks noGrp="1"/>
          </p:cNvSpPr>
          <p:nvPr/>
        </p:nvSpPr>
        <p:spPr>
          <a:xfrm>
            <a:off x="2540752" y="124884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57" name="B zero point 761"/>
          <p:cNvSpPr>
            <a:spLocks noGrp="1"/>
          </p:cNvSpPr>
          <p:nvPr/>
        </p:nvSpPr>
        <p:spPr>
          <a:xfrm>
            <a:off x="2446475" y="125382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58" name="B zero point 762"/>
          <p:cNvSpPr>
            <a:spLocks noGrp="1"/>
          </p:cNvSpPr>
          <p:nvPr/>
        </p:nvSpPr>
        <p:spPr>
          <a:xfrm>
            <a:off x="2562567" y="124988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59" name="B zero point 763"/>
          <p:cNvSpPr>
            <a:spLocks noGrp="1"/>
          </p:cNvSpPr>
          <p:nvPr/>
        </p:nvSpPr>
        <p:spPr>
          <a:xfrm>
            <a:off x="2480952" y="124643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60" name="B zero point 764"/>
          <p:cNvSpPr>
            <a:spLocks noGrp="1"/>
          </p:cNvSpPr>
          <p:nvPr/>
        </p:nvSpPr>
        <p:spPr>
          <a:xfrm>
            <a:off x="2551889" y="124951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61" name="B zero point 765"/>
          <p:cNvSpPr>
            <a:spLocks noGrp="1"/>
          </p:cNvSpPr>
          <p:nvPr/>
        </p:nvSpPr>
        <p:spPr>
          <a:xfrm>
            <a:off x="2515428" y="125024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62" name="B zero point 766"/>
          <p:cNvSpPr>
            <a:spLocks noGrp="1"/>
          </p:cNvSpPr>
          <p:nvPr/>
        </p:nvSpPr>
        <p:spPr>
          <a:xfrm>
            <a:off x="2586365" y="124976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63" name="B zero point 768"/>
          <p:cNvSpPr>
            <a:spLocks noGrp="1"/>
          </p:cNvSpPr>
          <p:nvPr/>
        </p:nvSpPr>
        <p:spPr>
          <a:xfrm>
            <a:off x="2468290" y="124705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64" name="B zero point 769"/>
          <p:cNvSpPr>
            <a:spLocks noGrp="1"/>
          </p:cNvSpPr>
          <p:nvPr/>
        </p:nvSpPr>
        <p:spPr>
          <a:xfrm>
            <a:off x="2539227" y="125153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65" name="B zero point 770"/>
          <p:cNvSpPr>
            <a:spLocks noGrp="1"/>
          </p:cNvSpPr>
          <p:nvPr/>
        </p:nvSpPr>
        <p:spPr>
          <a:xfrm>
            <a:off x="2502767" y="124973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66" name="B zero point 771"/>
          <p:cNvSpPr>
            <a:spLocks noGrp="1"/>
          </p:cNvSpPr>
          <p:nvPr/>
        </p:nvSpPr>
        <p:spPr>
          <a:xfrm>
            <a:off x="2573704" y="124752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67" name="B zero point 772"/>
          <p:cNvSpPr>
            <a:spLocks noGrp="1"/>
          </p:cNvSpPr>
          <p:nvPr/>
        </p:nvSpPr>
        <p:spPr>
          <a:xfrm>
            <a:off x="2492088" y="124975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68" name="B zero point 773"/>
          <p:cNvSpPr>
            <a:spLocks noGrp="1"/>
          </p:cNvSpPr>
          <p:nvPr/>
        </p:nvSpPr>
        <p:spPr>
          <a:xfrm>
            <a:off x="2455628" y="124917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69" name="B zero point 774"/>
          <p:cNvSpPr>
            <a:spLocks noGrp="1"/>
          </p:cNvSpPr>
          <p:nvPr/>
        </p:nvSpPr>
        <p:spPr>
          <a:xfrm>
            <a:off x="2526565" y="124718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70" name="B zero point 775"/>
          <p:cNvSpPr>
            <a:spLocks noGrp="1"/>
          </p:cNvSpPr>
          <p:nvPr/>
        </p:nvSpPr>
        <p:spPr>
          <a:xfrm>
            <a:off x="2490105" y="124829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71" name="B zero point 776"/>
          <p:cNvSpPr>
            <a:spLocks noGrp="1"/>
          </p:cNvSpPr>
          <p:nvPr/>
        </p:nvSpPr>
        <p:spPr>
          <a:xfrm>
            <a:off x="2561042" y="124661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72" name="B zero point 777"/>
          <p:cNvSpPr>
            <a:spLocks noGrp="1"/>
          </p:cNvSpPr>
          <p:nvPr/>
        </p:nvSpPr>
        <p:spPr>
          <a:xfrm>
            <a:off x="2479426" y="124782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73" name="B zero point 778"/>
          <p:cNvSpPr>
            <a:spLocks noGrp="1"/>
          </p:cNvSpPr>
          <p:nvPr/>
        </p:nvSpPr>
        <p:spPr>
          <a:xfrm>
            <a:off x="2595519" y="124967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74" name="B zero point 780"/>
          <p:cNvSpPr>
            <a:spLocks noGrp="1"/>
          </p:cNvSpPr>
          <p:nvPr/>
        </p:nvSpPr>
        <p:spPr>
          <a:xfrm>
            <a:off x="2584840" y="125312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75" name="B zero point 781"/>
          <p:cNvSpPr>
            <a:spLocks noGrp="1"/>
          </p:cNvSpPr>
          <p:nvPr/>
        </p:nvSpPr>
        <p:spPr>
          <a:xfrm>
            <a:off x="2548380" y="124744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76" name="B zero point 782"/>
          <p:cNvSpPr>
            <a:spLocks noGrp="1"/>
          </p:cNvSpPr>
          <p:nvPr/>
        </p:nvSpPr>
        <p:spPr>
          <a:xfrm>
            <a:off x="2466764" y="124754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77" name="B zero point 783"/>
          <p:cNvSpPr>
            <a:spLocks noGrp="1"/>
          </p:cNvSpPr>
          <p:nvPr/>
        </p:nvSpPr>
        <p:spPr>
          <a:xfrm>
            <a:off x="2582857" y="124780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78" name="B zero point 784"/>
          <p:cNvSpPr>
            <a:spLocks noGrp="1"/>
          </p:cNvSpPr>
          <p:nvPr/>
        </p:nvSpPr>
        <p:spPr>
          <a:xfrm>
            <a:off x="2501241" y="124795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79" name="B zero point 785"/>
          <p:cNvSpPr>
            <a:spLocks noGrp="1"/>
          </p:cNvSpPr>
          <p:nvPr/>
        </p:nvSpPr>
        <p:spPr>
          <a:xfrm>
            <a:off x="2572178" y="124878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80" name="B zero point 786"/>
          <p:cNvSpPr>
            <a:spLocks noGrp="1"/>
          </p:cNvSpPr>
          <p:nvPr/>
        </p:nvSpPr>
        <p:spPr>
          <a:xfrm>
            <a:off x="2535718" y="124776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81" name="B zero point 788"/>
          <p:cNvSpPr>
            <a:spLocks noGrp="1"/>
          </p:cNvSpPr>
          <p:nvPr/>
        </p:nvSpPr>
        <p:spPr>
          <a:xfrm>
            <a:off x="2525039" y="124664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82" name="B zero point 789"/>
          <p:cNvSpPr>
            <a:spLocks noGrp="1"/>
          </p:cNvSpPr>
          <p:nvPr/>
        </p:nvSpPr>
        <p:spPr>
          <a:xfrm>
            <a:off x="2488579" y="125219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83" name="B zero point 790"/>
          <p:cNvSpPr>
            <a:spLocks noGrp="1"/>
          </p:cNvSpPr>
          <p:nvPr/>
        </p:nvSpPr>
        <p:spPr>
          <a:xfrm>
            <a:off x="2559516" y="124808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84" name="B zero point 791"/>
          <p:cNvSpPr>
            <a:spLocks noGrp="1"/>
          </p:cNvSpPr>
          <p:nvPr/>
        </p:nvSpPr>
        <p:spPr>
          <a:xfrm>
            <a:off x="2523056" y="125160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85" name="B zero point 792"/>
          <p:cNvSpPr>
            <a:spLocks noGrp="1"/>
          </p:cNvSpPr>
          <p:nvPr/>
        </p:nvSpPr>
        <p:spPr>
          <a:xfrm>
            <a:off x="2593993" y="124629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86" name="B zero point 793"/>
          <p:cNvSpPr>
            <a:spLocks noGrp="1"/>
          </p:cNvSpPr>
          <p:nvPr/>
        </p:nvSpPr>
        <p:spPr>
          <a:xfrm>
            <a:off x="2512377" y="124994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87" name="B zero point 797"/>
          <p:cNvSpPr>
            <a:spLocks noGrp="1"/>
          </p:cNvSpPr>
          <p:nvPr/>
        </p:nvSpPr>
        <p:spPr>
          <a:xfrm>
            <a:off x="2581331" y="124991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88" name="B zero point 799"/>
          <p:cNvSpPr>
            <a:spLocks noGrp="1"/>
          </p:cNvSpPr>
          <p:nvPr/>
        </p:nvSpPr>
        <p:spPr>
          <a:xfrm>
            <a:off x="2463256" y="124785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89" name="B zero point 800"/>
          <p:cNvSpPr>
            <a:spLocks noGrp="1"/>
          </p:cNvSpPr>
          <p:nvPr/>
        </p:nvSpPr>
        <p:spPr>
          <a:xfrm>
            <a:off x="2534192" y="124608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90" name="B zero point 801"/>
          <p:cNvSpPr>
            <a:spLocks noGrp="1"/>
          </p:cNvSpPr>
          <p:nvPr/>
        </p:nvSpPr>
        <p:spPr>
          <a:xfrm>
            <a:off x="2452577" y="124808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91" name="B zero point 802"/>
          <p:cNvSpPr>
            <a:spLocks noGrp="1"/>
          </p:cNvSpPr>
          <p:nvPr/>
        </p:nvSpPr>
        <p:spPr>
          <a:xfrm>
            <a:off x="2568669" y="124970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92" name="B zero point 803"/>
          <p:cNvSpPr>
            <a:spLocks noGrp="1"/>
          </p:cNvSpPr>
          <p:nvPr/>
        </p:nvSpPr>
        <p:spPr>
          <a:xfrm>
            <a:off x="2487054" y="124776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93" name="B zero point 804"/>
          <p:cNvSpPr>
            <a:spLocks noGrp="1"/>
          </p:cNvSpPr>
          <p:nvPr/>
        </p:nvSpPr>
        <p:spPr>
          <a:xfrm>
            <a:off x="2450594" y="125024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94" name="B zero point 805"/>
          <p:cNvSpPr>
            <a:spLocks noGrp="1"/>
          </p:cNvSpPr>
          <p:nvPr/>
        </p:nvSpPr>
        <p:spPr>
          <a:xfrm>
            <a:off x="2521531" y="124934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95" name="B zero point 806"/>
          <p:cNvSpPr>
            <a:spLocks noGrp="1"/>
          </p:cNvSpPr>
          <p:nvPr/>
        </p:nvSpPr>
        <p:spPr>
          <a:xfrm>
            <a:off x="2592468" y="125223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96" name="B zero point 807"/>
          <p:cNvSpPr>
            <a:spLocks noGrp="1"/>
          </p:cNvSpPr>
          <p:nvPr/>
        </p:nvSpPr>
        <p:spPr>
          <a:xfrm>
            <a:off x="2556007" y="124795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97" name="B zero point 808"/>
          <p:cNvSpPr>
            <a:spLocks noGrp="1"/>
          </p:cNvSpPr>
          <p:nvPr/>
        </p:nvSpPr>
        <p:spPr>
          <a:xfrm>
            <a:off x="2474392" y="124920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98" name="B zero point 809"/>
          <p:cNvSpPr>
            <a:spLocks noGrp="1"/>
          </p:cNvSpPr>
          <p:nvPr/>
        </p:nvSpPr>
        <p:spPr>
          <a:xfrm>
            <a:off x="2590484" y="124942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499" name="B zero point 810"/>
          <p:cNvSpPr>
            <a:spLocks noGrp="1"/>
          </p:cNvSpPr>
          <p:nvPr/>
        </p:nvSpPr>
        <p:spPr>
          <a:xfrm>
            <a:off x="2508869" y="124982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00" name="B zero point 811"/>
          <p:cNvSpPr>
            <a:spLocks noGrp="1"/>
          </p:cNvSpPr>
          <p:nvPr/>
        </p:nvSpPr>
        <p:spPr>
          <a:xfrm>
            <a:off x="2579806" y="124693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01" name="B zero point 813"/>
          <p:cNvSpPr>
            <a:spLocks noGrp="1"/>
          </p:cNvSpPr>
          <p:nvPr/>
        </p:nvSpPr>
        <p:spPr>
          <a:xfrm>
            <a:off x="2461730" y="124701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02" name="B zero point 814"/>
          <p:cNvSpPr>
            <a:spLocks noGrp="1"/>
          </p:cNvSpPr>
          <p:nvPr/>
        </p:nvSpPr>
        <p:spPr>
          <a:xfrm>
            <a:off x="2532667" y="124854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03" name="B zero point 815"/>
          <p:cNvSpPr>
            <a:spLocks noGrp="1"/>
          </p:cNvSpPr>
          <p:nvPr/>
        </p:nvSpPr>
        <p:spPr>
          <a:xfrm>
            <a:off x="2496207" y="125017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04" name="B zero point 816"/>
          <p:cNvSpPr>
            <a:spLocks noGrp="1"/>
          </p:cNvSpPr>
          <p:nvPr/>
        </p:nvSpPr>
        <p:spPr>
          <a:xfrm>
            <a:off x="2567144" y="124671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05" name="B zero point 818"/>
          <p:cNvSpPr>
            <a:spLocks noGrp="1"/>
          </p:cNvSpPr>
          <p:nvPr/>
        </p:nvSpPr>
        <p:spPr>
          <a:xfrm>
            <a:off x="2449068" y="124669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06" name="B zero point 819"/>
          <p:cNvSpPr>
            <a:spLocks noGrp="1"/>
          </p:cNvSpPr>
          <p:nvPr/>
        </p:nvSpPr>
        <p:spPr>
          <a:xfrm>
            <a:off x="2520005" y="124688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07" name="B zero point 820"/>
          <p:cNvSpPr>
            <a:spLocks noGrp="1"/>
          </p:cNvSpPr>
          <p:nvPr/>
        </p:nvSpPr>
        <p:spPr>
          <a:xfrm>
            <a:off x="2483545" y="125039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08" name="B zero point 821"/>
          <p:cNvSpPr>
            <a:spLocks noGrp="1"/>
          </p:cNvSpPr>
          <p:nvPr/>
        </p:nvSpPr>
        <p:spPr>
          <a:xfrm>
            <a:off x="2554482" y="124960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09" name="B zero point 822"/>
          <p:cNvSpPr>
            <a:spLocks noGrp="1"/>
          </p:cNvSpPr>
          <p:nvPr/>
        </p:nvSpPr>
        <p:spPr>
          <a:xfrm>
            <a:off x="2472866" y="124979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10" name="B zero point 823"/>
          <p:cNvSpPr>
            <a:spLocks noGrp="1"/>
          </p:cNvSpPr>
          <p:nvPr/>
        </p:nvSpPr>
        <p:spPr>
          <a:xfrm>
            <a:off x="2588959" y="125140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11" name="B zero point 824"/>
          <p:cNvSpPr>
            <a:spLocks noGrp="1"/>
          </p:cNvSpPr>
          <p:nvPr/>
        </p:nvSpPr>
        <p:spPr>
          <a:xfrm>
            <a:off x="2507343" y="124934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12" name="B zero point 825"/>
          <p:cNvSpPr>
            <a:spLocks noGrp="1"/>
          </p:cNvSpPr>
          <p:nvPr/>
        </p:nvSpPr>
        <p:spPr>
          <a:xfrm>
            <a:off x="2470883" y="125033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13" name="B zero point 827"/>
          <p:cNvSpPr>
            <a:spLocks noGrp="1"/>
          </p:cNvSpPr>
          <p:nvPr/>
        </p:nvSpPr>
        <p:spPr>
          <a:xfrm>
            <a:off x="2460204" y="124677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14" name="B zero point 828"/>
          <p:cNvSpPr>
            <a:spLocks noGrp="1"/>
          </p:cNvSpPr>
          <p:nvPr/>
        </p:nvSpPr>
        <p:spPr>
          <a:xfrm>
            <a:off x="2576297" y="124654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15" name="B zero point 829"/>
          <p:cNvSpPr>
            <a:spLocks noGrp="1"/>
          </p:cNvSpPr>
          <p:nvPr/>
        </p:nvSpPr>
        <p:spPr>
          <a:xfrm>
            <a:off x="2494681" y="124976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16" name="B zero point 830"/>
          <p:cNvSpPr>
            <a:spLocks noGrp="1"/>
          </p:cNvSpPr>
          <p:nvPr/>
        </p:nvSpPr>
        <p:spPr>
          <a:xfrm>
            <a:off x="2458221" y="124970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17" name="B zero point 832"/>
          <p:cNvSpPr>
            <a:spLocks noGrp="1"/>
          </p:cNvSpPr>
          <p:nvPr/>
        </p:nvSpPr>
        <p:spPr>
          <a:xfrm>
            <a:off x="2447543" y="124970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18" name="B zero point 834"/>
          <p:cNvSpPr>
            <a:spLocks noGrp="1"/>
          </p:cNvSpPr>
          <p:nvPr/>
        </p:nvSpPr>
        <p:spPr>
          <a:xfrm>
            <a:off x="2482019" y="124923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19" name="B zero point 838"/>
          <p:cNvSpPr>
            <a:spLocks noGrp="1"/>
          </p:cNvSpPr>
          <p:nvPr/>
        </p:nvSpPr>
        <p:spPr>
          <a:xfrm>
            <a:off x="2550973" y="125116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20" name="B zero point 840"/>
          <p:cNvSpPr>
            <a:spLocks noGrp="1"/>
          </p:cNvSpPr>
          <p:nvPr/>
        </p:nvSpPr>
        <p:spPr>
          <a:xfrm>
            <a:off x="2540295" y="125007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21" name="B zero point 843"/>
          <p:cNvSpPr>
            <a:spLocks noGrp="1"/>
          </p:cNvSpPr>
          <p:nvPr/>
        </p:nvSpPr>
        <p:spPr>
          <a:xfrm>
            <a:off x="2493156" y="124970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22" name="B zero point 844"/>
          <p:cNvSpPr>
            <a:spLocks noGrp="1"/>
          </p:cNvSpPr>
          <p:nvPr/>
        </p:nvSpPr>
        <p:spPr>
          <a:xfrm>
            <a:off x="2456696" y="125028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23" name="B zero point 845"/>
          <p:cNvSpPr>
            <a:spLocks noGrp="1"/>
          </p:cNvSpPr>
          <p:nvPr/>
        </p:nvSpPr>
        <p:spPr>
          <a:xfrm>
            <a:off x="2527633" y="125051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24" name="B zero point 847"/>
          <p:cNvSpPr>
            <a:spLocks noGrp="1"/>
          </p:cNvSpPr>
          <p:nvPr/>
        </p:nvSpPr>
        <p:spPr>
          <a:xfrm>
            <a:off x="2562110" y="124654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25" name="B zero point 848"/>
          <p:cNvSpPr>
            <a:spLocks noGrp="1"/>
          </p:cNvSpPr>
          <p:nvPr/>
        </p:nvSpPr>
        <p:spPr>
          <a:xfrm>
            <a:off x="2480494" y="124739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26" name="B zero point 849"/>
          <p:cNvSpPr>
            <a:spLocks noGrp="1"/>
          </p:cNvSpPr>
          <p:nvPr/>
        </p:nvSpPr>
        <p:spPr>
          <a:xfrm>
            <a:off x="2596586" y="124723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27" name="B zero point 850"/>
          <p:cNvSpPr>
            <a:spLocks noGrp="1"/>
          </p:cNvSpPr>
          <p:nvPr/>
        </p:nvSpPr>
        <p:spPr>
          <a:xfrm>
            <a:off x="2514971" y="124816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28" name="B zero point 851"/>
          <p:cNvSpPr>
            <a:spLocks noGrp="1"/>
          </p:cNvSpPr>
          <p:nvPr/>
        </p:nvSpPr>
        <p:spPr>
          <a:xfrm>
            <a:off x="2478511" y="124939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29" name="B zero point 852"/>
          <p:cNvSpPr>
            <a:spLocks noGrp="1"/>
          </p:cNvSpPr>
          <p:nvPr/>
        </p:nvSpPr>
        <p:spPr>
          <a:xfrm>
            <a:off x="2549448" y="124684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30" name="B zero point 853"/>
          <p:cNvSpPr>
            <a:spLocks noGrp="1"/>
          </p:cNvSpPr>
          <p:nvPr/>
        </p:nvSpPr>
        <p:spPr>
          <a:xfrm>
            <a:off x="2467832" y="124745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31" name="B zero point 854"/>
          <p:cNvSpPr>
            <a:spLocks noGrp="1"/>
          </p:cNvSpPr>
          <p:nvPr/>
        </p:nvSpPr>
        <p:spPr>
          <a:xfrm>
            <a:off x="2583925" y="124669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32" name="B zero point 855"/>
          <p:cNvSpPr>
            <a:spLocks noGrp="1"/>
          </p:cNvSpPr>
          <p:nvPr/>
        </p:nvSpPr>
        <p:spPr>
          <a:xfrm>
            <a:off x="2502309" y="124904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33" name="B zero point 856"/>
          <p:cNvSpPr>
            <a:spLocks noGrp="1"/>
          </p:cNvSpPr>
          <p:nvPr/>
        </p:nvSpPr>
        <p:spPr>
          <a:xfrm>
            <a:off x="2573246" y="124687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34" name="B zero point 858"/>
          <p:cNvSpPr>
            <a:spLocks noGrp="1"/>
          </p:cNvSpPr>
          <p:nvPr/>
        </p:nvSpPr>
        <p:spPr>
          <a:xfrm>
            <a:off x="2455170" y="124822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35" name="B zero point 859"/>
          <p:cNvSpPr>
            <a:spLocks noGrp="1"/>
          </p:cNvSpPr>
          <p:nvPr/>
        </p:nvSpPr>
        <p:spPr>
          <a:xfrm>
            <a:off x="2571263" y="125033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36" name="B zero point 860"/>
          <p:cNvSpPr>
            <a:spLocks noGrp="1"/>
          </p:cNvSpPr>
          <p:nvPr/>
        </p:nvSpPr>
        <p:spPr>
          <a:xfrm>
            <a:off x="2489647" y="124993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37" name="B zero point 861"/>
          <p:cNvSpPr>
            <a:spLocks noGrp="1"/>
          </p:cNvSpPr>
          <p:nvPr/>
        </p:nvSpPr>
        <p:spPr>
          <a:xfrm>
            <a:off x="2560584" y="124621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38" name="B zero point 862"/>
          <p:cNvSpPr>
            <a:spLocks noGrp="1"/>
          </p:cNvSpPr>
          <p:nvPr/>
        </p:nvSpPr>
        <p:spPr>
          <a:xfrm>
            <a:off x="2524124" y="124968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39" name="B zero point 864"/>
          <p:cNvSpPr>
            <a:spLocks noGrp="1"/>
          </p:cNvSpPr>
          <p:nvPr/>
        </p:nvSpPr>
        <p:spPr>
          <a:xfrm>
            <a:off x="2558601" y="125203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40" name="B zero point 865"/>
          <p:cNvSpPr>
            <a:spLocks noGrp="1"/>
          </p:cNvSpPr>
          <p:nvPr/>
        </p:nvSpPr>
        <p:spPr>
          <a:xfrm>
            <a:off x="2476985" y="124716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41" name="B zero point 866"/>
          <p:cNvSpPr>
            <a:spLocks noGrp="1"/>
          </p:cNvSpPr>
          <p:nvPr/>
        </p:nvSpPr>
        <p:spPr>
          <a:xfrm>
            <a:off x="2547922" y="124844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42" name="B zero point 867"/>
          <p:cNvSpPr>
            <a:spLocks noGrp="1"/>
          </p:cNvSpPr>
          <p:nvPr/>
        </p:nvSpPr>
        <p:spPr>
          <a:xfrm>
            <a:off x="2511462" y="124861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43" name="B zero point 869"/>
          <p:cNvSpPr>
            <a:spLocks noGrp="1"/>
          </p:cNvSpPr>
          <p:nvPr/>
        </p:nvSpPr>
        <p:spPr>
          <a:xfrm>
            <a:off x="2500783" y="125134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44" name="B zero point 870"/>
          <p:cNvSpPr>
            <a:spLocks noGrp="1"/>
          </p:cNvSpPr>
          <p:nvPr/>
        </p:nvSpPr>
        <p:spPr>
          <a:xfrm>
            <a:off x="2464323" y="125254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45" name="B zero point 871"/>
          <p:cNvSpPr>
            <a:spLocks noGrp="1"/>
          </p:cNvSpPr>
          <p:nvPr/>
        </p:nvSpPr>
        <p:spPr>
          <a:xfrm>
            <a:off x="2535260" y="124698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46" name="B zero point 872"/>
          <p:cNvSpPr>
            <a:spLocks noGrp="1"/>
          </p:cNvSpPr>
          <p:nvPr/>
        </p:nvSpPr>
        <p:spPr>
          <a:xfrm>
            <a:off x="2498800" y="124902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47" name="B zero point 873"/>
          <p:cNvSpPr>
            <a:spLocks noGrp="1"/>
          </p:cNvSpPr>
          <p:nvPr/>
        </p:nvSpPr>
        <p:spPr>
          <a:xfrm>
            <a:off x="2569737" y="124915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48" name="B zero point 874"/>
          <p:cNvSpPr>
            <a:spLocks noGrp="1"/>
          </p:cNvSpPr>
          <p:nvPr/>
        </p:nvSpPr>
        <p:spPr>
          <a:xfrm>
            <a:off x="2488122" y="125135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49" name="B zero point 875"/>
          <p:cNvSpPr>
            <a:spLocks noGrp="1"/>
          </p:cNvSpPr>
          <p:nvPr/>
        </p:nvSpPr>
        <p:spPr>
          <a:xfrm>
            <a:off x="2451662" y="124666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50" name="B zero point 876"/>
          <p:cNvSpPr>
            <a:spLocks noGrp="1"/>
          </p:cNvSpPr>
          <p:nvPr/>
        </p:nvSpPr>
        <p:spPr>
          <a:xfrm>
            <a:off x="2522598" y="124990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51" name="B zero point 877"/>
          <p:cNvSpPr>
            <a:spLocks noGrp="1"/>
          </p:cNvSpPr>
          <p:nvPr/>
        </p:nvSpPr>
        <p:spPr>
          <a:xfrm>
            <a:off x="2593535" y="124755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52" name="B zero point 878"/>
          <p:cNvSpPr>
            <a:spLocks noGrp="1"/>
          </p:cNvSpPr>
          <p:nvPr/>
        </p:nvSpPr>
        <p:spPr>
          <a:xfrm>
            <a:off x="2557075" y="124732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53" name="B zero point 879"/>
          <p:cNvSpPr>
            <a:spLocks noGrp="1"/>
          </p:cNvSpPr>
          <p:nvPr/>
        </p:nvSpPr>
        <p:spPr>
          <a:xfrm>
            <a:off x="2475460" y="124711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54" name="B zero point 882"/>
          <p:cNvSpPr>
            <a:spLocks noGrp="1"/>
          </p:cNvSpPr>
          <p:nvPr/>
        </p:nvSpPr>
        <p:spPr>
          <a:xfrm>
            <a:off x="2580874" y="124768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55" name="B zero point 883"/>
          <p:cNvSpPr>
            <a:spLocks noGrp="1"/>
          </p:cNvSpPr>
          <p:nvPr/>
        </p:nvSpPr>
        <p:spPr>
          <a:xfrm>
            <a:off x="2544413" y="125063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56" name="B zero point 884"/>
          <p:cNvSpPr>
            <a:spLocks noGrp="1"/>
          </p:cNvSpPr>
          <p:nvPr/>
        </p:nvSpPr>
        <p:spPr>
          <a:xfrm>
            <a:off x="2462798" y="124902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57" name="B zero point 885"/>
          <p:cNvSpPr>
            <a:spLocks noGrp="1"/>
          </p:cNvSpPr>
          <p:nvPr/>
        </p:nvSpPr>
        <p:spPr>
          <a:xfrm>
            <a:off x="2578890" y="124986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58" name="B zero point 886"/>
          <p:cNvSpPr>
            <a:spLocks noGrp="1"/>
          </p:cNvSpPr>
          <p:nvPr/>
        </p:nvSpPr>
        <p:spPr>
          <a:xfrm>
            <a:off x="2497275" y="124941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59" name="B zero point 887"/>
          <p:cNvSpPr>
            <a:spLocks noGrp="1"/>
          </p:cNvSpPr>
          <p:nvPr/>
        </p:nvSpPr>
        <p:spPr>
          <a:xfrm>
            <a:off x="2568212" y="125022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60" name="B zero point 889"/>
          <p:cNvSpPr>
            <a:spLocks noGrp="1"/>
          </p:cNvSpPr>
          <p:nvPr/>
        </p:nvSpPr>
        <p:spPr>
          <a:xfrm>
            <a:off x="2450136" y="124967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61" name="B zero point 892"/>
          <p:cNvSpPr>
            <a:spLocks noGrp="1"/>
          </p:cNvSpPr>
          <p:nvPr/>
        </p:nvSpPr>
        <p:spPr>
          <a:xfrm>
            <a:off x="2555550" y="124964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62" name="B zero point 894"/>
          <p:cNvSpPr>
            <a:spLocks noGrp="1"/>
          </p:cNvSpPr>
          <p:nvPr/>
        </p:nvSpPr>
        <p:spPr>
          <a:xfrm>
            <a:off x="2590027" y="124986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63" name="B zero point 897"/>
          <p:cNvSpPr>
            <a:spLocks noGrp="1"/>
          </p:cNvSpPr>
          <p:nvPr/>
        </p:nvSpPr>
        <p:spPr>
          <a:xfrm>
            <a:off x="2542888" y="124988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64" name="B zero point 898"/>
          <p:cNvSpPr>
            <a:spLocks noGrp="1"/>
          </p:cNvSpPr>
          <p:nvPr/>
        </p:nvSpPr>
        <p:spPr>
          <a:xfrm>
            <a:off x="2506428" y="124903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65" name="B zero point 900"/>
          <p:cNvSpPr>
            <a:spLocks noGrp="1"/>
          </p:cNvSpPr>
          <p:nvPr/>
        </p:nvSpPr>
        <p:spPr>
          <a:xfrm>
            <a:off x="2495749" y="124737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66" name="B zero point 901"/>
          <p:cNvSpPr>
            <a:spLocks noGrp="1"/>
          </p:cNvSpPr>
          <p:nvPr/>
        </p:nvSpPr>
        <p:spPr>
          <a:xfrm>
            <a:off x="2459289" y="124682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67" name="B zero point 902"/>
          <p:cNvSpPr>
            <a:spLocks noGrp="1"/>
          </p:cNvSpPr>
          <p:nvPr/>
        </p:nvSpPr>
        <p:spPr>
          <a:xfrm>
            <a:off x="2530226" y="124659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68" name="B zero point 903"/>
          <p:cNvSpPr>
            <a:spLocks noGrp="1"/>
          </p:cNvSpPr>
          <p:nvPr/>
        </p:nvSpPr>
        <p:spPr>
          <a:xfrm>
            <a:off x="2448610" y="125108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69" name="B zero point 904"/>
          <p:cNvSpPr>
            <a:spLocks noGrp="1"/>
          </p:cNvSpPr>
          <p:nvPr/>
        </p:nvSpPr>
        <p:spPr>
          <a:xfrm>
            <a:off x="2564703" y="124708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70" name="B zero point 905"/>
          <p:cNvSpPr>
            <a:spLocks noGrp="1"/>
          </p:cNvSpPr>
          <p:nvPr/>
        </p:nvSpPr>
        <p:spPr>
          <a:xfrm>
            <a:off x="2483087" y="124980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71" name="B zero point 906"/>
          <p:cNvSpPr>
            <a:spLocks noGrp="1"/>
          </p:cNvSpPr>
          <p:nvPr/>
        </p:nvSpPr>
        <p:spPr>
          <a:xfrm>
            <a:off x="2446627" y="124952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72" name="B zero point 907"/>
          <p:cNvSpPr>
            <a:spLocks noGrp="1"/>
          </p:cNvSpPr>
          <p:nvPr/>
        </p:nvSpPr>
        <p:spPr>
          <a:xfrm>
            <a:off x="2517564" y="124808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73" name="B zero point 908"/>
          <p:cNvSpPr>
            <a:spLocks noGrp="1"/>
          </p:cNvSpPr>
          <p:nvPr/>
        </p:nvSpPr>
        <p:spPr>
          <a:xfrm>
            <a:off x="2588501" y="124670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74" name="B zero point 909"/>
          <p:cNvSpPr>
            <a:spLocks noGrp="1"/>
          </p:cNvSpPr>
          <p:nvPr/>
        </p:nvSpPr>
        <p:spPr>
          <a:xfrm>
            <a:off x="2552041" y="125325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75" name="B zero point 910"/>
          <p:cNvSpPr>
            <a:spLocks noGrp="1"/>
          </p:cNvSpPr>
          <p:nvPr/>
        </p:nvSpPr>
        <p:spPr>
          <a:xfrm>
            <a:off x="2470425" y="124945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76" name="B zero point 911"/>
          <p:cNvSpPr>
            <a:spLocks noGrp="1"/>
          </p:cNvSpPr>
          <p:nvPr/>
        </p:nvSpPr>
        <p:spPr>
          <a:xfrm>
            <a:off x="2541362" y="125121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77" name="B zero point 912"/>
          <p:cNvSpPr>
            <a:spLocks noGrp="1"/>
          </p:cNvSpPr>
          <p:nvPr/>
        </p:nvSpPr>
        <p:spPr>
          <a:xfrm>
            <a:off x="2504902" y="124876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78" name="B zero point 913"/>
          <p:cNvSpPr>
            <a:spLocks noGrp="1"/>
          </p:cNvSpPr>
          <p:nvPr/>
        </p:nvSpPr>
        <p:spPr>
          <a:xfrm>
            <a:off x="2575839" y="124971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79" name="B zero point 914"/>
          <p:cNvSpPr>
            <a:spLocks noGrp="1"/>
          </p:cNvSpPr>
          <p:nvPr/>
        </p:nvSpPr>
        <p:spPr>
          <a:xfrm>
            <a:off x="2539379" y="124713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80" name="B zero point 917"/>
          <p:cNvSpPr>
            <a:spLocks noGrp="1"/>
          </p:cNvSpPr>
          <p:nvPr/>
        </p:nvSpPr>
        <p:spPr>
          <a:xfrm>
            <a:off x="2492240" y="124653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81" name="B zero point 918"/>
          <p:cNvSpPr>
            <a:spLocks noGrp="1"/>
          </p:cNvSpPr>
          <p:nvPr/>
        </p:nvSpPr>
        <p:spPr>
          <a:xfrm>
            <a:off x="2563177" y="125037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82" name="B zero point 919"/>
          <p:cNvSpPr>
            <a:spLocks noGrp="1"/>
          </p:cNvSpPr>
          <p:nvPr/>
        </p:nvSpPr>
        <p:spPr>
          <a:xfrm>
            <a:off x="2526717" y="125132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83" name="B zero point 920"/>
          <p:cNvSpPr>
            <a:spLocks noGrp="1"/>
          </p:cNvSpPr>
          <p:nvPr/>
        </p:nvSpPr>
        <p:spPr>
          <a:xfrm>
            <a:off x="2597654" y="124665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84" name="B zero point 922"/>
          <p:cNvSpPr>
            <a:spLocks noGrp="1"/>
          </p:cNvSpPr>
          <p:nvPr/>
        </p:nvSpPr>
        <p:spPr>
          <a:xfrm>
            <a:off x="2479579" y="125005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85" name="B zero point 923"/>
          <p:cNvSpPr>
            <a:spLocks noGrp="1"/>
          </p:cNvSpPr>
          <p:nvPr/>
        </p:nvSpPr>
        <p:spPr>
          <a:xfrm>
            <a:off x="2550516" y="124873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86" name="B zero point 924"/>
          <p:cNvSpPr>
            <a:spLocks noGrp="1"/>
          </p:cNvSpPr>
          <p:nvPr/>
        </p:nvSpPr>
        <p:spPr>
          <a:xfrm>
            <a:off x="2468900" y="125002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87" name="B zero point 925"/>
          <p:cNvSpPr>
            <a:spLocks noGrp="1"/>
          </p:cNvSpPr>
          <p:nvPr/>
        </p:nvSpPr>
        <p:spPr>
          <a:xfrm>
            <a:off x="2584992" y="125010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88" name="B zero point 926"/>
          <p:cNvSpPr>
            <a:spLocks noGrp="1"/>
          </p:cNvSpPr>
          <p:nvPr/>
        </p:nvSpPr>
        <p:spPr>
          <a:xfrm>
            <a:off x="2503377" y="124858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89" name="B zero point 927"/>
          <p:cNvSpPr>
            <a:spLocks noGrp="1"/>
          </p:cNvSpPr>
          <p:nvPr/>
        </p:nvSpPr>
        <p:spPr>
          <a:xfrm>
            <a:off x="2466917" y="124968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90" name="B zero point 928"/>
          <p:cNvSpPr>
            <a:spLocks noGrp="1"/>
          </p:cNvSpPr>
          <p:nvPr/>
        </p:nvSpPr>
        <p:spPr>
          <a:xfrm>
            <a:off x="2537854" y="124931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91" name="B zero point 930"/>
          <p:cNvSpPr>
            <a:spLocks noGrp="1"/>
          </p:cNvSpPr>
          <p:nvPr/>
        </p:nvSpPr>
        <p:spPr>
          <a:xfrm>
            <a:off x="2572331" y="125137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92" name="B zero point 931"/>
          <p:cNvSpPr>
            <a:spLocks noGrp="1"/>
          </p:cNvSpPr>
          <p:nvPr/>
        </p:nvSpPr>
        <p:spPr>
          <a:xfrm>
            <a:off x="2490715" y="124976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93" name="B zero point 932"/>
          <p:cNvSpPr>
            <a:spLocks noGrp="1"/>
          </p:cNvSpPr>
          <p:nvPr/>
        </p:nvSpPr>
        <p:spPr>
          <a:xfrm>
            <a:off x="2561652" y="125039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94" name="B zero point 933"/>
          <p:cNvSpPr>
            <a:spLocks noGrp="1"/>
          </p:cNvSpPr>
          <p:nvPr/>
        </p:nvSpPr>
        <p:spPr>
          <a:xfrm>
            <a:off x="2525192" y="124667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95" name="B zero point 934"/>
          <p:cNvSpPr>
            <a:spLocks noGrp="1"/>
          </p:cNvSpPr>
          <p:nvPr/>
        </p:nvSpPr>
        <p:spPr>
          <a:xfrm>
            <a:off x="2596129" y="125042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96" name="B zero point 935"/>
          <p:cNvSpPr>
            <a:spLocks noGrp="1"/>
          </p:cNvSpPr>
          <p:nvPr/>
        </p:nvSpPr>
        <p:spPr>
          <a:xfrm>
            <a:off x="2559669" y="124941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97" name="B zero point 936"/>
          <p:cNvSpPr>
            <a:spLocks noGrp="1"/>
          </p:cNvSpPr>
          <p:nvPr/>
        </p:nvSpPr>
        <p:spPr>
          <a:xfrm>
            <a:off x="2478053" y="125000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98" name="B zero point 939"/>
          <p:cNvSpPr>
            <a:spLocks noGrp="1"/>
          </p:cNvSpPr>
          <p:nvPr/>
        </p:nvSpPr>
        <p:spPr>
          <a:xfrm>
            <a:off x="2583467" y="124964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599" name="B zero point 940"/>
          <p:cNvSpPr>
            <a:spLocks noGrp="1"/>
          </p:cNvSpPr>
          <p:nvPr/>
        </p:nvSpPr>
        <p:spPr>
          <a:xfrm>
            <a:off x="2547007" y="124955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00" name="B zero point 942"/>
          <p:cNvSpPr>
            <a:spLocks noGrp="1"/>
          </p:cNvSpPr>
          <p:nvPr/>
        </p:nvSpPr>
        <p:spPr>
          <a:xfrm>
            <a:off x="2536328" y="124622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01" name="B zero point 943"/>
          <p:cNvSpPr>
            <a:spLocks noGrp="1"/>
          </p:cNvSpPr>
          <p:nvPr/>
        </p:nvSpPr>
        <p:spPr>
          <a:xfrm>
            <a:off x="2499868" y="124634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02" name="B zero point 944"/>
          <p:cNvSpPr>
            <a:spLocks noGrp="1"/>
          </p:cNvSpPr>
          <p:nvPr/>
        </p:nvSpPr>
        <p:spPr>
          <a:xfrm>
            <a:off x="2570805" y="125131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03" name="B zero point 945"/>
          <p:cNvSpPr>
            <a:spLocks noGrp="1"/>
          </p:cNvSpPr>
          <p:nvPr/>
        </p:nvSpPr>
        <p:spPr>
          <a:xfrm>
            <a:off x="2489189" y="124618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04" name="B zero point 946"/>
          <p:cNvSpPr>
            <a:spLocks noGrp="1"/>
          </p:cNvSpPr>
          <p:nvPr/>
        </p:nvSpPr>
        <p:spPr>
          <a:xfrm>
            <a:off x="2452729" y="124651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05" name="B zero point 947"/>
          <p:cNvSpPr>
            <a:spLocks noGrp="1"/>
          </p:cNvSpPr>
          <p:nvPr/>
        </p:nvSpPr>
        <p:spPr>
          <a:xfrm>
            <a:off x="2523666" y="124953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06" name="B zero point 948"/>
          <p:cNvSpPr>
            <a:spLocks noGrp="1"/>
          </p:cNvSpPr>
          <p:nvPr/>
        </p:nvSpPr>
        <p:spPr>
          <a:xfrm>
            <a:off x="2487206" y="124775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07" name="B zero point 949"/>
          <p:cNvSpPr>
            <a:spLocks noGrp="1"/>
          </p:cNvSpPr>
          <p:nvPr/>
        </p:nvSpPr>
        <p:spPr>
          <a:xfrm>
            <a:off x="2558143" y="125052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08" name="B zero point 950"/>
          <p:cNvSpPr>
            <a:spLocks noGrp="1"/>
          </p:cNvSpPr>
          <p:nvPr/>
        </p:nvSpPr>
        <p:spPr>
          <a:xfrm>
            <a:off x="2476528" y="125004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09" name="B zero point 951"/>
          <p:cNvSpPr>
            <a:spLocks noGrp="1"/>
          </p:cNvSpPr>
          <p:nvPr/>
        </p:nvSpPr>
        <p:spPr>
          <a:xfrm>
            <a:off x="2592620" y="124888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10" name="B zero point 952"/>
          <p:cNvSpPr>
            <a:spLocks noGrp="1"/>
          </p:cNvSpPr>
          <p:nvPr/>
        </p:nvSpPr>
        <p:spPr>
          <a:xfrm>
            <a:off x="2511004" y="125023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11" name="B zero point 953"/>
          <p:cNvSpPr>
            <a:spLocks noGrp="1"/>
          </p:cNvSpPr>
          <p:nvPr/>
        </p:nvSpPr>
        <p:spPr>
          <a:xfrm>
            <a:off x="2474544" y="125280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12" name="B zero point 954"/>
          <p:cNvSpPr>
            <a:spLocks noGrp="1"/>
          </p:cNvSpPr>
          <p:nvPr/>
        </p:nvSpPr>
        <p:spPr>
          <a:xfrm>
            <a:off x="2545481" y="125032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13" name="B zero point 956"/>
          <p:cNvSpPr>
            <a:spLocks noGrp="1"/>
          </p:cNvSpPr>
          <p:nvPr/>
        </p:nvSpPr>
        <p:spPr>
          <a:xfrm>
            <a:off x="2579958" y="124753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14" name="B zero point 957"/>
          <p:cNvSpPr>
            <a:spLocks noGrp="1"/>
          </p:cNvSpPr>
          <p:nvPr/>
        </p:nvSpPr>
        <p:spPr>
          <a:xfrm>
            <a:off x="2498343" y="125026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15" name="B zero point 958"/>
          <p:cNvSpPr>
            <a:spLocks noGrp="1"/>
          </p:cNvSpPr>
          <p:nvPr/>
        </p:nvSpPr>
        <p:spPr>
          <a:xfrm>
            <a:off x="2569280" y="124937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16" name="B zero point 959"/>
          <p:cNvSpPr>
            <a:spLocks noGrp="1"/>
          </p:cNvSpPr>
          <p:nvPr/>
        </p:nvSpPr>
        <p:spPr>
          <a:xfrm>
            <a:off x="2532819" y="124926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17" name="B zero point 960"/>
          <p:cNvSpPr>
            <a:spLocks noGrp="1"/>
          </p:cNvSpPr>
          <p:nvPr/>
        </p:nvSpPr>
        <p:spPr>
          <a:xfrm>
            <a:off x="2451204" y="125242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18" name="B zero point 961"/>
          <p:cNvSpPr>
            <a:spLocks noGrp="1"/>
          </p:cNvSpPr>
          <p:nvPr/>
        </p:nvSpPr>
        <p:spPr>
          <a:xfrm>
            <a:off x="2567296" y="124983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19" name="B zero point 962"/>
          <p:cNvSpPr>
            <a:spLocks noGrp="1"/>
          </p:cNvSpPr>
          <p:nvPr/>
        </p:nvSpPr>
        <p:spPr>
          <a:xfrm>
            <a:off x="2485681" y="125271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20" name="B zero point 964"/>
          <p:cNvSpPr>
            <a:spLocks noGrp="1"/>
          </p:cNvSpPr>
          <p:nvPr/>
        </p:nvSpPr>
        <p:spPr>
          <a:xfrm>
            <a:off x="2520158" y="124983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21" name="B zero point 965"/>
          <p:cNvSpPr>
            <a:spLocks noGrp="1"/>
          </p:cNvSpPr>
          <p:nvPr/>
        </p:nvSpPr>
        <p:spPr>
          <a:xfrm>
            <a:off x="2591095" y="124975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22" name="B zero point 966"/>
          <p:cNvSpPr>
            <a:spLocks noGrp="1"/>
          </p:cNvSpPr>
          <p:nvPr/>
        </p:nvSpPr>
        <p:spPr>
          <a:xfrm>
            <a:off x="2509479" y="125021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23" name="B zero point 967"/>
          <p:cNvSpPr>
            <a:spLocks noGrp="1"/>
          </p:cNvSpPr>
          <p:nvPr/>
        </p:nvSpPr>
        <p:spPr>
          <a:xfrm>
            <a:off x="2473019" y="125000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24" name="B zero point 969"/>
          <p:cNvSpPr>
            <a:spLocks noGrp="1"/>
          </p:cNvSpPr>
          <p:nvPr/>
        </p:nvSpPr>
        <p:spPr>
          <a:xfrm>
            <a:off x="2507496" y="124600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25" name="B zero point 970"/>
          <p:cNvSpPr>
            <a:spLocks noGrp="1"/>
          </p:cNvSpPr>
          <p:nvPr/>
        </p:nvSpPr>
        <p:spPr>
          <a:xfrm>
            <a:off x="2578433" y="124614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26" name="B zero point 971"/>
          <p:cNvSpPr>
            <a:spLocks noGrp="1"/>
          </p:cNvSpPr>
          <p:nvPr/>
        </p:nvSpPr>
        <p:spPr>
          <a:xfrm>
            <a:off x="2496817" y="124915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27" name="B zero point 973"/>
          <p:cNvSpPr>
            <a:spLocks noGrp="1"/>
          </p:cNvSpPr>
          <p:nvPr/>
        </p:nvSpPr>
        <p:spPr>
          <a:xfrm>
            <a:off x="2531294" y="124929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28" name="B zero point 974"/>
          <p:cNvSpPr>
            <a:spLocks noGrp="1"/>
          </p:cNvSpPr>
          <p:nvPr/>
        </p:nvSpPr>
        <p:spPr>
          <a:xfrm>
            <a:off x="2494834" y="125244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29" name="B zero point 975"/>
          <p:cNvSpPr>
            <a:spLocks noGrp="1"/>
          </p:cNvSpPr>
          <p:nvPr/>
        </p:nvSpPr>
        <p:spPr>
          <a:xfrm>
            <a:off x="2565771" y="124972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30" name="B zero point 976"/>
          <p:cNvSpPr>
            <a:spLocks noGrp="1"/>
          </p:cNvSpPr>
          <p:nvPr/>
        </p:nvSpPr>
        <p:spPr>
          <a:xfrm>
            <a:off x="2484155" y="124647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31" name="B zero point 977"/>
          <p:cNvSpPr>
            <a:spLocks noGrp="1"/>
          </p:cNvSpPr>
          <p:nvPr/>
        </p:nvSpPr>
        <p:spPr>
          <a:xfrm>
            <a:off x="2447695" y="124789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32" name="B zero point 978"/>
          <p:cNvSpPr>
            <a:spLocks noGrp="1"/>
          </p:cNvSpPr>
          <p:nvPr/>
        </p:nvSpPr>
        <p:spPr>
          <a:xfrm>
            <a:off x="2518632" y="125132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33" name="B zero point 979"/>
          <p:cNvSpPr>
            <a:spLocks noGrp="1"/>
          </p:cNvSpPr>
          <p:nvPr/>
        </p:nvSpPr>
        <p:spPr>
          <a:xfrm>
            <a:off x="2589569" y="124923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34" name="B zero point 980"/>
          <p:cNvSpPr>
            <a:spLocks noGrp="1"/>
          </p:cNvSpPr>
          <p:nvPr/>
        </p:nvSpPr>
        <p:spPr>
          <a:xfrm>
            <a:off x="2553109" y="124956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35" name="B zero point 981"/>
          <p:cNvSpPr>
            <a:spLocks noGrp="1"/>
          </p:cNvSpPr>
          <p:nvPr/>
        </p:nvSpPr>
        <p:spPr>
          <a:xfrm>
            <a:off x="2471493" y="124967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36" name="B zero point 982"/>
          <p:cNvSpPr>
            <a:spLocks noGrp="1"/>
          </p:cNvSpPr>
          <p:nvPr/>
        </p:nvSpPr>
        <p:spPr>
          <a:xfrm>
            <a:off x="2587586" y="124607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37" name="B zero point 983"/>
          <p:cNvSpPr>
            <a:spLocks noGrp="1"/>
          </p:cNvSpPr>
          <p:nvPr/>
        </p:nvSpPr>
        <p:spPr>
          <a:xfrm>
            <a:off x="2505970" y="124708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38" name="B zero point 984"/>
          <p:cNvSpPr>
            <a:spLocks noGrp="1"/>
          </p:cNvSpPr>
          <p:nvPr/>
        </p:nvSpPr>
        <p:spPr>
          <a:xfrm>
            <a:off x="2576907" y="124779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39" name="B zero point 985"/>
          <p:cNvSpPr>
            <a:spLocks noGrp="1"/>
          </p:cNvSpPr>
          <p:nvPr/>
        </p:nvSpPr>
        <p:spPr>
          <a:xfrm>
            <a:off x="2540447" y="124723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40" name="B zero point 986"/>
          <p:cNvSpPr>
            <a:spLocks noGrp="1"/>
          </p:cNvSpPr>
          <p:nvPr/>
        </p:nvSpPr>
        <p:spPr>
          <a:xfrm>
            <a:off x="2458831" y="124775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41" name="B zero point 987"/>
          <p:cNvSpPr>
            <a:spLocks noGrp="1"/>
          </p:cNvSpPr>
          <p:nvPr/>
        </p:nvSpPr>
        <p:spPr>
          <a:xfrm>
            <a:off x="2574924" y="124976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42" name="B zero point 988"/>
          <p:cNvSpPr>
            <a:spLocks noGrp="1"/>
          </p:cNvSpPr>
          <p:nvPr/>
        </p:nvSpPr>
        <p:spPr>
          <a:xfrm>
            <a:off x="2493308" y="125001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43" name="B zero point 989"/>
          <p:cNvSpPr>
            <a:spLocks noGrp="1"/>
          </p:cNvSpPr>
          <p:nvPr/>
        </p:nvSpPr>
        <p:spPr>
          <a:xfrm>
            <a:off x="2564245" y="124975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44" name="B zero point 990"/>
          <p:cNvSpPr>
            <a:spLocks noGrp="1"/>
          </p:cNvSpPr>
          <p:nvPr/>
        </p:nvSpPr>
        <p:spPr>
          <a:xfrm>
            <a:off x="2527785" y="125033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45" name="B zero point 991"/>
          <p:cNvSpPr>
            <a:spLocks noGrp="1"/>
          </p:cNvSpPr>
          <p:nvPr/>
        </p:nvSpPr>
        <p:spPr>
          <a:xfrm>
            <a:off x="2598722" y="124661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46" name="B zero point 992"/>
          <p:cNvSpPr>
            <a:spLocks noGrp="1"/>
          </p:cNvSpPr>
          <p:nvPr/>
        </p:nvSpPr>
        <p:spPr>
          <a:xfrm>
            <a:off x="2517107" y="125015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47" name="B zero point 994"/>
          <p:cNvSpPr>
            <a:spLocks noGrp="1"/>
          </p:cNvSpPr>
          <p:nvPr/>
        </p:nvSpPr>
        <p:spPr>
          <a:xfrm>
            <a:off x="2551583" y="124675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48" name="B zero point 995"/>
          <p:cNvSpPr>
            <a:spLocks noGrp="1"/>
          </p:cNvSpPr>
          <p:nvPr/>
        </p:nvSpPr>
        <p:spPr>
          <a:xfrm>
            <a:off x="2515123" y="124824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49" name="B zero point 996"/>
          <p:cNvSpPr>
            <a:spLocks noGrp="1"/>
          </p:cNvSpPr>
          <p:nvPr/>
        </p:nvSpPr>
        <p:spPr>
          <a:xfrm>
            <a:off x="2586060" y="124743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50" name="B zero point 997"/>
          <p:cNvSpPr>
            <a:spLocks noGrp="1"/>
          </p:cNvSpPr>
          <p:nvPr/>
        </p:nvSpPr>
        <p:spPr>
          <a:xfrm>
            <a:off x="2504445" y="124909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51" name="B zero point 998"/>
          <p:cNvSpPr>
            <a:spLocks noGrp="1"/>
          </p:cNvSpPr>
          <p:nvPr/>
        </p:nvSpPr>
        <p:spPr>
          <a:xfrm>
            <a:off x="2467985" y="124793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52" name="B zero point 999"/>
          <p:cNvSpPr>
            <a:spLocks noGrp="1"/>
          </p:cNvSpPr>
          <p:nvPr/>
        </p:nvSpPr>
        <p:spPr>
          <a:xfrm>
            <a:off x="2538922" y="124974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53" name="B zero point 1000"/>
          <p:cNvSpPr>
            <a:spLocks noGrp="1"/>
          </p:cNvSpPr>
          <p:nvPr/>
        </p:nvSpPr>
        <p:spPr>
          <a:xfrm>
            <a:off x="2457306" y="124853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54" name="B zero point 1001"/>
          <p:cNvSpPr>
            <a:spLocks noGrp="1"/>
          </p:cNvSpPr>
          <p:nvPr/>
        </p:nvSpPr>
        <p:spPr>
          <a:xfrm>
            <a:off x="2573398" y="124708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55" name="B zero point 1002"/>
          <p:cNvSpPr>
            <a:spLocks noGrp="1"/>
          </p:cNvSpPr>
          <p:nvPr/>
        </p:nvSpPr>
        <p:spPr>
          <a:xfrm>
            <a:off x="2491783" y="125009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56" name="B zero point 1003"/>
          <p:cNvSpPr>
            <a:spLocks noGrp="1"/>
          </p:cNvSpPr>
          <p:nvPr/>
        </p:nvSpPr>
        <p:spPr>
          <a:xfrm>
            <a:off x="2455323" y="125020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57" name="B zero point 1005"/>
          <p:cNvSpPr>
            <a:spLocks noGrp="1"/>
          </p:cNvSpPr>
          <p:nvPr/>
        </p:nvSpPr>
        <p:spPr>
          <a:xfrm>
            <a:off x="2597197" y="124737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58" name="B zero point 1006"/>
          <p:cNvSpPr>
            <a:spLocks noGrp="1"/>
          </p:cNvSpPr>
          <p:nvPr/>
        </p:nvSpPr>
        <p:spPr>
          <a:xfrm>
            <a:off x="2560737" y="124591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59" name="B zero point 1008"/>
          <p:cNvSpPr>
            <a:spLocks noGrp="1"/>
          </p:cNvSpPr>
          <p:nvPr/>
        </p:nvSpPr>
        <p:spPr>
          <a:xfrm>
            <a:off x="2595213" y="124991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60" name="B zero point 1009"/>
          <p:cNvSpPr>
            <a:spLocks noGrp="1"/>
          </p:cNvSpPr>
          <p:nvPr/>
        </p:nvSpPr>
        <p:spPr>
          <a:xfrm>
            <a:off x="2513598" y="124989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61" name="B zero point 1010"/>
          <p:cNvSpPr>
            <a:spLocks noGrp="1"/>
          </p:cNvSpPr>
          <p:nvPr/>
        </p:nvSpPr>
        <p:spPr>
          <a:xfrm>
            <a:off x="2584535" y="124951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62" name="B zero point 1011"/>
          <p:cNvSpPr>
            <a:spLocks noGrp="1"/>
          </p:cNvSpPr>
          <p:nvPr/>
        </p:nvSpPr>
        <p:spPr>
          <a:xfrm>
            <a:off x="2548075" y="124732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63" name="B zero point 1012"/>
          <p:cNvSpPr>
            <a:spLocks noGrp="1"/>
          </p:cNvSpPr>
          <p:nvPr/>
        </p:nvSpPr>
        <p:spPr>
          <a:xfrm>
            <a:off x="2466459" y="124974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64" name="B zero point 1013"/>
          <p:cNvSpPr>
            <a:spLocks noGrp="1"/>
          </p:cNvSpPr>
          <p:nvPr/>
        </p:nvSpPr>
        <p:spPr>
          <a:xfrm>
            <a:off x="2537396" y="124709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65" name="B zero point 1014"/>
          <p:cNvSpPr>
            <a:spLocks noGrp="1"/>
          </p:cNvSpPr>
          <p:nvPr/>
        </p:nvSpPr>
        <p:spPr>
          <a:xfrm>
            <a:off x="2500936" y="124710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66" name="B zero point 1016"/>
          <p:cNvSpPr>
            <a:spLocks noGrp="1"/>
          </p:cNvSpPr>
          <p:nvPr/>
        </p:nvSpPr>
        <p:spPr>
          <a:xfrm>
            <a:off x="2535413" y="124979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67" name="B zero point 1017"/>
          <p:cNvSpPr>
            <a:spLocks noGrp="1"/>
          </p:cNvSpPr>
          <p:nvPr/>
        </p:nvSpPr>
        <p:spPr>
          <a:xfrm>
            <a:off x="2453797" y="124613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68" name="B zero point 1019"/>
          <p:cNvSpPr>
            <a:spLocks noGrp="1"/>
          </p:cNvSpPr>
          <p:nvPr/>
        </p:nvSpPr>
        <p:spPr>
          <a:xfrm>
            <a:off x="2488274" y="124655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69" name="B zero point 1020"/>
          <p:cNvSpPr>
            <a:spLocks noGrp="1"/>
          </p:cNvSpPr>
          <p:nvPr/>
        </p:nvSpPr>
        <p:spPr>
          <a:xfrm>
            <a:off x="2559211" y="124696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70" name="B zero point 1021"/>
          <p:cNvSpPr>
            <a:spLocks noGrp="1"/>
          </p:cNvSpPr>
          <p:nvPr/>
        </p:nvSpPr>
        <p:spPr>
          <a:xfrm>
            <a:off x="2477595" y="124846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71" name="B zero point 1022"/>
          <p:cNvSpPr>
            <a:spLocks noGrp="1"/>
          </p:cNvSpPr>
          <p:nvPr/>
        </p:nvSpPr>
        <p:spPr>
          <a:xfrm>
            <a:off x="2593688" y="124910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72" name="B zero point 1023"/>
          <p:cNvSpPr>
            <a:spLocks noGrp="1"/>
          </p:cNvSpPr>
          <p:nvPr/>
        </p:nvSpPr>
        <p:spPr>
          <a:xfrm>
            <a:off x="2512072" y="124706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73" name="B zero point 1024"/>
          <p:cNvSpPr>
            <a:spLocks noGrp="1"/>
          </p:cNvSpPr>
          <p:nvPr/>
        </p:nvSpPr>
        <p:spPr>
          <a:xfrm>
            <a:off x="2475612" y="124796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74" name="B zero point 1025"/>
          <p:cNvSpPr>
            <a:spLocks noGrp="1"/>
          </p:cNvSpPr>
          <p:nvPr/>
        </p:nvSpPr>
        <p:spPr>
          <a:xfrm>
            <a:off x="2546549" y="124633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75" name="B zero point 1026"/>
          <p:cNvSpPr>
            <a:spLocks noGrp="1"/>
          </p:cNvSpPr>
          <p:nvPr/>
        </p:nvSpPr>
        <p:spPr>
          <a:xfrm>
            <a:off x="2464934" y="124777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76" name="B zero point 1027"/>
          <p:cNvSpPr>
            <a:spLocks noGrp="1"/>
          </p:cNvSpPr>
          <p:nvPr/>
        </p:nvSpPr>
        <p:spPr>
          <a:xfrm>
            <a:off x="2581026" y="124634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77" name="B zero point 1028"/>
          <p:cNvSpPr>
            <a:spLocks noGrp="1"/>
          </p:cNvSpPr>
          <p:nvPr/>
        </p:nvSpPr>
        <p:spPr>
          <a:xfrm>
            <a:off x="2499410" y="124780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78" name="B zero point 1029"/>
          <p:cNvSpPr>
            <a:spLocks noGrp="1"/>
          </p:cNvSpPr>
          <p:nvPr/>
        </p:nvSpPr>
        <p:spPr>
          <a:xfrm>
            <a:off x="2462950" y="124964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79" name="B zero point 1030"/>
          <p:cNvSpPr>
            <a:spLocks noGrp="1"/>
          </p:cNvSpPr>
          <p:nvPr/>
        </p:nvSpPr>
        <p:spPr>
          <a:xfrm>
            <a:off x="2533887" y="124745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80" name="B zero point 1032"/>
          <p:cNvSpPr>
            <a:spLocks noGrp="1"/>
          </p:cNvSpPr>
          <p:nvPr/>
        </p:nvSpPr>
        <p:spPr>
          <a:xfrm>
            <a:off x="2568364" y="124962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81" name="B zero point 1033"/>
          <p:cNvSpPr>
            <a:spLocks noGrp="1"/>
          </p:cNvSpPr>
          <p:nvPr/>
        </p:nvSpPr>
        <p:spPr>
          <a:xfrm>
            <a:off x="2486749" y="124559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82" name="B zero point 1034"/>
          <p:cNvSpPr>
            <a:spLocks noGrp="1"/>
          </p:cNvSpPr>
          <p:nvPr/>
        </p:nvSpPr>
        <p:spPr>
          <a:xfrm>
            <a:off x="2557686" y="124982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83" name="B zero point 1035"/>
          <p:cNvSpPr>
            <a:spLocks noGrp="1"/>
          </p:cNvSpPr>
          <p:nvPr/>
        </p:nvSpPr>
        <p:spPr>
          <a:xfrm>
            <a:off x="2521225" y="124806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84" name="B zero point 1037"/>
          <p:cNvSpPr>
            <a:spLocks noGrp="1"/>
          </p:cNvSpPr>
          <p:nvPr/>
        </p:nvSpPr>
        <p:spPr>
          <a:xfrm>
            <a:off x="2555702" y="124992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85" name="B zero point 1038"/>
          <p:cNvSpPr>
            <a:spLocks noGrp="1"/>
          </p:cNvSpPr>
          <p:nvPr/>
        </p:nvSpPr>
        <p:spPr>
          <a:xfrm>
            <a:off x="2474087" y="124991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86" name="B zero point 1039"/>
          <p:cNvSpPr>
            <a:spLocks noGrp="1"/>
          </p:cNvSpPr>
          <p:nvPr/>
        </p:nvSpPr>
        <p:spPr>
          <a:xfrm>
            <a:off x="2545024" y="124635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87" name="B zero point 1040"/>
          <p:cNvSpPr>
            <a:spLocks noGrp="1"/>
          </p:cNvSpPr>
          <p:nvPr/>
        </p:nvSpPr>
        <p:spPr>
          <a:xfrm>
            <a:off x="2508564" y="124931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88" name="B zero point 1042"/>
          <p:cNvSpPr>
            <a:spLocks noGrp="1"/>
          </p:cNvSpPr>
          <p:nvPr/>
        </p:nvSpPr>
        <p:spPr>
          <a:xfrm>
            <a:off x="2543040" y="125219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89" name="B zero point 1043"/>
          <p:cNvSpPr>
            <a:spLocks noGrp="1"/>
          </p:cNvSpPr>
          <p:nvPr/>
        </p:nvSpPr>
        <p:spPr>
          <a:xfrm>
            <a:off x="2461425" y="124995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90" name="B zero point 1044"/>
          <p:cNvSpPr>
            <a:spLocks noGrp="1"/>
          </p:cNvSpPr>
          <p:nvPr/>
        </p:nvSpPr>
        <p:spPr>
          <a:xfrm>
            <a:off x="2532362" y="125317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91" name="B zero point 1045"/>
          <p:cNvSpPr>
            <a:spLocks noGrp="1"/>
          </p:cNvSpPr>
          <p:nvPr/>
        </p:nvSpPr>
        <p:spPr>
          <a:xfrm>
            <a:off x="2495902" y="124972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92" name="B zero point 1046"/>
          <p:cNvSpPr>
            <a:spLocks noGrp="1"/>
          </p:cNvSpPr>
          <p:nvPr/>
        </p:nvSpPr>
        <p:spPr>
          <a:xfrm>
            <a:off x="2566839" y="124654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93" name="B zero point 1047"/>
          <p:cNvSpPr>
            <a:spLocks noGrp="1"/>
          </p:cNvSpPr>
          <p:nvPr/>
        </p:nvSpPr>
        <p:spPr>
          <a:xfrm>
            <a:off x="2485223" y="124847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94" name="B zero point 1048"/>
          <p:cNvSpPr>
            <a:spLocks noGrp="1"/>
          </p:cNvSpPr>
          <p:nvPr/>
        </p:nvSpPr>
        <p:spPr>
          <a:xfrm>
            <a:off x="2448763" y="124877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95" name="B zero point 1049"/>
          <p:cNvSpPr>
            <a:spLocks noGrp="1"/>
          </p:cNvSpPr>
          <p:nvPr/>
        </p:nvSpPr>
        <p:spPr>
          <a:xfrm>
            <a:off x="2519700" y="124834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96" name="B zero point 1051"/>
          <p:cNvSpPr>
            <a:spLocks noGrp="1"/>
          </p:cNvSpPr>
          <p:nvPr/>
        </p:nvSpPr>
        <p:spPr>
          <a:xfrm>
            <a:off x="2554177" y="124742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97" name="B zero point 1053"/>
          <p:cNvSpPr>
            <a:spLocks noGrp="1"/>
          </p:cNvSpPr>
          <p:nvPr/>
        </p:nvSpPr>
        <p:spPr>
          <a:xfrm>
            <a:off x="2588654" y="125282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98" name="B zero point 1054"/>
          <p:cNvSpPr>
            <a:spLocks noGrp="1"/>
          </p:cNvSpPr>
          <p:nvPr/>
        </p:nvSpPr>
        <p:spPr>
          <a:xfrm>
            <a:off x="2507038" y="124717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699" name="B zero point 1055"/>
          <p:cNvSpPr>
            <a:spLocks noGrp="1"/>
          </p:cNvSpPr>
          <p:nvPr/>
        </p:nvSpPr>
        <p:spPr>
          <a:xfrm>
            <a:off x="2577975" y="125302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00" name="B zero point 1056"/>
          <p:cNvSpPr>
            <a:spLocks noGrp="1"/>
          </p:cNvSpPr>
          <p:nvPr/>
        </p:nvSpPr>
        <p:spPr>
          <a:xfrm>
            <a:off x="2541515" y="124644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01" name="B zero point 1057"/>
          <p:cNvSpPr>
            <a:spLocks noGrp="1"/>
          </p:cNvSpPr>
          <p:nvPr/>
        </p:nvSpPr>
        <p:spPr>
          <a:xfrm>
            <a:off x="2459899" y="124827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02" name="B zero point 1058"/>
          <p:cNvSpPr>
            <a:spLocks noGrp="1"/>
          </p:cNvSpPr>
          <p:nvPr/>
        </p:nvSpPr>
        <p:spPr>
          <a:xfrm>
            <a:off x="2575992" y="124975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03" name="B zero point 1059"/>
          <p:cNvSpPr>
            <a:spLocks noGrp="1"/>
          </p:cNvSpPr>
          <p:nvPr/>
        </p:nvSpPr>
        <p:spPr>
          <a:xfrm>
            <a:off x="2494376" y="124963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04" name="B zero point 1060"/>
          <p:cNvSpPr>
            <a:spLocks noGrp="1"/>
          </p:cNvSpPr>
          <p:nvPr/>
        </p:nvSpPr>
        <p:spPr>
          <a:xfrm>
            <a:off x="2565313" y="124970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05" name="B zero point 1061"/>
          <p:cNvSpPr>
            <a:spLocks noGrp="1"/>
          </p:cNvSpPr>
          <p:nvPr/>
        </p:nvSpPr>
        <p:spPr>
          <a:xfrm>
            <a:off x="2528853" y="124948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06" name="B zero point 1062"/>
          <p:cNvSpPr>
            <a:spLocks noGrp="1"/>
          </p:cNvSpPr>
          <p:nvPr/>
        </p:nvSpPr>
        <p:spPr>
          <a:xfrm>
            <a:off x="2447237" y="124657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07" name="B zero point 1063"/>
          <p:cNvSpPr>
            <a:spLocks noGrp="1"/>
          </p:cNvSpPr>
          <p:nvPr/>
        </p:nvSpPr>
        <p:spPr>
          <a:xfrm>
            <a:off x="2563330" y="124226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08" name="B zero point 1064"/>
          <p:cNvSpPr>
            <a:spLocks noGrp="1"/>
          </p:cNvSpPr>
          <p:nvPr/>
        </p:nvSpPr>
        <p:spPr>
          <a:xfrm>
            <a:off x="2481714" y="124612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09" name="B zero point 1065"/>
          <p:cNvSpPr>
            <a:spLocks noGrp="1"/>
          </p:cNvSpPr>
          <p:nvPr/>
        </p:nvSpPr>
        <p:spPr>
          <a:xfrm>
            <a:off x="2552651" y="124745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10" name="B zero point 1066"/>
          <p:cNvSpPr>
            <a:spLocks noGrp="1"/>
          </p:cNvSpPr>
          <p:nvPr/>
        </p:nvSpPr>
        <p:spPr>
          <a:xfrm>
            <a:off x="2516191" y="124959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11" name="B zero point 1067"/>
          <p:cNvSpPr>
            <a:spLocks noGrp="1"/>
          </p:cNvSpPr>
          <p:nvPr/>
        </p:nvSpPr>
        <p:spPr>
          <a:xfrm>
            <a:off x="2587128" y="124960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12" name="B zero point 1068"/>
          <p:cNvSpPr>
            <a:spLocks noGrp="1"/>
          </p:cNvSpPr>
          <p:nvPr/>
        </p:nvSpPr>
        <p:spPr>
          <a:xfrm>
            <a:off x="2505513" y="124849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13" name="B zero point 1070"/>
          <p:cNvSpPr>
            <a:spLocks noGrp="1"/>
          </p:cNvSpPr>
          <p:nvPr/>
        </p:nvSpPr>
        <p:spPr>
          <a:xfrm>
            <a:off x="2539989" y="124932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14" name="B zero point 1071"/>
          <p:cNvSpPr>
            <a:spLocks noGrp="1"/>
          </p:cNvSpPr>
          <p:nvPr/>
        </p:nvSpPr>
        <p:spPr>
          <a:xfrm>
            <a:off x="2503529" y="124598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15" name="B zero point 1072"/>
          <p:cNvSpPr>
            <a:spLocks noGrp="1"/>
          </p:cNvSpPr>
          <p:nvPr/>
        </p:nvSpPr>
        <p:spPr>
          <a:xfrm>
            <a:off x="2574466" y="124688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16" name="B zero point 1073"/>
          <p:cNvSpPr>
            <a:spLocks noGrp="1"/>
          </p:cNvSpPr>
          <p:nvPr/>
        </p:nvSpPr>
        <p:spPr>
          <a:xfrm>
            <a:off x="2492851" y="124662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17" name="B zero point 1074"/>
          <p:cNvSpPr>
            <a:spLocks noGrp="1"/>
          </p:cNvSpPr>
          <p:nvPr/>
        </p:nvSpPr>
        <p:spPr>
          <a:xfrm>
            <a:off x="2456391" y="124815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18" name="B zero point 1075"/>
          <p:cNvSpPr>
            <a:spLocks noGrp="1"/>
          </p:cNvSpPr>
          <p:nvPr/>
        </p:nvSpPr>
        <p:spPr>
          <a:xfrm>
            <a:off x="2527328" y="124716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19" name="B zero point 1076"/>
          <p:cNvSpPr>
            <a:spLocks noGrp="1"/>
          </p:cNvSpPr>
          <p:nvPr/>
        </p:nvSpPr>
        <p:spPr>
          <a:xfrm>
            <a:off x="2598265" y="124658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20" name="B zero point 1077"/>
          <p:cNvSpPr>
            <a:spLocks noGrp="1"/>
          </p:cNvSpPr>
          <p:nvPr/>
        </p:nvSpPr>
        <p:spPr>
          <a:xfrm>
            <a:off x="2561804" y="124776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21" name="B zero point 1078"/>
          <p:cNvSpPr>
            <a:spLocks noGrp="1"/>
          </p:cNvSpPr>
          <p:nvPr/>
        </p:nvSpPr>
        <p:spPr>
          <a:xfrm>
            <a:off x="2480189" y="124699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22" name="B zero point 1079"/>
          <p:cNvSpPr>
            <a:spLocks noGrp="1"/>
          </p:cNvSpPr>
          <p:nvPr/>
        </p:nvSpPr>
        <p:spPr>
          <a:xfrm>
            <a:off x="2596281" y="124983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23" name="B zero point 1080"/>
          <p:cNvSpPr>
            <a:spLocks noGrp="1"/>
          </p:cNvSpPr>
          <p:nvPr/>
        </p:nvSpPr>
        <p:spPr>
          <a:xfrm>
            <a:off x="2514666" y="125013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24" name="B zero point 1082"/>
          <p:cNvSpPr>
            <a:spLocks noGrp="1"/>
          </p:cNvSpPr>
          <p:nvPr/>
        </p:nvSpPr>
        <p:spPr>
          <a:xfrm>
            <a:off x="2549143" y="125030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25" name="B zero point 1084"/>
          <p:cNvSpPr>
            <a:spLocks noGrp="1"/>
          </p:cNvSpPr>
          <p:nvPr/>
        </p:nvSpPr>
        <p:spPr>
          <a:xfrm>
            <a:off x="2583619" y="124849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26" name="B zero point 1085"/>
          <p:cNvSpPr>
            <a:spLocks noGrp="1"/>
          </p:cNvSpPr>
          <p:nvPr/>
        </p:nvSpPr>
        <p:spPr>
          <a:xfrm>
            <a:off x="2502004" y="124843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27" name="B zero point 1086"/>
          <p:cNvSpPr>
            <a:spLocks noGrp="1"/>
          </p:cNvSpPr>
          <p:nvPr/>
        </p:nvSpPr>
        <p:spPr>
          <a:xfrm>
            <a:off x="2572941" y="124974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28" name="B zero point 1087"/>
          <p:cNvSpPr>
            <a:spLocks noGrp="1"/>
          </p:cNvSpPr>
          <p:nvPr/>
        </p:nvSpPr>
        <p:spPr>
          <a:xfrm>
            <a:off x="2536481" y="124787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29" name="B zero point 1088"/>
          <p:cNvSpPr>
            <a:spLocks noGrp="1"/>
          </p:cNvSpPr>
          <p:nvPr/>
        </p:nvSpPr>
        <p:spPr>
          <a:xfrm>
            <a:off x="2454865" y="125370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30" name="B zero point 1089"/>
          <p:cNvSpPr>
            <a:spLocks noGrp="1"/>
          </p:cNvSpPr>
          <p:nvPr/>
        </p:nvSpPr>
        <p:spPr>
          <a:xfrm>
            <a:off x="2525802" y="124654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31" name="B zero point 1090"/>
          <p:cNvSpPr>
            <a:spLocks noGrp="1"/>
          </p:cNvSpPr>
          <p:nvPr/>
        </p:nvSpPr>
        <p:spPr>
          <a:xfrm>
            <a:off x="2489342" y="124624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32" name="B zero point 1091"/>
          <p:cNvSpPr>
            <a:spLocks noGrp="1"/>
          </p:cNvSpPr>
          <p:nvPr/>
        </p:nvSpPr>
        <p:spPr>
          <a:xfrm>
            <a:off x="2560279" y="124979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33" name="B zero point 1092"/>
          <p:cNvSpPr>
            <a:spLocks noGrp="1"/>
          </p:cNvSpPr>
          <p:nvPr/>
        </p:nvSpPr>
        <p:spPr>
          <a:xfrm>
            <a:off x="2523819" y="124779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34" name="B zero point 1093"/>
          <p:cNvSpPr>
            <a:spLocks noGrp="1"/>
          </p:cNvSpPr>
          <p:nvPr/>
        </p:nvSpPr>
        <p:spPr>
          <a:xfrm>
            <a:off x="2594756" y="125274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35" name="B zero point 1094"/>
          <p:cNvSpPr>
            <a:spLocks noGrp="1"/>
          </p:cNvSpPr>
          <p:nvPr/>
        </p:nvSpPr>
        <p:spPr>
          <a:xfrm>
            <a:off x="2513140" y="125006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36" name="B zero point 1095"/>
          <p:cNvSpPr>
            <a:spLocks noGrp="1"/>
          </p:cNvSpPr>
          <p:nvPr/>
        </p:nvSpPr>
        <p:spPr>
          <a:xfrm>
            <a:off x="2476680" y="124781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37" name="B zero point 1097"/>
          <p:cNvSpPr>
            <a:spLocks noGrp="1"/>
          </p:cNvSpPr>
          <p:nvPr/>
        </p:nvSpPr>
        <p:spPr>
          <a:xfrm>
            <a:off x="2511157" y="125007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38" name="B zero point 1099"/>
          <p:cNvSpPr>
            <a:spLocks noGrp="1"/>
          </p:cNvSpPr>
          <p:nvPr/>
        </p:nvSpPr>
        <p:spPr>
          <a:xfrm>
            <a:off x="2500478" y="124678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39" name="B zero point 1100"/>
          <p:cNvSpPr>
            <a:spLocks noGrp="1"/>
          </p:cNvSpPr>
          <p:nvPr/>
        </p:nvSpPr>
        <p:spPr>
          <a:xfrm>
            <a:off x="2464018" y="124738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40" name="B zero point 1101"/>
          <p:cNvSpPr>
            <a:spLocks noGrp="1"/>
          </p:cNvSpPr>
          <p:nvPr/>
        </p:nvSpPr>
        <p:spPr>
          <a:xfrm>
            <a:off x="2534955" y="125014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41" name="B zero point 1102"/>
          <p:cNvSpPr>
            <a:spLocks noGrp="1"/>
          </p:cNvSpPr>
          <p:nvPr/>
        </p:nvSpPr>
        <p:spPr>
          <a:xfrm>
            <a:off x="2453340" y="124909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42" name="B zero point 1106"/>
          <p:cNvSpPr>
            <a:spLocks noGrp="1"/>
          </p:cNvSpPr>
          <p:nvPr/>
        </p:nvSpPr>
        <p:spPr>
          <a:xfrm>
            <a:off x="2522293" y="124932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43" name="B zero point 1107"/>
          <p:cNvSpPr>
            <a:spLocks noGrp="1"/>
          </p:cNvSpPr>
          <p:nvPr/>
        </p:nvSpPr>
        <p:spPr>
          <a:xfrm>
            <a:off x="2593230" y="124824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44" name="B zero point 1108"/>
          <p:cNvSpPr>
            <a:spLocks noGrp="1"/>
          </p:cNvSpPr>
          <p:nvPr/>
        </p:nvSpPr>
        <p:spPr>
          <a:xfrm>
            <a:off x="2556770" y="124666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45" name="B zero point 1109"/>
          <p:cNvSpPr>
            <a:spLocks noGrp="1"/>
          </p:cNvSpPr>
          <p:nvPr/>
        </p:nvSpPr>
        <p:spPr>
          <a:xfrm>
            <a:off x="2475155" y="125051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46" name="B zero point 1110"/>
          <p:cNvSpPr>
            <a:spLocks noGrp="1"/>
          </p:cNvSpPr>
          <p:nvPr/>
        </p:nvSpPr>
        <p:spPr>
          <a:xfrm>
            <a:off x="2546092" y="124909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47" name="B zero point 1111"/>
          <p:cNvSpPr>
            <a:spLocks noGrp="1"/>
          </p:cNvSpPr>
          <p:nvPr/>
        </p:nvSpPr>
        <p:spPr>
          <a:xfrm>
            <a:off x="2509631" y="124837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48" name="B zero point 1112"/>
          <p:cNvSpPr>
            <a:spLocks noGrp="1"/>
          </p:cNvSpPr>
          <p:nvPr/>
        </p:nvSpPr>
        <p:spPr>
          <a:xfrm>
            <a:off x="2580568" y="124689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49" name="B zero point 1113"/>
          <p:cNvSpPr>
            <a:spLocks noGrp="1"/>
          </p:cNvSpPr>
          <p:nvPr/>
        </p:nvSpPr>
        <p:spPr>
          <a:xfrm>
            <a:off x="2544108" y="124965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50" name="B zero point 1114"/>
          <p:cNvSpPr>
            <a:spLocks noGrp="1"/>
          </p:cNvSpPr>
          <p:nvPr/>
        </p:nvSpPr>
        <p:spPr>
          <a:xfrm>
            <a:off x="2462493" y="124893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51" name="B zero point 1115"/>
          <p:cNvSpPr>
            <a:spLocks noGrp="1"/>
          </p:cNvSpPr>
          <p:nvPr/>
        </p:nvSpPr>
        <p:spPr>
          <a:xfrm>
            <a:off x="2533430" y="124735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52" name="B zero point 1116"/>
          <p:cNvSpPr>
            <a:spLocks noGrp="1"/>
          </p:cNvSpPr>
          <p:nvPr/>
        </p:nvSpPr>
        <p:spPr>
          <a:xfrm>
            <a:off x="2496970" y="124594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53" name="B zero point 1117"/>
          <p:cNvSpPr>
            <a:spLocks noGrp="1"/>
          </p:cNvSpPr>
          <p:nvPr/>
        </p:nvSpPr>
        <p:spPr>
          <a:xfrm>
            <a:off x="2567907" y="124794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54" name="B zero point 1123"/>
          <p:cNvSpPr>
            <a:spLocks noGrp="1"/>
          </p:cNvSpPr>
          <p:nvPr/>
        </p:nvSpPr>
        <p:spPr>
          <a:xfrm>
            <a:off x="2473629" y="124751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55" name="B zero point 1124"/>
          <p:cNvSpPr>
            <a:spLocks noGrp="1"/>
          </p:cNvSpPr>
          <p:nvPr/>
        </p:nvSpPr>
        <p:spPr>
          <a:xfrm>
            <a:off x="2589722" y="124757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56" name="B zero point 1126"/>
          <p:cNvSpPr>
            <a:spLocks noGrp="1"/>
          </p:cNvSpPr>
          <p:nvPr/>
        </p:nvSpPr>
        <p:spPr>
          <a:xfrm>
            <a:off x="2471646" y="124981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57" name="B zero point 1128"/>
          <p:cNvSpPr>
            <a:spLocks noGrp="1"/>
          </p:cNvSpPr>
          <p:nvPr/>
        </p:nvSpPr>
        <p:spPr>
          <a:xfrm>
            <a:off x="2460967" y="124658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58" name="B zero point 1129"/>
          <p:cNvSpPr>
            <a:spLocks noGrp="1"/>
          </p:cNvSpPr>
          <p:nvPr/>
        </p:nvSpPr>
        <p:spPr>
          <a:xfrm>
            <a:off x="2577060" y="124987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59" name="B zero point 1131"/>
          <p:cNvSpPr>
            <a:spLocks noGrp="1"/>
          </p:cNvSpPr>
          <p:nvPr/>
        </p:nvSpPr>
        <p:spPr>
          <a:xfrm>
            <a:off x="2458984" y="124955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60" name="B zero point 1132"/>
          <p:cNvSpPr>
            <a:spLocks noGrp="1"/>
          </p:cNvSpPr>
          <p:nvPr/>
        </p:nvSpPr>
        <p:spPr>
          <a:xfrm>
            <a:off x="2529921" y="124987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61" name="B zero point 1133"/>
          <p:cNvSpPr>
            <a:spLocks noGrp="1"/>
          </p:cNvSpPr>
          <p:nvPr/>
        </p:nvSpPr>
        <p:spPr>
          <a:xfrm>
            <a:off x="2448305" y="124797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62" name="B zero point 1135"/>
          <p:cNvSpPr>
            <a:spLocks noGrp="1"/>
          </p:cNvSpPr>
          <p:nvPr/>
        </p:nvSpPr>
        <p:spPr>
          <a:xfrm>
            <a:off x="2482782" y="124722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63" name="B zero point 1136"/>
          <p:cNvSpPr>
            <a:spLocks noGrp="1"/>
          </p:cNvSpPr>
          <p:nvPr/>
        </p:nvSpPr>
        <p:spPr>
          <a:xfrm>
            <a:off x="2553719" y="124816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64" name="B zero point 1137"/>
          <p:cNvSpPr>
            <a:spLocks noGrp="1"/>
          </p:cNvSpPr>
          <p:nvPr/>
        </p:nvSpPr>
        <p:spPr>
          <a:xfrm>
            <a:off x="2517259" y="124882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65" name="B zero point 1138"/>
          <p:cNvSpPr>
            <a:spLocks noGrp="1"/>
          </p:cNvSpPr>
          <p:nvPr/>
        </p:nvSpPr>
        <p:spPr>
          <a:xfrm>
            <a:off x="2588196" y="125023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66" name="B zero point 1139"/>
          <p:cNvSpPr>
            <a:spLocks noGrp="1"/>
          </p:cNvSpPr>
          <p:nvPr/>
        </p:nvSpPr>
        <p:spPr>
          <a:xfrm>
            <a:off x="2551736" y="124830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67" name="B zero point 1141"/>
          <p:cNvSpPr>
            <a:spLocks noGrp="1"/>
          </p:cNvSpPr>
          <p:nvPr/>
        </p:nvSpPr>
        <p:spPr>
          <a:xfrm>
            <a:off x="2541057" y="124790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68" name="B zero point 1142"/>
          <p:cNvSpPr>
            <a:spLocks noGrp="1"/>
          </p:cNvSpPr>
          <p:nvPr/>
        </p:nvSpPr>
        <p:spPr>
          <a:xfrm>
            <a:off x="2504597" y="124674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69" name="B zero point 1143"/>
          <p:cNvSpPr>
            <a:spLocks noGrp="1"/>
          </p:cNvSpPr>
          <p:nvPr/>
        </p:nvSpPr>
        <p:spPr>
          <a:xfrm>
            <a:off x="2575534" y="124951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70" name="B zero point 1144"/>
          <p:cNvSpPr>
            <a:spLocks noGrp="1"/>
          </p:cNvSpPr>
          <p:nvPr/>
        </p:nvSpPr>
        <p:spPr>
          <a:xfrm>
            <a:off x="2493919" y="124860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71" name="B zero point 1145"/>
          <p:cNvSpPr>
            <a:spLocks noGrp="1"/>
          </p:cNvSpPr>
          <p:nvPr/>
        </p:nvSpPr>
        <p:spPr>
          <a:xfrm>
            <a:off x="2457459" y="124973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72" name="B zero point 1146"/>
          <p:cNvSpPr>
            <a:spLocks noGrp="1"/>
          </p:cNvSpPr>
          <p:nvPr/>
        </p:nvSpPr>
        <p:spPr>
          <a:xfrm>
            <a:off x="2528395" y="124796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73" name="B zero point 1147"/>
          <p:cNvSpPr>
            <a:spLocks noGrp="1"/>
          </p:cNvSpPr>
          <p:nvPr/>
        </p:nvSpPr>
        <p:spPr>
          <a:xfrm>
            <a:off x="2491935" y="124599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74" name="B zero point 1148"/>
          <p:cNvSpPr>
            <a:spLocks noGrp="1"/>
          </p:cNvSpPr>
          <p:nvPr/>
        </p:nvSpPr>
        <p:spPr>
          <a:xfrm>
            <a:off x="2562872" y="124991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75" name="B zero point 1149"/>
          <p:cNvSpPr>
            <a:spLocks noGrp="1"/>
          </p:cNvSpPr>
          <p:nvPr/>
        </p:nvSpPr>
        <p:spPr>
          <a:xfrm>
            <a:off x="2481257" y="124632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76" name="B zero point 1151"/>
          <p:cNvSpPr>
            <a:spLocks noGrp="1"/>
          </p:cNvSpPr>
          <p:nvPr/>
        </p:nvSpPr>
        <p:spPr>
          <a:xfrm>
            <a:off x="2515734" y="124694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77" name="B zero point 1152"/>
          <p:cNvSpPr>
            <a:spLocks noGrp="1"/>
          </p:cNvSpPr>
          <p:nvPr/>
        </p:nvSpPr>
        <p:spPr>
          <a:xfrm>
            <a:off x="2479274" y="124795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78" name="B zero point 1153"/>
          <p:cNvSpPr>
            <a:spLocks noGrp="1"/>
          </p:cNvSpPr>
          <p:nvPr/>
        </p:nvSpPr>
        <p:spPr>
          <a:xfrm>
            <a:off x="2550210" y="124978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79" name="B zero point 1154"/>
          <p:cNvSpPr>
            <a:spLocks noGrp="1"/>
          </p:cNvSpPr>
          <p:nvPr/>
        </p:nvSpPr>
        <p:spPr>
          <a:xfrm>
            <a:off x="2468595" y="124734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80" name="B zero point 1155"/>
          <p:cNvSpPr>
            <a:spLocks noGrp="1"/>
          </p:cNvSpPr>
          <p:nvPr/>
        </p:nvSpPr>
        <p:spPr>
          <a:xfrm>
            <a:off x="2584687" y="125332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81" name="B zero point 1156"/>
          <p:cNvSpPr>
            <a:spLocks noGrp="1"/>
          </p:cNvSpPr>
          <p:nvPr/>
        </p:nvSpPr>
        <p:spPr>
          <a:xfrm>
            <a:off x="2503072" y="124928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82" name="B zero point 1157"/>
          <p:cNvSpPr>
            <a:spLocks noGrp="1"/>
          </p:cNvSpPr>
          <p:nvPr/>
        </p:nvSpPr>
        <p:spPr>
          <a:xfrm>
            <a:off x="2574009" y="124777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83" name="B zero point 1158"/>
          <p:cNvSpPr>
            <a:spLocks noGrp="1"/>
          </p:cNvSpPr>
          <p:nvPr/>
        </p:nvSpPr>
        <p:spPr>
          <a:xfrm>
            <a:off x="2537549" y="124821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84" name="B zero point 1159"/>
          <p:cNvSpPr>
            <a:spLocks noGrp="1"/>
          </p:cNvSpPr>
          <p:nvPr/>
        </p:nvSpPr>
        <p:spPr>
          <a:xfrm>
            <a:off x="2455933" y="124941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85" name="B zero point 1160"/>
          <p:cNvSpPr>
            <a:spLocks noGrp="1"/>
          </p:cNvSpPr>
          <p:nvPr/>
        </p:nvSpPr>
        <p:spPr>
          <a:xfrm>
            <a:off x="2572025" y="124999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86" name="B zero point 1161"/>
          <p:cNvSpPr>
            <a:spLocks noGrp="1"/>
          </p:cNvSpPr>
          <p:nvPr/>
        </p:nvSpPr>
        <p:spPr>
          <a:xfrm>
            <a:off x="2490410" y="125234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87" name="B zero point 1162"/>
          <p:cNvSpPr>
            <a:spLocks noGrp="1"/>
          </p:cNvSpPr>
          <p:nvPr/>
        </p:nvSpPr>
        <p:spPr>
          <a:xfrm>
            <a:off x="2561347" y="124853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88" name="B zero point 1163"/>
          <p:cNvSpPr>
            <a:spLocks noGrp="1"/>
          </p:cNvSpPr>
          <p:nvPr/>
        </p:nvSpPr>
        <p:spPr>
          <a:xfrm>
            <a:off x="2524887" y="125272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89" name="B zero point 1164"/>
          <p:cNvSpPr>
            <a:spLocks noGrp="1"/>
          </p:cNvSpPr>
          <p:nvPr/>
        </p:nvSpPr>
        <p:spPr>
          <a:xfrm>
            <a:off x="2595824" y="125257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90" name="B zero point 1165"/>
          <p:cNvSpPr>
            <a:spLocks noGrp="1"/>
          </p:cNvSpPr>
          <p:nvPr/>
        </p:nvSpPr>
        <p:spPr>
          <a:xfrm>
            <a:off x="2514208" y="124740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91" name="B zero point 1166"/>
          <p:cNvSpPr>
            <a:spLocks noGrp="1"/>
          </p:cNvSpPr>
          <p:nvPr/>
        </p:nvSpPr>
        <p:spPr>
          <a:xfrm>
            <a:off x="2477748" y="124959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92" name="B zero point 1167"/>
          <p:cNvSpPr>
            <a:spLocks noGrp="1"/>
          </p:cNvSpPr>
          <p:nvPr/>
        </p:nvSpPr>
        <p:spPr>
          <a:xfrm>
            <a:off x="2548685" y="125230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93" name="B zero point 1170"/>
          <p:cNvSpPr>
            <a:spLocks noGrp="1"/>
          </p:cNvSpPr>
          <p:nvPr/>
        </p:nvSpPr>
        <p:spPr>
          <a:xfrm>
            <a:off x="2501546" y="124837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94" name="B zero point 1173"/>
          <p:cNvSpPr>
            <a:spLocks noGrp="1"/>
          </p:cNvSpPr>
          <p:nvPr/>
        </p:nvSpPr>
        <p:spPr>
          <a:xfrm>
            <a:off x="2499563" y="124577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95" name="B zero point 1174"/>
          <p:cNvSpPr>
            <a:spLocks noGrp="1"/>
          </p:cNvSpPr>
          <p:nvPr/>
        </p:nvSpPr>
        <p:spPr>
          <a:xfrm>
            <a:off x="2570500" y="124759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96" name="B zero point 1175"/>
          <p:cNvSpPr>
            <a:spLocks noGrp="1"/>
          </p:cNvSpPr>
          <p:nvPr/>
        </p:nvSpPr>
        <p:spPr>
          <a:xfrm>
            <a:off x="2488884" y="124659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97" name="B zero point 1176"/>
          <p:cNvSpPr>
            <a:spLocks noGrp="1"/>
          </p:cNvSpPr>
          <p:nvPr/>
        </p:nvSpPr>
        <p:spPr>
          <a:xfrm>
            <a:off x="2452424" y="124877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98" name="B zero point 1177"/>
          <p:cNvSpPr>
            <a:spLocks noGrp="1"/>
          </p:cNvSpPr>
          <p:nvPr/>
        </p:nvSpPr>
        <p:spPr>
          <a:xfrm>
            <a:off x="2523361" y="124782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799" name="B zero point 1178"/>
          <p:cNvSpPr>
            <a:spLocks noGrp="1"/>
          </p:cNvSpPr>
          <p:nvPr/>
        </p:nvSpPr>
        <p:spPr>
          <a:xfrm>
            <a:off x="2594298" y="124933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00" name="B zero point 1180"/>
          <p:cNvSpPr>
            <a:spLocks noGrp="1"/>
          </p:cNvSpPr>
          <p:nvPr/>
        </p:nvSpPr>
        <p:spPr>
          <a:xfrm>
            <a:off x="2476222" y="124841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01" name="B zero point 1181"/>
          <p:cNvSpPr>
            <a:spLocks noGrp="1"/>
          </p:cNvSpPr>
          <p:nvPr/>
        </p:nvSpPr>
        <p:spPr>
          <a:xfrm>
            <a:off x="2592315" y="124971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02" name="B zero point 1182"/>
          <p:cNvSpPr>
            <a:spLocks noGrp="1"/>
          </p:cNvSpPr>
          <p:nvPr/>
        </p:nvSpPr>
        <p:spPr>
          <a:xfrm>
            <a:off x="2510699" y="124783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03" name="B zero point 1183"/>
          <p:cNvSpPr>
            <a:spLocks noGrp="1"/>
          </p:cNvSpPr>
          <p:nvPr/>
        </p:nvSpPr>
        <p:spPr>
          <a:xfrm>
            <a:off x="2581636" y="125214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04" name="B zero point 1184"/>
          <p:cNvSpPr>
            <a:spLocks noGrp="1"/>
          </p:cNvSpPr>
          <p:nvPr/>
        </p:nvSpPr>
        <p:spPr>
          <a:xfrm>
            <a:off x="2545176" y="124788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05" name="B zero point 1185"/>
          <p:cNvSpPr>
            <a:spLocks noGrp="1"/>
          </p:cNvSpPr>
          <p:nvPr/>
        </p:nvSpPr>
        <p:spPr>
          <a:xfrm>
            <a:off x="2463561" y="125039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06" name="B zero point 1186"/>
          <p:cNvSpPr>
            <a:spLocks noGrp="1"/>
          </p:cNvSpPr>
          <p:nvPr/>
        </p:nvSpPr>
        <p:spPr>
          <a:xfrm>
            <a:off x="2579653" y="124635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07" name="B zero point 1187"/>
          <p:cNvSpPr>
            <a:spLocks noGrp="1"/>
          </p:cNvSpPr>
          <p:nvPr/>
        </p:nvSpPr>
        <p:spPr>
          <a:xfrm>
            <a:off x="2498037" y="125021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08" name="B zero point 1188"/>
          <p:cNvSpPr>
            <a:spLocks noGrp="1"/>
          </p:cNvSpPr>
          <p:nvPr/>
        </p:nvSpPr>
        <p:spPr>
          <a:xfrm>
            <a:off x="2568974" y="124855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09" name="B zero point 1189"/>
          <p:cNvSpPr>
            <a:spLocks noGrp="1"/>
          </p:cNvSpPr>
          <p:nvPr/>
        </p:nvSpPr>
        <p:spPr>
          <a:xfrm>
            <a:off x="2532514" y="124836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10" name="B zero point 1191"/>
          <p:cNvSpPr>
            <a:spLocks noGrp="1"/>
          </p:cNvSpPr>
          <p:nvPr/>
        </p:nvSpPr>
        <p:spPr>
          <a:xfrm>
            <a:off x="2521836" y="124884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11" name="B zero point 1192"/>
          <p:cNvSpPr>
            <a:spLocks noGrp="1"/>
          </p:cNvSpPr>
          <p:nvPr/>
        </p:nvSpPr>
        <p:spPr>
          <a:xfrm>
            <a:off x="2485376" y="125093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12" name="B zero point 1193"/>
          <p:cNvSpPr>
            <a:spLocks noGrp="1"/>
          </p:cNvSpPr>
          <p:nvPr/>
        </p:nvSpPr>
        <p:spPr>
          <a:xfrm>
            <a:off x="2556313" y="125306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13" name="B zero point 1194"/>
          <p:cNvSpPr>
            <a:spLocks noGrp="1"/>
          </p:cNvSpPr>
          <p:nvPr/>
        </p:nvSpPr>
        <p:spPr>
          <a:xfrm>
            <a:off x="2519853" y="124730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14" name="B zero point 1195"/>
          <p:cNvSpPr>
            <a:spLocks noGrp="1"/>
          </p:cNvSpPr>
          <p:nvPr/>
        </p:nvSpPr>
        <p:spPr>
          <a:xfrm>
            <a:off x="2590789" y="124715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15" name="B zero point 1196"/>
          <p:cNvSpPr>
            <a:spLocks noGrp="1"/>
          </p:cNvSpPr>
          <p:nvPr/>
        </p:nvSpPr>
        <p:spPr>
          <a:xfrm>
            <a:off x="2509174" y="124807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16" name="B zero point 1197"/>
          <p:cNvSpPr>
            <a:spLocks noGrp="1"/>
          </p:cNvSpPr>
          <p:nvPr/>
        </p:nvSpPr>
        <p:spPr>
          <a:xfrm>
            <a:off x="2472714" y="124769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17" name="B zero point 1198"/>
          <p:cNvSpPr>
            <a:spLocks noGrp="1"/>
          </p:cNvSpPr>
          <p:nvPr/>
        </p:nvSpPr>
        <p:spPr>
          <a:xfrm>
            <a:off x="2543651" y="124883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18" name="B zero point 1199"/>
          <p:cNvSpPr>
            <a:spLocks noGrp="1"/>
          </p:cNvSpPr>
          <p:nvPr/>
        </p:nvSpPr>
        <p:spPr>
          <a:xfrm>
            <a:off x="2462035" y="124671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19" name="B zero point 1200"/>
          <p:cNvSpPr>
            <a:spLocks noGrp="1"/>
          </p:cNvSpPr>
          <p:nvPr/>
        </p:nvSpPr>
        <p:spPr>
          <a:xfrm>
            <a:off x="2578128" y="124780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20" name="B zero point 1202"/>
          <p:cNvSpPr>
            <a:spLocks noGrp="1"/>
          </p:cNvSpPr>
          <p:nvPr/>
        </p:nvSpPr>
        <p:spPr>
          <a:xfrm>
            <a:off x="2460052" y="124626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21" name="B zero point 1203"/>
          <p:cNvSpPr>
            <a:spLocks noGrp="1"/>
          </p:cNvSpPr>
          <p:nvPr/>
        </p:nvSpPr>
        <p:spPr>
          <a:xfrm>
            <a:off x="2530989" y="125333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22" name="B zero point 1205"/>
          <p:cNvSpPr>
            <a:spLocks noGrp="1"/>
          </p:cNvSpPr>
          <p:nvPr/>
        </p:nvSpPr>
        <p:spPr>
          <a:xfrm>
            <a:off x="2565466" y="124842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23" name="B zero point 1206"/>
          <p:cNvSpPr>
            <a:spLocks noGrp="1"/>
          </p:cNvSpPr>
          <p:nvPr/>
        </p:nvSpPr>
        <p:spPr>
          <a:xfrm>
            <a:off x="2483850" y="124983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24" name="B zero point 1208"/>
          <p:cNvSpPr>
            <a:spLocks noGrp="1"/>
          </p:cNvSpPr>
          <p:nvPr/>
        </p:nvSpPr>
        <p:spPr>
          <a:xfrm>
            <a:off x="2518327" y="124681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25" name="B zero point 1209"/>
          <p:cNvSpPr>
            <a:spLocks noGrp="1"/>
          </p:cNvSpPr>
          <p:nvPr/>
        </p:nvSpPr>
        <p:spPr>
          <a:xfrm>
            <a:off x="2589264" y="125153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26" name="B zero point 1210"/>
          <p:cNvSpPr>
            <a:spLocks noGrp="1"/>
          </p:cNvSpPr>
          <p:nvPr/>
        </p:nvSpPr>
        <p:spPr>
          <a:xfrm>
            <a:off x="2552804" y="124750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27" name="B zero point 1211"/>
          <p:cNvSpPr>
            <a:spLocks noGrp="1"/>
          </p:cNvSpPr>
          <p:nvPr/>
        </p:nvSpPr>
        <p:spPr>
          <a:xfrm>
            <a:off x="2471188" y="124837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28" name="B zero point 1212"/>
          <p:cNvSpPr>
            <a:spLocks noGrp="1"/>
          </p:cNvSpPr>
          <p:nvPr/>
        </p:nvSpPr>
        <p:spPr>
          <a:xfrm>
            <a:off x="2542125" y="124818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29" name="B zero point 1213"/>
          <p:cNvSpPr>
            <a:spLocks noGrp="1"/>
          </p:cNvSpPr>
          <p:nvPr/>
        </p:nvSpPr>
        <p:spPr>
          <a:xfrm>
            <a:off x="2505665" y="124778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30" name="B zero point 1214"/>
          <p:cNvSpPr>
            <a:spLocks noGrp="1"/>
          </p:cNvSpPr>
          <p:nvPr/>
        </p:nvSpPr>
        <p:spPr>
          <a:xfrm>
            <a:off x="2576602" y="124957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31" name="B zero point 1215"/>
          <p:cNvSpPr>
            <a:spLocks noGrp="1"/>
          </p:cNvSpPr>
          <p:nvPr/>
        </p:nvSpPr>
        <p:spPr>
          <a:xfrm>
            <a:off x="2540142" y="124631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32" name="B zero point 1217"/>
          <p:cNvSpPr>
            <a:spLocks noGrp="1"/>
          </p:cNvSpPr>
          <p:nvPr/>
        </p:nvSpPr>
        <p:spPr>
          <a:xfrm>
            <a:off x="2529463" y="124887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33" name="B zero point 1218"/>
          <p:cNvSpPr>
            <a:spLocks noGrp="1"/>
          </p:cNvSpPr>
          <p:nvPr/>
        </p:nvSpPr>
        <p:spPr>
          <a:xfrm>
            <a:off x="2493003" y="124956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34" name="B zero point 1219"/>
          <p:cNvSpPr>
            <a:spLocks noGrp="1"/>
          </p:cNvSpPr>
          <p:nvPr/>
        </p:nvSpPr>
        <p:spPr>
          <a:xfrm>
            <a:off x="2563940" y="125239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35" name="B zero point 1220"/>
          <p:cNvSpPr>
            <a:spLocks noGrp="1"/>
          </p:cNvSpPr>
          <p:nvPr/>
        </p:nvSpPr>
        <p:spPr>
          <a:xfrm>
            <a:off x="2482325" y="124819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36" name="B zero point 1221"/>
          <p:cNvSpPr>
            <a:spLocks noGrp="1"/>
          </p:cNvSpPr>
          <p:nvPr/>
        </p:nvSpPr>
        <p:spPr>
          <a:xfrm>
            <a:off x="2598417" y="124707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37" name="B zero point 1222"/>
          <p:cNvSpPr>
            <a:spLocks noGrp="1"/>
          </p:cNvSpPr>
          <p:nvPr/>
        </p:nvSpPr>
        <p:spPr>
          <a:xfrm>
            <a:off x="2516801" y="125178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38" name="B zero point 1223"/>
          <p:cNvSpPr>
            <a:spLocks noGrp="1"/>
          </p:cNvSpPr>
          <p:nvPr/>
        </p:nvSpPr>
        <p:spPr>
          <a:xfrm>
            <a:off x="2480341" y="124694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39" name="B zero point 1227"/>
          <p:cNvSpPr>
            <a:spLocks noGrp="1"/>
          </p:cNvSpPr>
          <p:nvPr/>
        </p:nvSpPr>
        <p:spPr>
          <a:xfrm>
            <a:off x="2504140" y="124604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40" name="B zero point 1228"/>
          <p:cNvSpPr>
            <a:spLocks noGrp="1"/>
          </p:cNvSpPr>
          <p:nvPr/>
        </p:nvSpPr>
        <p:spPr>
          <a:xfrm>
            <a:off x="2467680" y="124967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41" name="B zero point 1229"/>
          <p:cNvSpPr>
            <a:spLocks noGrp="1"/>
          </p:cNvSpPr>
          <p:nvPr/>
        </p:nvSpPr>
        <p:spPr>
          <a:xfrm>
            <a:off x="2538616" y="124982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42" name="B zero point 1231"/>
          <p:cNvSpPr>
            <a:spLocks noGrp="1"/>
          </p:cNvSpPr>
          <p:nvPr/>
        </p:nvSpPr>
        <p:spPr>
          <a:xfrm>
            <a:off x="2573093" y="124950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43" name="B zero point 1232"/>
          <p:cNvSpPr>
            <a:spLocks noGrp="1"/>
          </p:cNvSpPr>
          <p:nvPr/>
        </p:nvSpPr>
        <p:spPr>
          <a:xfrm>
            <a:off x="2491478" y="124796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44" name="B zero point 1233"/>
          <p:cNvSpPr>
            <a:spLocks noGrp="1"/>
          </p:cNvSpPr>
          <p:nvPr/>
        </p:nvSpPr>
        <p:spPr>
          <a:xfrm>
            <a:off x="2562415" y="124730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45" name="B zero point 1234"/>
          <p:cNvSpPr>
            <a:spLocks noGrp="1"/>
          </p:cNvSpPr>
          <p:nvPr/>
        </p:nvSpPr>
        <p:spPr>
          <a:xfrm>
            <a:off x="2525955" y="124773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46" name="B zero point 1235"/>
          <p:cNvSpPr>
            <a:spLocks noGrp="1"/>
          </p:cNvSpPr>
          <p:nvPr/>
        </p:nvSpPr>
        <p:spPr>
          <a:xfrm>
            <a:off x="2596892" y="124954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47" name="B zero point 1236"/>
          <p:cNvSpPr>
            <a:spLocks noGrp="1"/>
          </p:cNvSpPr>
          <p:nvPr/>
        </p:nvSpPr>
        <p:spPr>
          <a:xfrm>
            <a:off x="2560431" y="124711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48" name="B zero point 1237"/>
          <p:cNvSpPr>
            <a:spLocks noGrp="1"/>
          </p:cNvSpPr>
          <p:nvPr/>
        </p:nvSpPr>
        <p:spPr>
          <a:xfrm>
            <a:off x="2478816" y="124939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49" name="B zero point 1239"/>
          <p:cNvSpPr>
            <a:spLocks noGrp="1"/>
          </p:cNvSpPr>
          <p:nvPr/>
        </p:nvSpPr>
        <p:spPr>
          <a:xfrm>
            <a:off x="2513293" y="124777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50" name="B zero point 1240"/>
          <p:cNvSpPr>
            <a:spLocks noGrp="1"/>
          </p:cNvSpPr>
          <p:nvPr/>
        </p:nvSpPr>
        <p:spPr>
          <a:xfrm>
            <a:off x="2584230" y="124648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51" name="B zero point 1241"/>
          <p:cNvSpPr>
            <a:spLocks noGrp="1"/>
          </p:cNvSpPr>
          <p:nvPr/>
        </p:nvSpPr>
        <p:spPr>
          <a:xfrm>
            <a:off x="2547770" y="124744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52" name="B zero point 1242"/>
          <p:cNvSpPr>
            <a:spLocks noGrp="1"/>
          </p:cNvSpPr>
          <p:nvPr/>
        </p:nvSpPr>
        <p:spPr>
          <a:xfrm>
            <a:off x="2466154" y="124956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53" name="B zero point 1243"/>
          <p:cNvSpPr>
            <a:spLocks noGrp="1"/>
          </p:cNvSpPr>
          <p:nvPr/>
        </p:nvSpPr>
        <p:spPr>
          <a:xfrm>
            <a:off x="2537091" y="124779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54" name="B zero point 1244"/>
          <p:cNvSpPr>
            <a:spLocks noGrp="1"/>
          </p:cNvSpPr>
          <p:nvPr/>
        </p:nvSpPr>
        <p:spPr>
          <a:xfrm>
            <a:off x="2500631" y="124882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55" name="B zero point 1245"/>
          <p:cNvSpPr>
            <a:spLocks noGrp="1"/>
          </p:cNvSpPr>
          <p:nvPr/>
        </p:nvSpPr>
        <p:spPr>
          <a:xfrm>
            <a:off x="2571568" y="124779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56" name="B zero point 1246"/>
          <p:cNvSpPr>
            <a:spLocks noGrp="1"/>
          </p:cNvSpPr>
          <p:nvPr/>
        </p:nvSpPr>
        <p:spPr>
          <a:xfrm>
            <a:off x="2489952" y="124916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57" name="B zero point 1247"/>
          <p:cNvSpPr>
            <a:spLocks noGrp="1"/>
          </p:cNvSpPr>
          <p:nvPr/>
        </p:nvSpPr>
        <p:spPr>
          <a:xfrm>
            <a:off x="2453492" y="125018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58" name="B zero point 1248"/>
          <p:cNvSpPr>
            <a:spLocks noGrp="1"/>
          </p:cNvSpPr>
          <p:nvPr/>
        </p:nvSpPr>
        <p:spPr>
          <a:xfrm>
            <a:off x="2524429" y="124894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59" name="B zero point 1249"/>
          <p:cNvSpPr>
            <a:spLocks noGrp="1"/>
          </p:cNvSpPr>
          <p:nvPr/>
        </p:nvSpPr>
        <p:spPr>
          <a:xfrm>
            <a:off x="2487969" y="124962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60" name="B zero point 1252"/>
          <p:cNvSpPr>
            <a:spLocks noGrp="1"/>
          </p:cNvSpPr>
          <p:nvPr/>
        </p:nvSpPr>
        <p:spPr>
          <a:xfrm>
            <a:off x="2593383" y="124972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61" name="B zero point 1254"/>
          <p:cNvSpPr>
            <a:spLocks noGrp="1"/>
          </p:cNvSpPr>
          <p:nvPr/>
        </p:nvSpPr>
        <p:spPr>
          <a:xfrm>
            <a:off x="2582704" y="124975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62" name="B zero point 1255"/>
          <p:cNvSpPr>
            <a:spLocks noGrp="1"/>
          </p:cNvSpPr>
          <p:nvPr/>
        </p:nvSpPr>
        <p:spPr>
          <a:xfrm>
            <a:off x="2546244" y="124918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63" name="B zero point 1256"/>
          <p:cNvSpPr>
            <a:spLocks noGrp="1"/>
          </p:cNvSpPr>
          <p:nvPr/>
        </p:nvSpPr>
        <p:spPr>
          <a:xfrm>
            <a:off x="2464628" y="124992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64" name="B zero point 1257"/>
          <p:cNvSpPr>
            <a:spLocks noGrp="1"/>
          </p:cNvSpPr>
          <p:nvPr/>
        </p:nvSpPr>
        <p:spPr>
          <a:xfrm>
            <a:off x="2580721" y="124918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65" name="B zero point 1258"/>
          <p:cNvSpPr>
            <a:spLocks noGrp="1"/>
          </p:cNvSpPr>
          <p:nvPr/>
        </p:nvSpPr>
        <p:spPr>
          <a:xfrm>
            <a:off x="2499105" y="124812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66" name="B zero point 1259"/>
          <p:cNvSpPr>
            <a:spLocks noGrp="1"/>
          </p:cNvSpPr>
          <p:nvPr/>
        </p:nvSpPr>
        <p:spPr>
          <a:xfrm>
            <a:off x="2570042" y="125035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67" name="B zero point 1260"/>
          <p:cNvSpPr>
            <a:spLocks noGrp="1"/>
          </p:cNvSpPr>
          <p:nvPr/>
        </p:nvSpPr>
        <p:spPr>
          <a:xfrm>
            <a:off x="2533582" y="124997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68" name="B zero point 1261"/>
          <p:cNvSpPr>
            <a:spLocks noGrp="1"/>
          </p:cNvSpPr>
          <p:nvPr/>
        </p:nvSpPr>
        <p:spPr>
          <a:xfrm>
            <a:off x="2451967" y="124962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69" name="B zero point 1264"/>
          <p:cNvSpPr>
            <a:spLocks noGrp="1"/>
          </p:cNvSpPr>
          <p:nvPr/>
        </p:nvSpPr>
        <p:spPr>
          <a:xfrm>
            <a:off x="2557380" y="124952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70" name="B zero point 1265"/>
          <p:cNvSpPr>
            <a:spLocks noGrp="1"/>
          </p:cNvSpPr>
          <p:nvPr/>
        </p:nvSpPr>
        <p:spPr>
          <a:xfrm>
            <a:off x="2520920" y="124958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71" name="B zero point 1268"/>
          <p:cNvSpPr>
            <a:spLocks noGrp="1"/>
          </p:cNvSpPr>
          <p:nvPr/>
        </p:nvSpPr>
        <p:spPr>
          <a:xfrm>
            <a:off x="2473782" y="124950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72" name="B zero point 1269"/>
          <p:cNvSpPr>
            <a:spLocks noGrp="1"/>
          </p:cNvSpPr>
          <p:nvPr/>
        </p:nvSpPr>
        <p:spPr>
          <a:xfrm>
            <a:off x="2544719" y="124798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73" name="B zero point 1271"/>
          <p:cNvSpPr>
            <a:spLocks noGrp="1"/>
          </p:cNvSpPr>
          <p:nvPr/>
        </p:nvSpPr>
        <p:spPr>
          <a:xfrm>
            <a:off x="2579195" y="124953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74" name="B zero point 1272"/>
          <p:cNvSpPr>
            <a:spLocks noGrp="1"/>
          </p:cNvSpPr>
          <p:nvPr/>
        </p:nvSpPr>
        <p:spPr>
          <a:xfrm>
            <a:off x="2497580" y="124965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75" name="B zero point 1273"/>
          <p:cNvSpPr>
            <a:spLocks noGrp="1"/>
          </p:cNvSpPr>
          <p:nvPr/>
        </p:nvSpPr>
        <p:spPr>
          <a:xfrm>
            <a:off x="2461120" y="124998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76" name="B zero point 1278"/>
          <p:cNvSpPr>
            <a:spLocks noGrp="1"/>
          </p:cNvSpPr>
          <p:nvPr/>
        </p:nvSpPr>
        <p:spPr>
          <a:xfrm>
            <a:off x="2448458" y="124769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77" name="B zero point 1279"/>
          <p:cNvSpPr>
            <a:spLocks noGrp="1"/>
          </p:cNvSpPr>
          <p:nvPr/>
        </p:nvSpPr>
        <p:spPr>
          <a:xfrm>
            <a:off x="2519395" y="124995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78" name="B zero point 1280"/>
          <p:cNvSpPr>
            <a:spLocks noGrp="1"/>
          </p:cNvSpPr>
          <p:nvPr/>
        </p:nvSpPr>
        <p:spPr>
          <a:xfrm>
            <a:off x="2590332" y="124618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79" name="B zero point 1284"/>
          <p:cNvSpPr>
            <a:spLocks noGrp="1"/>
          </p:cNvSpPr>
          <p:nvPr/>
        </p:nvSpPr>
        <p:spPr>
          <a:xfrm>
            <a:off x="2506733" y="124800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80" name="B zero point 1285"/>
          <p:cNvSpPr>
            <a:spLocks noGrp="1"/>
          </p:cNvSpPr>
          <p:nvPr/>
        </p:nvSpPr>
        <p:spPr>
          <a:xfrm>
            <a:off x="2577670" y="124965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81" name="B zero point 1286"/>
          <p:cNvSpPr>
            <a:spLocks noGrp="1"/>
          </p:cNvSpPr>
          <p:nvPr/>
        </p:nvSpPr>
        <p:spPr>
          <a:xfrm>
            <a:off x="2541210" y="124746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82" name="B zero point 1287"/>
          <p:cNvSpPr>
            <a:spLocks noGrp="1"/>
          </p:cNvSpPr>
          <p:nvPr/>
        </p:nvSpPr>
        <p:spPr>
          <a:xfrm>
            <a:off x="2459594" y="124645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83" name="B zero point 1289"/>
          <p:cNvSpPr>
            <a:spLocks noGrp="1"/>
          </p:cNvSpPr>
          <p:nvPr/>
        </p:nvSpPr>
        <p:spPr>
          <a:xfrm>
            <a:off x="2494071" y="124999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84" name="B zero point 1290"/>
          <p:cNvSpPr>
            <a:spLocks noGrp="1"/>
          </p:cNvSpPr>
          <p:nvPr/>
        </p:nvSpPr>
        <p:spPr>
          <a:xfrm>
            <a:off x="2565008" y="124812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85" name="B zero point 1291"/>
          <p:cNvSpPr>
            <a:spLocks noGrp="1"/>
          </p:cNvSpPr>
          <p:nvPr/>
        </p:nvSpPr>
        <p:spPr>
          <a:xfrm>
            <a:off x="2528548" y="124931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86" name="B zero point 1294"/>
          <p:cNvSpPr>
            <a:spLocks noGrp="1"/>
          </p:cNvSpPr>
          <p:nvPr/>
        </p:nvSpPr>
        <p:spPr>
          <a:xfrm>
            <a:off x="2481409" y="125003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87" name="B zero point 1295"/>
          <p:cNvSpPr>
            <a:spLocks noGrp="1"/>
          </p:cNvSpPr>
          <p:nvPr/>
        </p:nvSpPr>
        <p:spPr>
          <a:xfrm>
            <a:off x="2552346" y="124967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88" name="B zero point 1296"/>
          <p:cNvSpPr>
            <a:spLocks noGrp="1"/>
          </p:cNvSpPr>
          <p:nvPr/>
        </p:nvSpPr>
        <p:spPr>
          <a:xfrm>
            <a:off x="2515886" y="124916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89" name="B zero point 1297"/>
          <p:cNvSpPr>
            <a:spLocks noGrp="1"/>
          </p:cNvSpPr>
          <p:nvPr/>
        </p:nvSpPr>
        <p:spPr>
          <a:xfrm>
            <a:off x="2586823" y="124749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90" name="B zero point 1298"/>
          <p:cNvSpPr>
            <a:spLocks noGrp="1"/>
          </p:cNvSpPr>
          <p:nvPr/>
        </p:nvSpPr>
        <p:spPr>
          <a:xfrm>
            <a:off x="2505207" y="124951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91" name="B zero point 1299"/>
          <p:cNvSpPr>
            <a:spLocks noGrp="1"/>
          </p:cNvSpPr>
          <p:nvPr/>
        </p:nvSpPr>
        <p:spPr>
          <a:xfrm>
            <a:off x="2468747" y="124961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92" name="B zero point 1300"/>
          <p:cNvSpPr>
            <a:spLocks noGrp="1"/>
          </p:cNvSpPr>
          <p:nvPr/>
        </p:nvSpPr>
        <p:spPr>
          <a:xfrm>
            <a:off x="2539684" y="124763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93" name="B zero point 1301"/>
          <p:cNvSpPr>
            <a:spLocks noGrp="1"/>
          </p:cNvSpPr>
          <p:nvPr/>
        </p:nvSpPr>
        <p:spPr>
          <a:xfrm>
            <a:off x="2458069" y="124984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94" name="B zero point 1302"/>
          <p:cNvSpPr>
            <a:spLocks noGrp="1"/>
          </p:cNvSpPr>
          <p:nvPr/>
        </p:nvSpPr>
        <p:spPr>
          <a:xfrm>
            <a:off x="2574161" y="124936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95" name="B zero point 1303"/>
          <p:cNvSpPr>
            <a:spLocks noGrp="1"/>
          </p:cNvSpPr>
          <p:nvPr/>
        </p:nvSpPr>
        <p:spPr>
          <a:xfrm>
            <a:off x="2492546" y="124654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96" name="B zero point 1304"/>
          <p:cNvSpPr>
            <a:spLocks noGrp="1"/>
          </p:cNvSpPr>
          <p:nvPr/>
        </p:nvSpPr>
        <p:spPr>
          <a:xfrm>
            <a:off x="2456086" y="124749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97" name="B zero point 1305"/>
          <p:cNvSpPr>
            <a:spLocks noGrp="1"/>
          </p:cNvSpPr>
          <p:nvPr/>
        </p:nvSpPr>
        <p:spPr>
          <a:xfrm>
            <a:off x="2527022" y="124443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98" name="B zero point 1306"/>
          <p:cNvSpPr>
            <a:spLocks noGrp="1"/>
          </p:cNvSpPr>
          <p:nvPr/>
        </p:nvSpPr>
        <p:spPr>
          <a:xfrm>
            <a:off x="2597959" y="124986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899" name="B zero point 1307"/>
          <p:cNvSpPr>
            <a:spLocks noGrp="1"/>
          </p:cNvSpPr>
          <p:nvPr/>
        </p:nvSpPr>
        <p:spPr>
          <a:xfrm>
            <a:off x="2561499" y="124977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00" name="B zero point 1308"/>
          <p:cNvSpPr>
            <a:spLocks noGrp="1"/>
          </p:cNvSpPr>
          <p:nvPr/>
        </p:nvSpPr>
        <p:spPr>
          <a:xfrm>
            <a:off x="2479884" y="124924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01" name="B zero point 1309"/>
          <p:cNvSpPr>
            <a:spLocks noGrp="1"/>
          </p:cNvSpPr>
          <p:nvPr/>
        </p:nvSpPr>
        <p:spPr>
          <a:xfrm>
            <a:off x="2550821" y="124641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02" name="B zero point 1311"/>
          <p:cNvSpPr>
            <a:spLocks noGrp="1"/>
          </p:cNvSpPr>
          <p:nvPr/>
        </p:nvSpPr>
        <p:spPr>
          <a:xfrm>
            <a:off x="2585298" y="124936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03" name="B zero point 1312"/>
          <p:cNvSpPr>
            <a:spLocks noGrp="1"/>
          </p:cNvSpPr>
          <p:nvPr/>
        </p:nvSpPr>
        <p:spPr>
          <a:xfrm>
            <a:off x="2548837" y="124976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04" name="B zero point 1313"/>
          <p:cNvSpPr>
            <a:spLocks noGrp="1"/>
          </p:cNvSpPr>
          <p:nvPr/>
        </p:nvSpPr>
        <p:spPr>
          <a:xfrm>
            <a:off x="2467222" y="124999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05" name="B zero point 1315"/>
          <p:cNvSpPr>
            <a:spLocks noGrp="1"/>
          </p:cNvSpPr>
          <p:nvPr/>
        </p:nvSpPr>
        <p:spPr>
          <a:xfrm>
            <a:off x="2501699" y="124718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06" name="B zero point 1316"/>
          <p:cNvSpPr>
            <a:spLocks noGrp="1"/>
          </p:cNvSpPr>
          <p:nvPr/>
        </p:nvSpPr>
        <p:spPr>
          <a:xfrm>
            <a:off x="2572636" y="124939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07" name="B zero point 1317"/>
          <p:cNvSpPr>
            <a:spLocks noGrp="1"/>
          </p:cNvSpPr>
          <p:nvPr/>
        </p:nvSpPr>
        <p:spPr>
          <a:xfrm>
            <a:off x="2536176" y="124992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08" name="B zero point 1318"/>
          <p:cNvSpPr>
            <a:spLocks noGrp="1"/>
          </p:cNvSpPr>
          <p:nvPr/>
        </p:nvSpPr>
        <p:spPr>
          <a:xfrm>
            <a:off x="2454560" y="124991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09" name="B zero point 1319"/>
          <p:cNvSpPr>
            <a:spLocks noGrp="1"/>
          </p:cNvSpPr>
          <p:nvPr/>
        </p:nvSpPr>
        <p:spPr>
          <a:xfrm>
            <a:off x="2525497" y="124948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10" name="B zero point 1320"/>
          <p:cNvSpPr>
            <a:spLocks noGrp="1"/>
          </p:cNvSpPr>
          <p:nvPr/>
        </p:nvSpPr>
        <p:spPr>
          <a:xfrm>
            <a:off x="2489037" y="124934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11" name="B zero point 1321"/>
          <p:cNvSpPr>
            <a:spLocks noGrp="1"/>
          </p:cNvSpPr>
          <p:nvPr/>
        </p:nvSpPr>
        <p:spPr>
          <a:xfrm>
            <a:off x="2559974" y="125058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12" name="B zero point 1322"/>
          <p:cNvSpPr>
            <a:spLocks noGrp="1"/>
          </p:cNvSpPr>
          <p:nvPr/>
        </p:nvSpPr>
        <p:spPr>
          <a:xfrm>
            <a:off x="2478358" y="125022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13" name="B zero point 1323"/>
          <p:cNvSpPr>
            <a:spLocks noGrp="1"/>
          </p:cNvSpPr>
          <p:nvPr/>
        </p:nvSpPr>
        <p:spPr>
          <a:xfrm>
            <a:off x="2594451" y="124792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14" name="B zero point 1325"/>
          <p:cNvSpPr>
            <a:spLocks noGrp="1"/>
          </p:cNvSpPr>
          <p:nvPr/>
        </p:nvSpPr>
        <p:spPr>
          <a:xfrm>
            <a:off x="2476375" y="124989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15" name="B zero point 1326"/>
          <p:cNvSpPr>
            <a:spLocks noGrp="1"/>
          </p:cNvSpPr>
          <p:nvPr/>
        </p:nvSpPr>
        <p:spPr>
          <a:xfrm>
            <a:off x="2547312" y="125020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16" name="B zero point 1327"/>
          <p:cNvSpPr>
            <a:spLocks noGrp="1"/>
          </p:cNvSpPr>
          <p:nvPr/>
        </p:nvSpPr>
        <p:spPr>
          <a:xfrm>
            <a:off x="2465696" y="124933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17" name="B zero point 1328"/>
          <p:cNvSpPr>
            <a:spLocks noGrp="1"/>
          </p:cNvSpPr>
          <p:nvPr/>
        </p:nvSpPr>
        <p:spPr>
          <a:xfrm>
            <a:off x="2581789" y="125095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18" name="B zero point 1330"/>
          <p:cNvSpPr>
            <a:spLocks noGrp="1"/>
          </p:cNvSpPr>
          <p:nvPr/>
        </p:nvSpPr>
        <p:spPr>
          <a:xfrm>
            <a:off x="2463713" y="124952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19" name="B zero point 1332"/>
          <p:cNvSpPr>
            <a:spLocks noGrp="1"/>
          </p:cNvSpPr>
          <p:nvPr/>
        </p:nvSpPr>
        <p:spPr>
          <a:xfrm>
            <a:off x="2453034" y="124710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20" name="B zero point 1334"/>
          <p:cNvSpPr>
            <a:spLocks noGrp="1"/>
          </p:cNvSpPr>
          <p:nvPr/>
        </p:nvSpPr>
        <p:spPr>
          <a:xfrm>
            <a:off x="2487511" y="124991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21" name="B zero point 1335"/>
          <p:cNvSpPr>
            <a:spLocks noGrp="1"/>
          </p:cNvSpPr>
          <p:nvPr/>
        </p:nvSpPr>
        <p:spPr>
          <a:xfrm>
            <a:off x="2558448" y="125020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22" name="B zero point 1336"/>
          <p:cNvSpPr>
            <a:spLocks noGrp="1"/>
          </p:cNvSpPr>
          <p:nvPr/>
        </p:nvSpPr>
        <p:spPr>
          <a:xfrm>
            <a:off x="2521988" y="124847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23" name="B zero point 1338"/>
          <p:cNvSpPr>
            <a:spLocks noGrp="1"/>
          </p:cNvSpPr>
          <p:nvPr/>
        </p:nvSpPr>
        <p:spPr>
          <a:xfrm>
            <a:off x="2556465" y="125054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24" name="B zero point 1340"/>
          <p:cNvSpPr>
            <a:spLocks noGrp="1"/>
          </p:cNvSpPr>
          <p:nvPr/>
        </p:nvSpPr>
        <p:spPr>
          <a:xfrm>
            <a:off x="2545786" y="124950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25" name="B zero point 1341"/>
          <p:cNvSpPr>
            <a:spLocks noGrp="1"/>
          </p:cNvSpPr>
          <p:nvPr/>
        </p:nvSpPr>
        <p:spPr>
          <a:xfrm>
            <a:off x="2509326" y="124906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26" name="B zero point 1342"/>
          <p:cNvSpPr>
            <a:spLocks noGrp="1"/>
          </p:cNvSpPr>
          <p:nvPr/>
        </p:nvSpPr>
        <p:spPr>
          <a:xfrm>
            <a:off x="2580263" y="124928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27" name="B zero point 1343"/>
          <p:cNvSpPr>
            <a:spLocks noGrp="1"/>
          </p:cNvSpPr>
          <p:nvPr/>
        </p:nvSpPr>
        <p:spPr>
          <a:xfrm>
            <a:off x="2498648" y="124973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28" name="B zero point 1344"/>
          <p:cNvSpPr>
            <a:spLocks noGrp="1"/>
          </p:cNvSpPr>
          <p:nvPr/>
        </p:nvSpPr>
        <p:spPr>
          <a:xfrm>
            <a:off x="2462188" y="125162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29" name="B zero point 1345"/>
          <p:cNvSpPr>
            <a:spLocks noGrp="1"/>
          </p:cNvSpPr>
          <p:nvPr/>
        </p:nvSpPr>
        <p:spPr>
          <a:xfrm>
            <a:off x="2533125" y="124997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30" name="B zero point 1346"/>
          <p:cNvSpPr>
            <a:spLocks noGrp="1"/>
          </p:cNvSpPr>
          <p:nvPr/>
        </p:nvSpPr>
        <p:spPr>
          <a:xfrm>
            <a:off x="2496665" y="124987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31" name="B zero point 1347"/>
          <p:cNvSpPr>
            <a:spLocks noGrp="1"/>
          </p:cNvSpPr>
          <p:nvPr/>
        </p:nvSpPr>
        <p:spPr>
          <a:xfrm>
            <a:off x="2567601" y="125021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32" name="B zero point 1348"/>
          <p:cNvSpPr>
            <a:spLocks noGrp="1"/>
          </p:cNvSpPr>
          <p:nvPr/>
        </p:nvSpPr>
        <p:spPr>
          <a:xfrm>
            <a:off x="2485986" y="124926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33" name="B zero point 1349"/>
          <p:cNvSpPr>
            <a:spLocks noGrp="1"/>
          </p:cNvSpPr>
          <p:nvPr/>
        </p:nvSpPr>
        <p:spPr>
          <a:xfrm>
            <a:off x="2449526" y="125054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34" name="B zero point 1350"/>
          <p:cNvSpPr>
            <a:spLocks noGrp="1"/>
          </p:cNvSpPr>
          <p:nvPr/>
        </p:nvSpPr>
        <p:spPr>
          <a:xfrm>
            <a:off x="2520463" y="124991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35" name="B zero point 1351"/>
          <p:cNvSpPr>
            <a:spLocks noGrp="1"/>
          </p:cNvSpPr>
          <p:nvPr/>
        </p:nvSpPr>
        <p:spPr>
          <a:xfrm>
            <a:off x="2484003" y="124853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36" name="B zero point 1352"/>
          <p:cNvSpPr>
            <a:spLocks noGrp="1"/>
          </p:cNvSpPr>
          <p:nvPr/>
        </p:nvSpPr>
        <p:spPr>
          <a:xfrm>
            <a:off x="2554940" y="125323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37" name="B zero point 1355"/>
          <p:cNvSpPr>
            <a:spLocks noGrp="1"/>
          </p:cNvSpPr>
          <p:nvPr/>
        </p:nvSpPr>
        <p:spPr>
          <a:xfrm>
            <a:off x="2507801" y="125013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38" name="B zero point 1356"/>
          <p:cNvSpPr>
            <a:spLocks noGrp="1"/>
          </p:cNvSpPr>
          <p:nvPr/>
        </p:nvSpPr>
        <p:spPr>
          <a:xfrm>
            <a:off x="2578738" y="124828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39" name="B zero point 1357"/>
          <p:cNvSpPr>
            <a:spLocks noGrp="1"/>
          </p:cNvSpPr>
          <p:nvPr/>
        </p:nvSpPr>
        <p:spPr>
          <a:xfrm>
            <a:off x="2542278" y="124952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40" name="B zero point 1358"/>
          <p:cNvSpPr>
            <a:spLocks noGrp="1"/>
          </p:cNvSpPr>
          <p:nvPr/>
        </p:nvSpPr>
        <p:spPr>
          <a:xfrm>
            <a:off x="2460662" y="124988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41" name="B zero point 1359"/>
          <p:cNvSpPr>
            <a:spLocks noGrp="1"/>
          </p:cNvSpPr>
          <p:nvPr/>
        </p:nvSpPr>
        <p:spPr>
          <a:xfrm>
            <a:off x="2576755" y="124996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42" name="B zero point 1360"/>
          <p:cNvSpPr>
            <a:spLocks noGrp="1"/>
          </p:cNvSpPr>
          <p:nvPr/>
        </p:nvSpPr>
        <p:spPr>
          <a:xfrm>
            <a:off x="2495139" y="125032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43" name="B zero point 1361"/>
          <p:cNvSpPr>
            <a:spLocks noGrp="1"/>
          </p:cNvSpPr>
          <p:nvPr/>
        </p:nvSpPr>
        <p:spPr>
          <a:xfrm>
            <a:off x="2566076" y="124988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44" name="B zero point 1364"/>
          <p:cNvSpPr>
            <a:spLocks noGrp="1"/>
          </p:cNvSpPr>
          <p:nvPr/>
        </p:nvSpPr>
        <p:spPr>
          <a:xfrm>
            <a:off x="2564093" y="125001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45" name="B zero point 1365"/>
          <p:cNvSpPr>
            <a:spLocks noGrp="1"/>
          </p:cNvSpPr>
          <p:nvPr/>
        </p:nvSpPr>
        <p:spPr>
          <a:xfrm>
            <a:off x="2482477" y="124986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46" name="B zero point 1366"/>
          <p:cNvSpPr>
            <a:spLocks noGrp="1"/>
          </p:cNvSpPr>
          <p:nvPr/>
        </p:nvSpPr>
        <p:spPr>
          <a:xfrm>
            <a:off x="2553414" y="124833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47" name="B zero point 1367"/>
          <p:cNvSpPr>
            <a:spLocks noGrp="1"/>
          </p:cNvSpPr>
          <p:nvPr/>
        </p:nvSpPr>
        <p:spPr>
          <a:xfrm>
            <a:off x="2516954" y="124994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48" name="B zero point 1369"/>
          <p:cNvSpPr>
            <a:spLocks noGrp="1"/>
          </p:cNvSpPr>
          <p:nvPr/>
        </p:nvSpPr>
        <p:spPr>
          <a:xfrm>
            <a:off x="2506275" y="124979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49" name="B zero point 1370"/>
          <p:cNvSpPr>
            <a:spLocks noGrp="1"/>
          </p:cNvSpPr>
          <p:nvPr/>
        </p:nvSpPr>
        <p:spPr>
          <a:xfrm>
            <a:off x="2469815" y="124939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50" name="B zero point 1371"/>
          <p:cNvSpPr>
            <a:spLocks noGrp="1"/>
          </p:cNvSpPr>
          <p:nvPr/>
        </p:nvSpPr>
        <p:spPr>
          <a:xfrm>
            <a:off x="2540752" y="125004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51" name="B zero point 1373"/>
          <p:cNvSpPr>
            <a:spLocks noGrp="1"/>
          </p:cNvSpPr>
          <p:nvPr/>
        </p:nvSpPr>
        <p:spPr>
          <a:xfrm>
            <a:off x="2575229" y="124985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52" name="B zero point 1378"/>
          <p:cNvSpPr>
            <a:spLocks noGrp="1"/>
          </p:cNvSpPr>
          <p:nvPr/>
        </p:nvSpPr>
        <p:spPr>
          <a:xfrm>
            <a:off x="2562567" y="125023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53" name="B zero point 1379"/>
          <p:cNvSpPr>
            <a:spLocks noGrp="1"/>
          </p:cNvSpPr>
          <p:nvPr/>
        </p:nvSpPr>
        <p:spPr>
          <a:xfrm>
            <a:off x="2480952" y="125001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54" name="B zero point 1381"/>
          <p:cNvSpPr>
            <a:spLocks noGrp="1"/>
          </p:cNvSpPr>
          <p:nvPr/>
        </p:nvSpPr>
        <p:spPr>
          <a:xfrm>
            <a:off x="2515428" y="124981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55" name="B zero point 1382"/>
          <p:cNvSpPr>
            <a:spLocks noGrp="1"/>
          </p:cNvSpPr>
          <p:nvPr/>
        </p:nvSpPr>
        <p:spPr>
          <a:xfrm>
            <a:off x="2586365" y="124836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56" name="B zero point 1383"/>
          <p:cNvSpPr>
            <a:spLocks noGrp="1"/>
          </p:cNvSpPr>
          <p:nvPr/>
        </p:nvSpPr>
        <p:spPr>
          <a:xfrm>
            <a:off x="2549905" y="125038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57" name="B zero point 1385"/>
          <p:cNvSpPr>
            <a:spLocks noGrp="1"/>
          </p:cNvSpPr>
          <p:nvPr/>
        </p:nvSpPr>
        <p:spPr>
          <a:xfrm>
            <a:off x="2584382" y="124989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58" name="B zero point 1386"/>
          <p:cNvSpPr>
            <a:spLocks noGrp="1"/>
          </p:cNvSpPr>
          <p:nvPr/>
        </p:nvSpPr>
        <p:spPr>
          <a:xfrm>
            <a:off x="2502767" y="125032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59" name="B zero point 1387"/>
          <p:cNvSpPr>
            <a:spLocks noGrp="1"/>
          </p:cNvSpPr>
          <p:nvPr/>
        </p:nvSpPr>
        <p:spPr>
          <a:xfrm>
            <a:off x="2573704" y="124998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60" name="B zero point 1389"/>
          <p:cNvSpPr>
            <a:spLocks noGrp="1"/>
          </p:cNvSpPr>
          <p:nvPr/>
        </p:nvSpPr>
        <p:spPr>
          <a:xfrm>
            <a:off x="2455628" y="124662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61" name="B zero point 1391"/>
          <p:cNvSpPr>
            <a:spLocks noGrp="1"/>
          </p:cNvSpPr>
          <p:nvPr/>
        </p:nvSpPr>
        <p:spPr>
          <a:xfrm>
            <a:off x="2490105" y="124980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62" name="B zero point 1392"/>
          <p:cNvSpPr>
            <a:spLocks noGrp="1"/>
          </p:cNvSpPr>
          <p:nvPr/>
        </p:nvSpPr>
        <p:spPr>
          <a:xfrm>
            <a:off x="2561042" y="124342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63" name="B zero point 1394"/>
          <p:cNvSpPr>
            <a:spLocks noGrp="1"/>
          </p:cNvSpPr>
          <p:nvPr/>
        </p:nvSpPr>
        <p:spPr>
          <a:xfrm>
            <a:off x="2595519" y="124813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64" name="B zero point 1395"/>
          <p:cNvSpPr>
            <a:spLocks noGrp="1"/>
          </p:cNvSpPr>
          <p:nvPr/>
        </p:nvSpPr>
        <p:spPr>
          <a:xfrm>
            <a:off x="2513903" y="124979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65" name="B zero point 1396"/>
          <p:cNvSpPr>
            <a:spLocks noGrp="1"/>
          </p:cNvSpPr>
          <p:nvPr/>
        </p:nvSpPr>
        <p:spPr>
          <a:xfrm>
            <a:off x="2477443" y="124918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66" name="B zero point 1397"/>
          <p:cNvSpPr>
            <a:spLocks noGrp="1"/>
          </p:cNvSpPr>
          <p:nvPr/>
        </p:nvSpPr>
        <p:spPr>
          <a:xfrm>
            <a:off x="2548380" y="124329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67" name="B zero point 1398"/>
          <p:cNvSpPr>
            <a:spLocks noGrp="1"/>
          </p:cNvSpPr>
          <p:nvPr/>
        </p:nvSpPr>
        <p:spPr>
          <a:xfrm>
            <a:off x="2466764" y="124983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68" name="B zero point 1399"/>
          <p:cNvSpPr>
            <a:spLocks noGrp="1"/>
          </p:cNvSpPr>
          <p:nvPr/>
        </p:nvSpPr>
        <p:spPr>
          <a:xfrm>
            <a:off x="2582857" y="125002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69" name="B zero point 1400"/>
          <p:cNvSpPr>
            <a:spLocks noGrp="1"/>
          </p:cNvSpPr>
          <p:nvPr/>
        </p:nvSpPr>
        <p:spPr>
          <a:xfrm>
            <a:off x="2501241" y="124910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70" name="B zero point 1401"/>
          <p:cNvSpPr>
            <a:spLocks noGrp="1"/>
          </p:cNvSpPr>
          <p:nvPr/>
        </p:nvSpPr>
        <p:spPr>
          <a:xfrm>
            <a:off x="2464781" y="124956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71" name="B zero point 1403"/>
          <p:cNvSpPr>
            <a:spLocks noGrp="1"/>
          </p:cNvSpPr>
          <p:nvPr/>
        </p:nvSpPr>
        <p:spPr>
          <a:xfrm>
            <a:off x="2454102" y="124986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72" name="B zero point 1404"/>
          <p:cNvSpPr>
            <a:spLocks noGrp="1"/>
          </p:cNvSpPr>
          <p:nvPr/>
        </p:nvSpPr>
        <p:spPr>
          <a:xfrm>
            <a:off x="2570195" y="124933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73" name="B zero point 1405"/>
          <p:cNvSpPr>
            <a:spLocks noGrp="1"/>
          </p:cNvSpPr>
          <p:nvPr/>
        </p:nvSpPr>
        <p:spPr>
          <a:xfrm>
            <a:off x="2488579" y="124664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74" name="B zero point 1406"/>
          <p:cNvSpPr>
            <a:spLocks noGrp="1"/>
          </p:cNvSpPr>
          <p:nvPr/>
        </p:nvSpPr>
        <p:spPr>
          <a:xfrm>
            <a:off x="2452119" y="124964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75" name="B zero point 1407"/>
          <p:cNvSpPr>
            <a:spLocks noGrp="1"/>
          </p:cNvSpPr>
          <p:nvPr/>
        </p:nvSpPr>
        <p:spPr>
          <a:xfrm>
            <a:off x="2523056" y="125010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76" name="B zero point 1408"/>
          <p:cNvSpPr>
            <a:spLocks noGrp="1"/>
          </p:cNvSpPr>
          <p:nvPr/>
        </p:nvSpPr>
        <p:spPr>
          <a:xfrm>
            <a:off x="2593993" y="124996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77" name="B zero point 1410"/>
          <p:cNvSpPr>
            <a:spLocks noGrp="1"/>
          </p:cNvSpPr>
          <p:nvPr/>
        </p:nvSpPr>
        <p:spPr>
          <a:xfrm>
            <a:off x="2475917" y="124703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78" name="B zero point 1411"/>
          <p:cNvSpPr>
            <a:spLocks noGrp="1"/>
          </p:cNvSpPr>
          <p:nvPr/>
        </p:nvSpPr>
        <p:spPr>
          <a:xfrm>
            <a:off x="2546854" y="125010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79" name="B zero point 1414"/>
          <p:cNvSpPr>
            <a:spLocks noGrp="1"/>
          </p:cNvSpPr>
          <p:nvPr/>
        </p:nvSpPr>
        <p:spPr>
          <a:xfrm>
            <a:off x="2544871" y="125003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80" name="B zero point 1415"/>
          <p:cNvSpPr>
            <a:spLocks noGrp="1"/>
          </p:cNvSpPr>
          <p:nvPr/>
        </p:nvSpPr>
        <p:spPr>
          <a:xfrm>
            <a:off x="2463256" y="124966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81" name="B zero point 1416"/>
          <p:cNvSpPr>
            <a:spLocks noGrp="1"/>
          </p:cNvSpPr>
          <p:nvPr/>
        </p:nvSpPr>
        <p:spPr>
          <a:xfrm>
            <a:off x="2534192" y="125009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82" name="B zero point 1418"/>
          <p:cNvSpPr>
            <a:spLocks noGrp="1"/>
          </p:cNvSpPr>
          <p:nvPr/>
        </p:nvSpPr>
        <p:spPr>
          <a:xfrm>
            <a:off x="2568669" y="125176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83" name="B zero point 1420"/>
          <p:cNvSpPr>
            <a:spLocks noGrp="1"/>
          </p:cNvSpPr>
          <p:nvPr/>
        </p:nvSpPr>
        <p:spPr>
          <a:xfrm>
            <a:off x="2450594" y="124987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84" name="B zero point 1421"/>
          <p:cNvSpPr>
            <a:spLocks noGrp="1"/>
          </p:cNvSpPr>
          <p:nvPr/>
        </p:nvSpPr>
        <p:spPr>
          <a:xfrm>
            <a:off x="2521531" y="124649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85" name="B zero point 1422"/>
          <p:cNvSpPr>
            <a:spLocks noGrp="1"/>
          </p:cNvSpPr>
          <p:nvPr/>
        </p:nvSpPr>
        <p:spPr>
          <a:xfrm>
            <a:off x="2485071" y="124857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86" name="B zero point 1423"/>
          <p:cNvSpPr>
            <a:spLocks noGrp="1"/>
          </p:cNvSpPr>
          <p:nvPr/>
        </p:nvSpPr>
        <p:spPr>
          <a:xfrm>
            <a:off x="2556007" y="124992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87" name="B zero point 1424"/>
          <p:cNvSpPr>
            <a:spLocks noGrp="1"/>
          </p:cNvSpPr>
          <p:nvPr/>
        </p:nvSpPr>
        <p:spPr>
          <a:xfrm>
            <a:off x="2474392" y="125127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88" name="B zero point 1425"/>
          <p:cNvSpPr>
            <a:spLocks noGrp="1"/>
          </p:cNvSpPr>
          <p:nvPr/>
        </p:nvSpPr>
        <p:spPr>
          <a:xfrm>
            <a:off x="2590484" y="125060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89" name="B zero point 1426"/>
          <p:cNvSpPr>
            <a:spLocks noGrp="1"/>
          </p:cNvSpPr>
          <p:nvPr/>
        </p:nvSpPr>
        <p:spPr>
          <a:xfrm>
            <a:off x="2508869" y="124949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90" name="B zero point 1427"/>
          <p:cNvSpPr>
            <a:spLocks noGrp="1"/>
          </p:cNvSpPr>
          <p:nvPr/>
        </p:nvSpPr>
        <p:spPr>
          <a:xfrm>
            <a:off x="2472409" y="124933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91" name="B zero point 1428"/>
          <p:cNvSpPr>
            <a:spLocks noGrp="1"/>
          </p:cNvSpPr>
          <p:nvPr/>
        </p:nvSpPr>
        <p:spPr>
          <a:xfrm>
            <a:off x="2543346" y="125162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92" name="B zero point 1429"/>
          <p:cNvSpPr>
            <a:spLocks noGrp="1"/>
          </p:cNvSpPr>
          <p:nvPr/>
        </p:nvSpPr>
        <p:spPr>
          <a:xfrm>
            <a:off x="2461730" y="124994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93" name="B zero point 1430"/>
          <p:cNvSpPr>
            <a:spLocks noGrp="1"/>
          </p:cNvSpPr>
          <p:nvPr/>
        </p:nvSpPr>
        <p:spPr>
          <a:xfrm>
            <a:off x="2577822" y="124958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94" name="B zero point 1431"/>
          <p:cNvSpPr>
            <a:spLocks noGrp="1"/>
          </p:cNvSpPr>
          <p:nvPr/>
        </p:nvSpPr>
        <p:spPr>
          <a:xfrm>
            <a:off x="2496207" y="124933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95" name="B zero point 1432"/>
          <p:cNvSpPr>
            <a:spLocks noGrp="1"/>
          </p:cNvSpPr>
          <p:nvPr/>
        </p:nvSpPr>
        <p:spPr>
          <a:xfrm>
            <a:off x="2567144" y="124954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96" name="B zero point 1434"/>
          <p:cNvSpPr>
            <a:spLocks noGrp="1"/>
          </p:cNvSpPr>
          <p:nvPr/>
        </p:nvSpPr>
        <p:spPr>
          <a:xfrm>
            <a:off x="2449068" y="124837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97" name="B zero point 1435"/>
          <p:cNvSpPr>
            <a:spLocks noGrp="1"/>
          </p:cNvSpPr>
          <p:nvPr/>
        </p:nvSpPr>
        <p:spPr>
          <a:xfrm>
            <a:off x="2565161" y="124955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98" name="B zero point 1438"/>
          <p:cNvSpPr>
            <a:spLocks noGrp="1"/>
          </p:cNvSpPr>
          <p:nvPr/>
        </p:nvSpPr>
        <p:spPr>
          <a:xfrm>
            <a:off x="2518022" y="124921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999" name="B zero point 1439"/>
          <p:cNvSpPr>
            <a:spLocks noGrp="1"/>
          </p:cNvSpPr>
          <p:nvPr/>
        </p:nvSpPr>
        <p:spPr>
          <a:xfrm>
            <a:off x="2588959" y="125041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00" name="B zero point 1441"/>
          <p:cNvSpPr>
            <a:spLocks noGrp="1"/>
          </p:cNvSpPr>
          <p:nvPr/>
        </p:nvSpPr>
        <p:spPr>
          <a:xfrm>
            <a:off x="2470883" y="124952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01" name="B zero point 1442"/>
          <p:cNvSpPr>
            <a:spLocks noGrp="1"/>
          </p:cNvSpPr>
          <p:nvPr/>
        </p:nvSpPr>
        <p:spPr>
          <a:xfrm>
            <a:off x="2541820" y="124994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02" name="B zero point 1443"/>
          <p:cNvSpPr>
            <a:spLocks noGrp="1"/>
          </p:cNvSpPr>
          <p:nvPr/>
        </p:nvSpPr>
        <p:spPr>
          <a:xfrm>
            <a:off x="2505360" y="125015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03" name="B zero point 1444"/>
          <p:cNvSpPr>
            <a:spLocks noGrp="1"/>
          </p:cNvSpPr>
          <p:nvPr/>
        </p:nvSpPr>
        <p:spPr>
          <a:xfrm>
            <a:off x="2576297" y="125056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04" name="B zero point 1448"/>
          <p:cNvSpPr>
            <a:spLocks noGrp="1"/>
          </p:cNvSpPr>
          <p:nvPr/>
        </p:nvSpPr>
        <p:spPr>
          <a:xfrm>
            <a:off x="2492698" y="124921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05" name="B zero point 1449"/>
          <p:cNvSpPr>
            <a:spLocks noGrp="1"/>
          </p:cNvSpPr>
          <p:nvPr/>
        </p:nvSpPr>
        <p:spPr>
          <a:xfrm>
            <a:off x="2563635" y="1249873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06" name="B zero point 1451"/>
          <p:cNvSpPr>
            <a:spLocks noGrp="1"/>
          </p:cNvSpPr>
          <p:nvPr/>
        </p:nvSpPr>
        <p:spPr>
          <a:xfrm>
            <a:off x="2598112" y="124980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07" name="B zero point 1452"/>
          <p:cNvSpPr>
            <a:spLocks noGrp="1"/>
          </p:cNvSpPr>
          <p:nvPr/>
        </p:nvSpPr>
        <p:spPr>
          <a:xfrm>
            <a:off x="2516496" y="124858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08" name="B zero point 1453"/>
          <p:cNvSpPr>
            <a:spLocks noGrp="1"/>
          </p:cNvSpPr>
          <p:nvPr/>
        </p:nvSpPr>
        <p:spPr>
          <a:xfrm>
            <a:off x="2587433" y="124940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09" name="B zero point 1455"/>
          <p:cNvSpPr>
            <a:spLocks noGrp="1"/>
          </p:cNvSpPr>
          <p:nvPr/>
        </p:nvSpPr>
        <p:spPr>
          <a:xfrm>
            <a:off x="2469358" y="124991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10" name="B zero point 1456"/>
          <p:cNvSpPr>
            <a:spLocks noGrp="1"/>
          </p:cNvSpPr>
          <p:nvPr/>
        </p:nvSpPr>
        <p:spPr>
          <a:xfrm>
            <a:off x="2585450" y="124943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11" name="B zero point 1458"/>
          <p:cNvSpPr>
            <a:spLocks noGrp="1"/>
          </p:cNvSpPr>
          <p:nvPr/>
        </p:nvSpPr>
        <p:spPr>
          <a:xfrm>
            <a:off x="2574771" y="124971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12" name="B zero point 1459"/>
          <p:cNvSpPr>
            <a:spLocks noGrp="1"/>
          </p:cNvSpPr>
          <p:nvPr/>
        </p:nvSpPr>
        <p:spPr>
          <a:xfrm>
            <a:off x="2538311" y="124974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13" name="B zero point 1460"/>
          <p:cNvSpPr>
            <a:spLocks noGrp="1"/>
          </p:cNvSpPr>
          <p:nvPr/>
        </p:nvSpPr>
        <p:spPr>
          <a:xfrm>
            <a:off x="2456696" y="124995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14" name="B zero point 1463"/>
          <p:cNvSpPr>
            <a:spLocks noGrp="1"/>
          </p:cNvSpPr>
          <p:nvPr/>
        </p:nvSpPr>
        <p:spPr>
          <a:xfrm>
            <a:off x="2562110" y="125036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15" name="B zero point 1464"/>
          <p:cNvSpPr>
            <a:spLocks noGrp="1"/>
          </p:cNvSpPr>
          <p:nvPr/>
        </p:nvSpPr>
        <p:spPr>
          <a:xfrm>
            <a:off x="2525650" y="124947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16" name="B zero point 1466"/>
          <p:cNvSpPr>
            <a:spLocks noGrp="1"/>
          </p:cNvSpPr>
          <p:nvPr/>
        </p:nvSpPr>
        <p:spPr>
          <a:xfrm>
            <a:off x="2514971" y="1250377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17" name="B zero point 1467"/>
          <p:cNvSpPr>
            <a:spLocks noGrp="1"/>
          </p:cNvSpPr>
          <p:nvPr/>
        </p:nvSpPr>
        <p:spPr>
          <a:xfrm>
            <a:off x="2478511" y="124961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18" name="B zero point 1469"/>
          <p:cNvSpPr>
            <a:spLocks noGrp="1"/>
          </p:cNvSpPr>
          <p:nvPr/>
        </p:nvSpPr>
        <p:spPr>
          <a:xfrm>
            <a:off x="2512988" y="125052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19" name="B zero point 1470"/>
          <p:cNvSpPr>
            <a:spLocks noGrp="1"/>
          </p:cNvSpPr>
          <p:nvPr/>
        </p:nvSpPr>
        <p:spPr>
          <a:xfrm>
            <a:off x="2583925" y="1249409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20" name="B zero point 1471"/>
          <p:cNvSpPr>
            <a:spLocks noGrp="1"/>
          </p:cNvSpPr>
          <p:nvPr/>
        </p:nvSpPr>
        <p:spPr>
          <a:xfrm>
            <a:off x="2502309" y="124956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21" name="B zero point 1472"/>
          <p:cNvSpPr>
            <a:spLocks noGrp="1"/>
          </p:cNvSpPr>
          <p:nvPr/>
        </p:nvSpPr>
        <p:spPr>
          <a:xfrm>
            <a:off x="2465849" y="125003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22" name="B zero point 1473"/>
          <p:cNvSpPr>
            <a:spLocks noGrp="1"/>
          </p:cNvSpPr>
          <p:nvPr/>
        </p:nvSpPr>
        <p:spPr>
          <a:xfrm>
            <a:off x="2536786" y="125124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23" name="B zero point 1476"/>
          <p:cNvSpPr>
            <a:spLocks noGrp="1"/>
          </p:cNvSpPr>
          <p:nvPr/>
        </p:nvSpPr>
        <p:spPr>
          <a:xfrm>
            <a:off x="2489647" y="125004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24" name="B zero point 1477"/>
          <p:cNvSpPr>
            <a:spLocks noGrp="1"/>
          </p:cNvSpPr>
          <p:nvPr/>
        </p:nvSpPr>
        <p:spPr>
          <a:xfrm>
            <a:off x="2453187" y="124936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25" name="B zero point 1478"/>
          <p:cNvSpPr>
            <a:spLocks noGrp="1"/>
          </p:cNvSpPr>
          <p:nvPr/>
        </p:nvSpPr>
        <p:spPr>
          <a:xfrm>
            <a:off x="2524124" y="1248922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26" name="B zero point 1480"/>
          <p:cNvSpPr>
            <a:spLocks noGrp="1"/>
          </p:cNvSpPr>
          <p:nvPr/>
        </p:nvSpPr>
        <p:spPr>
          <a:xfrm>
            <a:off x="2558601" y="124960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27" name="B zero point 1483"/>
          <p:cNvSpPr>
            <a:spLocks noGrp="1"/>
          </p:cNvSpPr>
          <p:nvPr/>
        </p:nvSpPr>
        <p:spPr>
          <a:xfrm>
            <a:off x="2511462" y="124952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28" name="B zero point 1484"/>
          <p:cNvSpPr>
            <a:spLocks noGrp="1"/>
          </p:cNvSpPr>
          <p:nvPr/>
        </p:nvSpPr>
        <p:spPr>
          <a:xfrm>
            <a:off x="2582399" y="124975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29" name="B zero point 1486"/>
          <p:cNvSpPr>
            <a:spLocks noGrp="1"/>
          </p:cNvSpPr>
          <p:nvPr/>
        </p:nvSpPr>
        <p:spPr>
          <a:xfrm>
            <a:off x="2464323" y="1249186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30" name="B zero point 1487"/>
          <p:cNvSpPr>
            <a:spLocks noGrp="1"/>
          </p:cNvSpPr>
          <p:nvPr/>
        </p:nvSpPr>
        <p:spPr>
          <a:xfrm>
            <a:off x="2535260" y="125032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31" name="B zero point 1489"/>
          <p:cNvSpPr>
            <a:spLocks noGrp="1"/>
          </p:cNvSpPr>
          <p:nvPr/>
        </p:nvSpPr>
        <p:spPr>
          <a:xfrm>
            <a:off x="2569737" y="125039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32" name="B zero point 1491"/>
          <p:cNvSpPr>
            <a:spLocks noGrp="1"/>
          </p:cNvSpPr>
          <p:nvPr/>
        </p:nvSpPr>
        <p:spPr>
          <a:xfrm>
            <a:off x="2451662" y="1250055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33" name="B zero point 1492"/>
          <p:cNvSpPr>
            <a:spLocks noGrp="1"/>
          </p:cNvSpPr>
          <p:nvPr/>
        </p:nvSpPr>
        <p:spPr>
          <a:xfrm>
            <a:off x="2522598" y="1249520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34" name="B zero point 1496"/>
          <p:cNvSpPr>
            <a:spLocks noGrp="1"/>
          </p:cNvSpPr>
          <p:nvPr/>
        </p:nvSpPr>
        <p:spPr>
          <a:xfrm>
            <a:off x="2591552" y="1249481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35" name="B zero point 1497"/>
          <p:cNvSpPr>
            <a:spLocks noGrp="1"/>
          </p:cNvSpPr>
          <p:nvPr/>
        </p:nvSpPr>
        <p:spPr>
          <a:xfrm>
            <a:off x="2509937" y="1249684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36" name="B zero point 1498"/>
          <p:cNvSpPr>
            <a:spLocks noGrp="1"/>
          </p:cNvSpPr>
          <p:nvPr/>
        </p:nvSpPr>
        <p:spPr>
          <a:xfrm>
            <a:off x="2473477" y="1247998"/>
            <a:ext cx="11430" cy="13996"/>
          </a:xfrm>
          <a:prstGeom prst="ellipse">
            <a:avLst/>
          </a:prstGeom>
          <a:solidFill>
            <a:srgbClr val="76B3D3"/>
          </a:solidFill>
          <a:ln w="0">
            <a:noFill/>
          </a:ln>
        </p:spPr>
      </p:sp>
      <p:sp>
        <p:nvSpPr>
          <p:cNvPr id="1037" name="B reuse point 0"/>
          <p:cNvSpPr>
            <a:spLocks noGrp="1"/>
          </p:cNvSpPr>
          <p:nvPr/>
        </p:nvSpPr>
        <p:spPr>
          <a:xfrm>
            <a:off x="3415291" y="41134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38" name="B reuse point 1"/>
          <p:cNvSpPr>
            <a:spLocks noGrp="1"/>
          </p:cNvSpPr>
          <p:nvPr/>
        </p:nvSpPr>
        <p:spPr>
          <a:xfrm>
            <a:off x="3484001" y="71692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39" name="B reuse point 2"/>
          <p:cNvSpPr>
            <a:spLocks noGrp="1"/>
          </p:cNvSpPr>
          <p:nvPr/>
        </p:nvSpPr>
        <p:spPr>
          <a:xfrm>
            <a:off x="2968598" y="102173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40" name="B reuse point 5"/>
          <p:cNvSpPr>
            <a:spLocks noGrp="1"/>
          </p:cNvSpPr>
          <p:nvPr/>
        </p:nvSpPr>
        <p:spPr>
          <a:xfrm>
            <a:off x="3110365" y="91771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41" name="B reuse point 6"/>
          <p:cNvSpPr>
            <a:spLocks noGrp="1"/>
          </p:cNvSpPr>
          <p:nvPr/>
        </p:nvSpPr>
        <p:spPr>
          <a:xfrm>
            <a:off x="3437701" y="39681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42" name="B reuse point 7"/>
          <p:cNvSpPr>
            <a:spLocks noGrp="1"/>
          </p:cNvSpPr>
          <p:nvPr/>
        </p:nvSpPr>
        <p:spPr>
          <a:xfrm>
            <a:off x="3316125" y="63487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43" name="B reuse point 8"/>
          <p:cNvSpPr>
            <a:spLocks noGrp="1"/>
          </p:cNvSpPr>
          <p:nvPr/>
        </p:nvSpPr>
        <p:spPr>
          <a:xfrm>
            <a:off x="3445171" y="66274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44" name="B reuse point 9"/>
          <p:cNvSpPr>
            <a:spLocks noGrp="1"/>
          </p:cNvSpPr>
          <p:nvPr/>
        </p:nvSpPr>
        <p:spPr>
          <a:xfrm>
            <a:off x="2973325" y="102106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45" name="B reuse point 10"/>
          <p:cNvSpPr>
            <a:spLocks noGrp="1"/>
          </p:cNvSpPr>
          <p:nvPr/>
        </p:nvSpPr>
        <p:spPr>
          <a:xfrm>
            <a:off x="3107621" y="91863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46" name="B reuse point 12"/>
          <p:cNvSpPr>
            <a:spLocks noGrp="1"/>
          </p:cNvSpPr>
          <p:nvPr/>
        </p:nvSpPr>
        <p:spPr>
          <a:xfrm>
            <a:off x="3174285" y="81855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47" name="B reuse point 13"/>
          <p:cNvSpPr>
            <a:spLocks noGrp="1"/>
          </p:cNvSpPr>
          <p:nvPr/>
        </p:nvSpPr>
        <p:spPr>
          <a:xfrm>
            <a:off x="3097408" y="91763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48" name="B reuse point 14"/>
          <p:cNvSpPr>
            <a:spLocks noGrp="1"/>
          </p:cNvSpPr>
          <p:nvPr/>
        </p:nvSpPr>
        <p:spPr>
          <a:xfrm>
            <a:off x="2970581" y="102323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49" name="B reuse point 15"/>
          <p:cNvSpPr>
            <a:spLocks noGrp="1"/>
          </p:cNvSpPr>
          <p:nvPr/>
        </p:nvSpPr>
        <p:spPr>
          <a:xfrm>
            <a:off x="3592131" y="56220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50" name="B reuse point 17"/>
          <p:cNvSpPr>
            <a:spLocks noGrp="1"/>
          </p:cNvSpPr>
          <p:nvPr/>
        </p:nvSpPr>
        <p:spPr>
          <a:xfrm>
            <a:off x="3204595" y="81713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51" name="B reuse point 18"/>
          <p:cNvSpPr>
            <a:spLocks noGrp="1"/>
          </p:cNvSpPr>
          <p:nvPr/>
        </p:nvSpPr>
        <p:spPr>
          <a:xfrm>
            <a:off x="2975738" y="102072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52" name="B reuse point 20"/>
          <p:cNvSpPr>
            <a:spLocks noGrp="1"/>
          </p:cNvSpPr>
          <p:nvPr/>
        </p:nvSpPr>
        <p:spPr>
          <a:xfrm>
            <a:off x="3520328" y="67795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53" name="B reuse point 22"/>
          <p:cNvSpPr>
            <a:spLocks noGrp="1"/>
          </p:cNvSpPr>
          <p:nvPr/>
        </p:nvSpPr>
        <p:spPr>
          <a:xfrm>
            <a:off x="3396150" y="54038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54" name="B reuse point 23"/>
          <p:cNvSpPr>
            <a:spLocks noGrp="1"/>
          </p:cNvSpPr>
          <p:nvPr/>
        </p:nvSpPr>
        <p:spPr>
          <a:xfrm>
            <a:off x="2972994" y="102412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55" name="B reuse point 24"/>
          <p:cNvSpPr>
            <a:spLocks noGrp="1"/>
          </p:cNvSpPr>
          <p:nvPr/>
        </p:nvSpPr>
        <p:spPr>
          <a:xfrm>
            <a:off x="3084021" y="91819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56" name="B reuse point 25"/>
          <p:cNvSpPr>
            <a:spLocks noGrp="1"/>
          </p:cNvSpPr>
          <p:nvPr/>
        </p:nvSpPr>
        <p:spPr>
          <a:xfrm>
            <a:off x="2980464" y="102307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57" name="B reuse point 26"/>
          <p:cNvSpPr>
            <a:spLocks noGrp="1"/>
          </p:cNvSpPr>
          <p:nvPr/>
        </p:nvSpPr>
        <p:spPr>
          <a:xfrm>
            <a:off x="3313051" y="63280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58" name="B reuse point 27"/>
          <p:cNvSpPr>
            <a:spLocks noGrp="1"/>
          </p:cNvSpPr>
          <p:nvPr/>
        </p:nvSpPr>
        <p:spPr>
          <a:xfrm>
            <a:off x="3525054" y="67763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59" name="B reuse point 28"/>
          <p:cNvSpPr>
            <a:spLocks noGrp="1"/>
          </p:cNvSpPr>
          <p:nvPr/>
        </p:nvSpPr>
        <p:spPr>
          <a:xfrm>
            <a:off x="3424414" y="77694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60" name="B reuse point 29"/>
          <p:cNvSpPr>
            <a:spLocks noGrp="1"/>
          </p:cNvSpPr>
          <p:nvPr/>
        </p:nvSpPr>
        <p:spPr>
          <a:xfrm>
            <a:off x="3416514" y="66805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61" name="B reuse point 30"/>
          <p:cNvSpPr>
            <a:spLocks noGrp="1"/>
          </p:cNvSpPr>
          <p:nvPr/>
        </p:nvSpPr>
        <p:spPr>
          <a:xfrm>
            <a:off x="3327991" y="63420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62" name="B reuse point 31"/>
          <p:cNvSpPr>
            <a:spLocks noGrp="1"/>
          </p:cNvSpPr>
          <p:nvPr/>
        </p:nvSpPr>
        <p:spPr>
          <a:xfrm>
            <a:off x="2993090" y="102337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63" name="B reuse point 33"/>
          <p:cNvSpPr>
            <a:spLocks noGrp="1"/>
          </p:cNvSpPr>
          <p:nvPr/>
        </p:nvSpPr>
        <p:spPr>
          <a:xfrm>
            <a:off x="3086434" y="91738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64" name="B reuse point 34"/>
          <p:cNvSpPr>
            <a:spLocks noGrp="1"/>
          </p:cNvSpPr>
          <p:nvPr/>
        </p:nvSpPr>
        <p:spPr>
          <a:xfrm>
            <a:off x="2982877" y="102145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65" name="B reuse point 36"/>
          <p:cNvSpPr>
            <a:spLocks noGrp="1"/>
          </p:cNvSpPr>
          <p:nvPr/>
        </p:nvSpPr>
        <p:spPr>
          <a:xfrm>
            <a:off x="3627163" y="52069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66" name="B reuse point 37"/>
          <p:cNvSpPr>
            <a:spLocks noGrp="1"/>
          </p:cNvSpPr>
          <p:nvPr/>
        </p:nvSpPr>
        <p:spPr>
          <a:xfrm>
            <a:off x="3519567" y="69677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67" name="B reuse point 38"/>
          <p:cNvSpPr>
            <a:spLocks noGrp="1"/>
          </p:cNvSpPr>
          <p:nvPr/>
        </p:nvSpPr>
        <p:spPr>
          <a:xfrm>
            <a:off x="3370236" y="49679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68" name="B reuse point 39"/>
          <p:cNvSpPr>
            <a:spLocks noGrp="1"/>
          </p:cNvSpPr>
          <p:nvPr/>
        </p:nvSpPr>
        <p:spPr>
          <a:xfrm>
            <a:off x="4040477" y="40866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69" name="B reuse point 40"/>
          <p:cNvSpPr>
            <a:spLocks noGrp="1"/>
          </p:cNvSpPr>
          <p:nvPr/>
        </p:nvSpPr>
        <p:spPr>
          <a:xfrm>
            <a:off x="3183408" y="81757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70" name="B reuse point 41"/>
          <p:cNvSpPr>
            <a:spLocks noGrp="1"/>
          </p:cNvSpPr>
          <p:nvPr/>
        </p:nvSpPr>
        <p:spPr>
          <a:xfrm>
            <a:off x="3441767" y="79743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71" name="B reuse point 43"/>
          <p:cNvSpPr>
            <a:spLocks noGrp="1"/>
          </p:cNvSpPr>
          <p:nvPr/>
        </p:nvSpPr>
        <p:spPr>
          <a:xfrm>
            <a:off x="3416184" y="64216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72" name="B reuse point 45"/>
          <p:cNvSpPr>
            <a:spLocks noGrp="1"/>
          </p:cNvSpPr>
          <p:nvPr/>
        </p:nvSpPr>
        <p:spPr>
          <a:xfrm>
            <a:off x="3506611" y="67620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73" name="B reuse point 47"/>
          <p:cNvSpPr>
            <a:spLocks noGrp="1"/>
          </p:cNvSpPr>
          <p:nvPr/>
        </p:nvSpPr>
        <p:spPr>
          <a:xfrm>
            <a:off x="2967177" y="102399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74" name="B reuse point 48"/>
          <p:cNvSpPr>
            <a:spLocks noGrp="1"/>
          </p:cNvSpPr>
          <p:nvPr/>
        </p:nvSpPr>
        <p:spPr>
          <a:xfrm>
            <a:off x="3203504" y="81809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75" name="B reuse point 49"/>
          <p:cNvSpPr>
            <a:spLocks noGrp="1"/>
          </p:cNvSpPr>
          <p:nvPr/>
        </p:nvSpPr>
        <p:spPr>
          <a:xfrm>
            <a:off x="3691726" y="43142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76" name="B reuse point 50"/>
          <p:cNvSpPr>
            <a:spLocks noGrp="1"/>
          </p:cNvSpPr>
          <p:nvPr/>
        </p:nvSpPr>
        <p:spPr>
          <a:xfrm>
            <a:off x="3843258" y="39977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77" name="B reuse point 52"/>
          <p:cNvSpPr>
            <a:spLocks noGrp="1"/>
          </p:cNvSpPr>
          <p:nvPr/>
        </p:nvSpPr>
        <p:spPr>
          <a:xfrm>
            <a:off x="3537524" y="62543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78" name="B reuse point 55"/>
          <p:cNvSpPr>
            <a:spLocks noGrp="1"/>
          </p:cNvSpPr>
          <p:nvPr/>
        </p:nvSpPr>
        <p:spPr>
          <a:xfrm>
            <a:off x="3600820" y="53911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79" name="B reuse point 57"/>
          <p:cNvSpPr>
            <a:spLocks noGrp="1"/>
          </p:cNvSpPr>
          <p:nvPr/>
        </p:nvSpPr>
        <p:spPr>
          <a:xfrm>
            <a:off x="3080617" y="91833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80" name="B reuse point 60"/>
          <p:cNvSpPr>
            <a:spLocks noGrp="1"/>
          </p:cNvSpPr>
          <p:nvPr/>
        </p:nvSpPr>
        <p:spPr>
          <a:xfrm>
            <a:off x="3195704" y="81798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81" name="B reuse point 61"/>
          <p:cNvSpPr>
            <a:spLocks noGrp="1"/>
          </p:cNvSpPr>
          <p:nvPr/>
        </p:nvSpPr>
        <p:spPr>
          <a:xfrm>
            <a:off x="2809012" y="113365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82" name="B reuse point 62"/>
          <p:cNvSpPr>
            <a:spLocks noGrp="1"/>
          </p:cNvSpPr>
          <p:nvPr/>
        </p:nvSpPr>
        <p:spPr>
          <a:xfrm>
            <a:off x="3851635" y="41386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83" name="B reuse point 63"/>
          <p:cNvSpPr>
            <a:spLocks noGrp="1"/>
          </p:cNvSpPr>
          <p:nvPr/>
        </p:nvSpPr>
        <p:spPr>
          <a:xfrm>
            <a:off x="3103027" y="91637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84" name="B reuse point 64"/>
          <p:cNvSpPr>
            <a:spLocks noGrp="1"/>
          </p:cNvSpPr>
          <p:nvPr/>
        </p:nvSpPr>
        <p:spPr>
          <a:xfrm>
            <a:off x="3464136" y="71894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85" name="B reuse point 65"/>
          <p:cNvSpPr>
            <a:spLocks noGrp="1"/>
          </p:cNvSpPr>
          <p:nvPr/>
        </p:nvSpPr>
        <p:spPr>
          <a:xfrm>
            <a:off x="2981786" y="102096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86" name="B reuse point 66"/>
          <p:cNvSpPr>
            <a:spLocks noGrp="1"/>
          </p:cNvSpPr>
          <p:nvPr/>
        </p:nvSpPr>
        <p:spPr>
          <a:xfrm>
            <a:off x="3428050" y="66916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87" name="B reuse point 68"/>
          <p:cNvSpPr>
            <a:spLocks noGrp="1"/>
          </p:cNvSpPr>
          <p:nvPr/>
        </p:nvSpPr>
        <p:spPr>
          <a:xfrm>
            <a:off x="3321844" y="63294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88" name="B reuse point 71"/>
          <p:cNvSpPr>
            <a:spLocks noGrp="1"/>
          </p:cNvSpPr>
          <p:nvPr/>
        </p:nvSpPr>
        <p:spPr>
          <a:xfrm>
            <a:off x="3607959" y="54150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89" name="B reuse point 72"/>
          <p:cNvSpPr>
            <a:spLocks noGrp="1"/>
          </p:cNvSpPr>
          <p:nvPr/>
        </p:nvSpPr>
        <p:spPr>
          <a:xfrm>
            <a:off x="3197687" y="81952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90" name="B reuse point 73"/>
          <p:cNvSpPr>
            <a:spLocks noGrp="1"/>
          </p:cNvSpPr>
          <p:nvPr/>
        </p:nvSpPr>
        <p:spPr>
          <a:xfrm>
            <a:off x="3087756" y="91787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91" name="B reuse point 76"/>
          <p:cNvSpPr>
            <a:spLocks noGrp="1"/>
          </p:cNvSpPr>
          <p:nvPr/>
        </p:nvSpPr>
        <p:spPr>
          <a:xfrm>
            <a:off x="3179574" y="81685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92" name="B reuse point 77"/>
          <p:cNvSpPr>
            <a:spLocks noGrp="1"/>
          </p:cNvSpPr>
          <p:nvPr/>
        </p:nvSpPr>
        <p:spPr>
          <a:xfrm>
            <a:off x="3437933" y="44194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93" name="B reuse point 81"/>
          <p:cNvSpPr>
            <a:spLocks noGrp="1"/>
          </p:cNvSpPr>
          <p:nvPr/>
        </p:nvSpPr>
        <p:spPr>
          <a:xfrm>
            <a:off x="2988926" y="102250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94" name="B reuse point 82"/>
          <p:cNvSpPr>
            <a:spLocks noGrp="1"/>
          </p:cNvSpPr>
          <p:nvPr/>
        </p:nvSpPr>
        <p:spPr>
          <a:xfrm>
            <a:off x="2981026" y="102203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95" name="B reuse point 83"/>
          <p:cNvSpPr>
            <a:spLocks noGrp="1"/>
          </p:cNvSpPr>
          <p:nvPr/>
        </p:nvSpPr>
        <p:spPr>
          <a:xfrm>
            <a:off x="3249888" y="72514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96" name="B reuse point 84"/>
          <p:cNvSpPr>
            <a:spLocks noGrp="1"/>
          </p:cNvSpPr>
          <p:nvPr/>
        </p:nvSpPr>
        <p:spPr>
          <a:xfrm>
            <a:off x="3275041" y="72375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97" name="B reuse point 87"/>
          <p:cNvSpPr>
            <a:spLocks noGrp="1"/>
          </p:cNvSpPr>
          <p:nvPr/>
        </p:nvSpPr>
        <p:spPr>
          <a:xfrm>
            <a:off x="3097210" y="91726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98" name="B reuse point 88"/>
          <p:cNvSpPr>
            <a:spLocks noGrp="1"/>
          </p:cNvSpPr>
          <p:nvPr/>
        </p:nvSpPr>
        <p:spPr>
          <a:xfrm>
            <a:off x="3491371" y="73024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099" name="B reuse point 89"/>
          <p:cNvSpPr>
            <a:spLocks noGrp="1"/>
          </p:cNvSpPr>
          <p:nvPr/>
        </p:nvSpPr>
        <p:spPr>
          <a:xfrm>
            <a:off x="3582149" y="60297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00" name="B reuse point 90"/>
          <p:cNvSpPr>
            <a:spLocks noGrp="1"/>
          </p:cNvSpPr>
          <p:nvPr/>
        </p:nvSpPr>
        <p:spPr>
          <a:xfrm>
            <a:off x="2968069" y="102122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01" name="B reuse point 91"/>
          <p:cNvSpPr>
            <a:spLocks noGrp="1"/>
          </p:cNvSpPr>
          <p:nvPr/>
        </p:nvSpPr>
        <p:spPr>
          <a:xfrm>
            <a:off x="3194613" y="81991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02" name="B reuse point 93"/>
          <p:cNvSpPr>
            <a:spLocks noGrp="1"/>
          </p:cNvSpPr>
          <p:nvPr/>
        </p:nvSpPr>
        <p:spPr>
          <a:xfrm>
            <a:off x="3341180" y="63465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03" name="B reuse point 95"/>
          <p:cNvSpPr>
            <a:spLocks noGrp="1"/>
          </p:cNvSpPr>
          <p:nvPr/>
        </p:nvSpPr>
        <p:spPr>
          <a:xfrm>
            <a:off x="3176500" y="81875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04" name="B reuse point 96"/>
          <p:cNvSpPr>
            <a:spLocks noGrp="1"/>
          </p:cNvSpPr>
          <p:nvPr/>
        </p:nvSpPr>
        <p:spPr>
          <a:xfrm>
            <a:off x="3330966" y="63363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05" name="B reuse point 98"/>
          <p:cNvSpPr>
            <a:spLocks noGrp="1"/>
          </p:cNvSpPr>
          <p:nvPr/>
        </p:nvSpPr>
        <p:spPr>
          <a:xfrm>
            <a:off x="2820547" y="113403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06" name="B reuse point 99"/>
          <p:cNvSpPr>
            <a:spLocks noGrp="1"/>
          </p:cNvSpPr>
          <p:nvPr/>
        </p:nvSpPr>
        <p:spPr>
          <a:xfrm>
            <a:off x="2970482" y="102257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07" name="B reuse point 100"/>
          <p:cNvSpPr>
            <a:spLocks noGrp="1"/>
          </p:cNvSpPr>
          <p:nvPr/>
        </p:nvSpPr>
        <p:spPr>
          <a:xfrm>
            <a:off x="3173756" y="81844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08" name="B reuse point 101"/>
          <p:cNvSpPr>
            <a:spLocks noGrp="1"/>
          </p:cNvSpPr>
          <p:nvPr/>
        </p:nvSpPr>
        <p:spPr>
          <a:xfrm>
            <a:off x="3096879" y="91629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09" name="B reuse point 102"/>
          <p:cNvSpPr>
            <a:spLocks noGrp="1"/>
          </p:cNvSpPr>
          <p:nvPr/>
        </p:nvSpPr>
        <p:spPr>
          <a:xfrm>
            <a:off x="3112249" y="91817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10" name="B reuse point 104"/>
          <p:cNvSpPr>
            <a:spLocks noGrp="1"/>
          </p:cNvSpPr>
          <p:nvPr/>
        </p:nvSpPr>
        <p:spPr>
          <a:xfrm>
            <a:off x="2967739" y="102167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11" name="B reuse point 105"/>
          <p:cNvSpPr>
            <a:spLocks noGrp="1"/>
          </p:cNvSpPr>
          <p:nvPr/>
        </p:nvSpPr>
        <p:spPr>
          <a:xfrm>
            <a:off x="3111819" y="91731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12" name="B reuse point 106"/>
          <p:cNvSpPr>
            <a:spLocks noGrp="1"/>
          </p:cNvSpPr>
          <p:nvPr/>
        </p:nvSpPr>
        <p:spPr>
          <a:xfrm>
            <a:off x="3548299" y="65166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13" name="B reuse point 107"/>
          <p:cNvSpPr>
            <a:spLocks noGrp="1"/>
          </p:cNvSpPr>
          <p:nvPr/>
        </p:nvSpPr>
        <p:spPr>
          <a:xfrm>
            <a:off x="4452400" y="37202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14" name="B reuse point 108"/>
          <p:cNvSpPr>
            <a:spLocks noGrp="1"/>
          </p:cNvSpPr>
          <p:nvPr/>
        </p:nvSpPr>
        <p:spPr>
          <a:xfrm>
            <a:off x="3436842" y="77882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15" name="B reuse point 111"/>
          <p:cNvSpPr>
            <a:spLocks noGrp="1"/>
          </p:cNvSpPr>
          <p:nvPr/>
        </p:nvSpPr>
        <p:spPr>
          <a:xfrm>
            <a:off x="2972465" y="102108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16" name="B reuse point 112"/>
          <p:cNvSpPr>
            <a:spLocks noGrp="1"/>
          </p:cNvSpPr>
          <p:nvPr/>
        </p:nvSpPr>
        <p:spPr>
          <a:xfrm>
            <a:off x="3393307" y="54680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17" name="B reuse point 115"/>
          <p:cNvSpPr>
            <a:spLocks noGrp="1"/>
          </p:cNvSpPr>
          <p:nvPr/>
        </p:nvSpPr>
        <p:spPr>
          <a:xfrm>
            <a:off x="3264167" y="72252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18" name="B reuse point 117"/>
          <p:cNvSpPr>
            <a:spLocks noGrp="1"/>
          </p:cNvSpPr>
          <p:nvPr/>
        </p:nvSpPr>
        <p:spPr>
          <a:xfrm>
            <a:off x="3677109" y="43007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19" name="B reuse point 119"/>
          <p:cNvSpPr>
            <a:spLocks noGrp="1"/>
          </p:cNvSpPr>
          <p:nvPr/>
        </p:nvSpPr>
        <p:spPr>
          <a:xfrm>
            <a:off x="2824943" y="113386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20" name="B reuse point 120"/>
          <p:cNvSpPr>
            <a:spLocks noGrp="1"/>
          </p:cNvSpPr>
          <p:nvPr/>
        </p:nvSpPr>
        <p:spPr>
          <a:xfrm>
            <a:off x="3186052" y="81632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21" name="B reuse point 121"/>
          <p:cNvSpPr>
            <a:spLocks noGrp="1"/>
          </p:cNvSpPr>
          <p:nvPr/>
        </p:nvSpPr>
        <p:spPr>
          <a:xfrm>
            <a:off x="3372451" y="52548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22" name="B reuse point 124"/>
          <p:cNvSpPr>
            <a:spLocks noGrp="1"/>
          </p:cNvSpPr>
          <p:nvPr/>
        </p:nvSpPr>
        <p:spPr>
          <a:xfrm>
            <a:off x="3108745" y="91840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23" name="B reuse point 125"/>
          <p:cNvSpPr>
            <a:spLocks noGrp="1"/>
          </p:cNvSpPr>
          <p:nvPr/>
        </p:nvSpPr>
        <p:spPr>
          <a:xfrm>
            <a:off x="3426298" y="64016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24" name="B reuse point 126"/>
          <p:cNvSpPr>
            <a:spLocks noGrp="1"/>
          </p:cNvSpPr>
          <p:nvPr/>
        </p:nvSpPr>
        <p:spPr>
          <a:xfrm>
            <a:off x="3175409" y="81788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25" name="B reuse point 127"/>
          <p:cNvSpPr>
            <a:spLocks noGrp="1"/>
          </p:cNvSpPr>
          <p:nvPr/>
        </p:nvSpPr>
        <p:spPr>
          <a:xfrm>
            <a:off x="3190779" y="81852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26" name="B reuse point 128"/>
          <p:cNvSpPr>
            <a:spLocks noGrp="1"/>
          </p:cNvSpPr>
          <p:nvPr/>
        </p:nvSpPr>
        <p:spPr>
          <a:xfrm>
            <a:off x="3173095" y="81918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27" name="B reuse point 129"/>
          <p:cNvSpPr>
            <a:spLocks noGrp="1"/>
          </p:cNvSpPr>
          <p:nvPr/>
        </p:nvSpPr>
        <p:spPr>
          <a:xfrm>
            <a:off x="2987075" y="102127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28" name="B reuse point 130"/>
          <p:cNvSpPr>
            <a:spLocks noGrp="1"/>
          </p:cNvSpPr>
          <p:nvPr/>
        </p:nvSpPr>
        <p:spPr>
          <a:xfrm>
            <a:off x="3180565" y="81813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29" name="B reuse point 131"/>
          <p:cNvSpPr>
            <a:spLocks noGrp="1"/>
          </p:cNvSpPr>
          <p:nvPr/>
        </p:nvSpPr>
        <p:spPr>
          <a:xfrm>
            <a:off x="3248037" y="72428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30" name="B reuse point 133"/>
          <p:cNvSpPr>
            <a:spLocks noGrp="1"/>
          </p:cNvSpPr>
          <p:nvPr/>
        </p:nvSpPr>
        <p:spPr>
          <a:xfrm>
            <a:off x="3278776" y="72307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31" name="B reuse point 134"/>
          <p:cNvSpPr>
            <a:spLocks noGrp="1"/>
          </p:cNvSpPr>
          <p:nvPr/>
        </p:nvSpPr>
        <p:spPr>
          <a:xfrm>
            <a:off x="3270877" y="72309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32" name="B reuse point 135"/>
          <p:cNvSpPr>
            <a:spLocks noGrp="1"/>
          </p:cNvSpPr>
          <p:nvPr/>
        </p:nvSpPr>
        <p:spPr>
          <a:xfrm>
            <a:off x="3945211" y="39037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33" name="B reuse point 143"/>
          <p:cNvSpPr>
            <a:spLocks noGrp="1"/>
          </p:cNvSpPr>
          <p:nvPr/>
        </p:nvSpPr>
        <p:spPr>
          <a:xfrm>
            <a:off x="3105671" y="91682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34" name="B reuse point 144"/>
          <p:cNvSpPr>
            <a:spLocks noGrp="1"/>
          </p:cNvSpPr>
          <p:nvPr/>
        </p:nvSpPr>
        <p:spPr>
          <a:xfrm>
            <a:off x="3097772" y="91754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35" name="B reuse point 146"/>
          <p:cNvSpPr>
            <a:spLocks noGrp="1"/>
          </p:cNvSpPr>
          <p:nvPr/>
        </p:nvSpPr>
        <p:spPr>
          <a:xfrm>
            <a:off x="3095458" y="91832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36" name="B reuse point 147"/>
          <p:cNvSpPr>
            <a:spLocks noGrp="1"/>
          </p:cNvSpPr>
          <p:nvPr/>
        </p:nvSpPr>
        <p:spPr>
          <a:xfrm>
            <a:off x="3087558" y="91739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37" name="B reuse point 148"/>
          <p:cNvSpPr>
            <a:spLocks noGrp="1"/>
          </p:cNvSpPr>
          <p:nvPr/>
        </p:nvSpPr>
        <p:spPr>
          <a:xfrm>
            <a:off x="3102928" y="91724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38" name="B reuse point 149"/>
          <p:cNvSpPr>
            <a:spLocks noGrp="1"/>
          </p:cNvSpPr>
          <p:nvPr/>
        </p:nvSpPr>
        <p:spPr>
          <a:xfrm>
            <a:off x="3572497" y="60540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39" name="B reuse point 150"/>
          <p:cNvSpPr>
            <a:spLocks noGrp="1"/>
          </p:cNvSpPr>
          <p:nvPr/>
        </p:nvSpPr>
        <p:spPr>
          <a:xfrm>
            <a:off x="3564561" y="64988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40" name="B reuse point 151"/>
          <p:cNvSpPr>
            <a:spLocks noGrp="1"/>
          </p:cNvSpPr>
          <p:nvPr/>
        </p:nvSpPr>
        <p:spPr>
          <a:xfrm>
            <a:off x="3092714" y="91926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41" name="B reuse point 152"/>
          <p:cNvSpPr>
            <a:spLocks noGrp="1"/>
          </p:cNvSpPr>
          <p:nvPr/>
        </p:nvSpPr>
        <p:spPr>
          <a:xfrm>
            <a:off x="3084815" y="91672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42" name="B reuse point 155"/>
          <p:cNvSpPr>
            <a:spLocks noGrp="1"/>
          </p:cNvSpPr>
          <p:nvPr/>
        </p:nvSpPr>
        <p:spPr>
          <a:xfrm>
            <a:off x="2988727" y="103226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43" name="B reuse point 156"/>
          <p:cNvSpPr>
            <a:spLocks noGrp="1"/>
          </p:cNvSpPr>
          <p:nvPr/>
        </p:nvSpPr>
        <p:spPr>
          <a:xfrm>
            <a:off x="3847555" y="39882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44" name="B reuse point 159"/>
          <p:cNvSpPr>
            <a:spLocks noGrp="1"/>
          </p:cNvSpPr>
          <p:nvPr/>
        </p:nvSpPr>
        <p:spPr>
          <a:xfrm>
            <a:off x="3344154" y="63458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45" name="B reuse point 161"/>
          <p:cNvSpPr>
            <a:spLocks noGrp="1"/>
          </p:cNvSpPr>
          <p:nvPr/>
        </p:nvSpPr>
        <p:spPr>
          <a:xfrm>
            <a:off x="3087228" y="91924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46" name="B reuse point 162"/>
          <p:cNvSpPr>
            <a:spLocks noGrp="1"/>
          </p:cNvSpPr>
          <p:nvPr/>
        </p:nvSpPr>
        <p:spPr>
          <a:xfrm>
            <a:off x="3102597" y="91890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47" name="B reuse point 163"/>
          <p:cNvSpPr>
            <a:spLocks noGrp="1"/>
          </p:cNvSpPr>
          <p:nvPr/>
        </p:nvSpPr>
        <p:spPr>
          <a:xfrm>
            <a:off x="3094698" y="91903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48" name="B reuse point 165"/>
          <p:cNvSpPr>
            <a:spLocks noGrp="1"/>
          </p:cNvSpPr>
          <p:nvPr/>
        </p:nvSpPr>
        <p:spPr>
          <a:xfrm>
            <a:off x="3859752" y="39778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49" name="B reuse point 166"/>
          <p:cNvSpPr>
            <a:spLocks noGrp="1"/>
          </p:cNvSpPr>
          <p:nvPr/>
        </p:nvSpPr>
        <p:spPr>
          <a:xfrm>
            <a:off x="3842069" y="40041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50" name="B reuse point 167"/>
          <p:cNvSpPr>
            <a:spLocks noGrp="1"/>
          </p:cNvSpPr>
          <p:nvPr/>
        </p:nvSpPr>
        <p:spPr>
          <a:xfrm>
            <a:off x="3857438" y="40124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51" name="B reuse point 168"/>
          <p:cNvSpPr>
            <a:spLocks noGrp="1"/>
          </p:cNvSpPr>
          <p:nvPr/>
        </p:nvSpPr>
        <p:spPr>
          <a:xfrm>
            <a:off x="3690107" y="43276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52" name="B reuse point 171"/>
          <p:cNvSpPr>
            <a:spLocks noGrp="1"/>
          </p:cNvSpPr>
          <p:nvPr/>
        </p:nvSpPr>
        <p:spPr>
          <a:xfrm>
            <a:off x="3839325" y="40063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53" name="B reuse point 172"/>
          <p:cNvSpPr>
            <a:spLocks noGrp="1"/>
          </p:cNvSpPr>
          <p:nvPr/>
        </p:nvSpPr>
        <p:spPr>
          <a:xfrm>
            <a:off x="2978183" y="102275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54" name="B reuse point 173"/>
          <p:cNvSpPr>
            <a:spLocks noGrp="1"/>
          </p:cNvSpPr>
          <p:nvPr/>
        </p:nvSpPr>
        <p:spPr>
          <a:xfrm>
            <a:off x="3089211" y="91805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55" name="B reuse point 177"/>
          <p:cNvSpPr>
            <a:spLocks noGrp="1"/>
          </p:cNvSpPr>
          <p:nvPr/>
        </p:nvSpPr>
        <p:spPr>
          <a:xfrm>
            <a:off x="2975440" y="102324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56" name="B reuse point 178"/>
          <p:cNvSpPr>
            <a:spLocks noGrp="1"/>
          </p:cNvSpPr>
          <p:nvPr/>
        </p:nvSpPr>
        <p:spPr>
          <a:xfrm>
            <a:off x="3707889" y="42889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57" name="B reuse point 179"/>
          <p:cNvSpPr>
            <a:spLocks noGrp="1"/>
          </p:cNvSpPr>
          <p:nvPr/>
        </p:nvSpPr>
        <p:spPr>
          <a:xfrm>
            <a:off x="4444731" y="37224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58" name="B reuse point 180"/>
          <p:cNvSpPr>
            <a:spLocks noGrp="1"/>
          </p:cNvSpPr>
          <p:nvPr/>
        </p:nvSpPr>
        <p:spPr>
          <a:xfrm>
            <a:off x="3315497" y="63300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59" name="B reuse point 184"/>
          <p:cNvSpPr>
            <a:spLocks noGrp="1"/>
          </p:cNvSpPr>
          <p:nvPr/>
        </p:nvSpPr>
        <p:spPr>
          <a:xfrm>
            <a:off x="2980167" y="102250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60" name="B reuse point 186"/>
          <p:cNvSpPr>
            <a:spLocks noGrp="1"/>
          </p:cNvSpPr>
          <p:nvPr/>
        </p:nvSpPr>
        <p:spPr>
          <a:xfrm>
            <a:off x="3106564" y="91908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61" name="B reuse point 187"/>
          <p:cNvSpPr>
            <a:spLocks noGrp="1"/>
          </p:cNvSpPr>
          <p:nvPr/>
        </p:nvSpPr>
        <p:spPr>
          <a:xfrm>
            <a:off x="3088880" y="91700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62" name="B reuse point 189"/>
          <p:cNvSpPr>
            <a:spLocks noGrp="1"/>
          </p:cNvSpPr>
          <p:nvPr/>
        </p:nvSpPr>
        <p:spPr>
          <a:xfrm>
            <a:off x="3801089" y="50150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63" name="B reuse point 190"/>
          <p:cNvSpPr>
            <a:spLocks noGrp="1"/>
          </p:cNvSpPr>
          <p:nvPr/>
        </p:nvSpPr>
        <p:spPr>
          <a:xfrm>
            <a:off x="3111720" y="91802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64" name="B reuse point 192"/>
          <p:cNvSpPr>
            <a:spLocks noGrp="1"/>
          </p:cNvSpPr>
          <p:nvPr/>
        </p:nvSpPr>
        <p:spPr>
          <a:xfrm>
            <a:off x="3086137" y="91807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65" name="B reuse point 193"/>
          <p:cNvSpPr>
            <a:spLocks noGrp="1"/>
          </p:cNvSpPr>
          <p:nvPr/>
        </p:nvSpPr>
        <p:spPr>
          <a:xfrm>
            <a:off x="3101507" y="91790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66" name="B reuse point 194"/>
          <p:cNvSpPr>
            <a:spLocks noGrp="1"/>
          </p:cNvSpPr>
          <p:nvPr/>
        </p:nvSpPr>
        <p:spPr>
          <a:xfrm>
            <a:off x="3472399" y="72550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67" name="B reuse point 196"/>
          <p:cNvSpPr>
            <a:spLocks noGrp="1"/>
          </p:cNvSpPr>
          <p:nvPr/>
        </p:nvSpPr>
        <p:spPr>
          <a:xfrm>
            <a:off x="2972366" y="102226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68" name="B reuse point 200"/>
          <p:cNvSpPr>
            <a:spLocks noGrp="1"/>
          </p:cNvSpPr>
          <p:nvPr/>
        </p:nvSpPr>
        <p:spPr>
          <a:xfrm>
            <a:off x="3273851" y="72505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69" name="B reuse point 201"/>
          <p:cNvSpPr>
            <a:spLocks noGrp="1"/>
          </p:cNvSpPr>
          <p:nvPr/>
        </p:nvSpPr>
        <p:spPr>
          <a:xfrm>
            <a:off x="3846134" y="40048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70" name="B reuse point 204"/>
          <p:cNvSpPr>
            <a:spLocks noGrp="1"/>
          </p:cNvSpPr>
          <p:nvPr/>
        </p:nvSpPr>
        <p:spPr>
          <a:xfrm>
            <a:off x="3397935" y="54940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71" name="B reuse point 206"/>
          <p:cNvSpPr>
            <a:spLocks noGrp="1"/>
          </p:cNvSpPr>
          <p:nvPr/>
        </p:nvSpPr>
        <p:spPr>
          <a:xfrm>
            <a:off x="2966879" y="102300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72" name="B reuse point 207"/>
          <p:cNvSpPr>
            <a:spLocks noGrp="1"/>
          </p:cNvSpPr>
          <p:nvPr/>
        </p:nvSpPr>
        <p:spPr>
          <a:xfrm>
            <a:off x="3868544" y="39897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73" name="B reuse point 209"/>
          <p:cNvSpPr>
            <a:spLocks noGrp="1"/>
          </p:cNvSpPr>
          <p:nvPr/>
        </p:nvSpPr>
        <p:spPr>
          <a:xfrm>
            <a:off x="2989719" y="102293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74" name="B reuse point 213"/>
          <p:cNvSpPr>
            <a:spLocks noGrp="1"/>
          </p:cNvSpPr>
          <p:nvPr/>
        </p:nvSpPr>
        <p:spPr>
          <a:xfrm>
            <a:off x="2971606" y="102281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75" name="B reuse point 216"/>
          <p:cNvSpPr>
            <a:spLocks noGrp="1"/>
          </p:cNvSpPr>
          <p:nvPr/>
        </p:nvSpPr>
        <p:spPr>
          <a:xfrm>
            <a:off x="3837904" y="39989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76" name="B reuse point 218"/>
          <p:cNvSpPr>
            <a:spLocks noGrp="1"/>
          </p:cNvSpPr>
          <p:nvPr/>
        </p:nvSpPr>
        <p:spPr>
          <a:xfrm>
            <a:off x="3087790" y="91902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77" name="B reuse point 219"/>
          <p:cNvSpPr>
            <a:spLocks noGrp="1"/>
          </p:cNvSpPr>
          <p:nvPr/>
        </p:nvSpPr>
        <p:spPr>
          <a:xfrm>
            <a:off x="2984232" y="102499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78" name="B reuse point 222"/>
          <p:cNvSpPr>
            <a:spLocks noGrp="1"/>
          </p:cNvSpPr>
          <p:nvPr/>
        </p:nvSpPr>
        <p:spPr>
          <a:xfrm>
            <a:off x="3092946" y="91803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79" name="B reuse point 225"/>
          <p:cNvSpPr>
            <a:spLocks noGrp="1"/>
          </p:cNvSpPr>
          <p:nvPr/>
        </p:nvSpPr>
        <p:spPr>
          <a:xfrm>
            <a:off x="3250351" y="72407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80" name="B reuse point 229"/>
          <p:cNvSpPr>
            <a:spLocks noGrp="1"/>
          </p:cNvSpPr>
          <p:nvPr/>
        </p:nvSpPr>
        <p:spPr>
          <a:xfrm>
            <a:off x="3695825" y="62543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81" name="B reuse point 230"/>
          <p:cNvSpPr>
            <a:spLocks noGrp="1"/>
          </p:cNvSpPr>
          <p:nvPr/>
        </p:nvSpPr>
        <p:spPr>
          <a:xfrm>
            <a:off x="2994115" y="102319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82" name="B reuse point 231"/>
          <p:cNvSpPr>
            <a:spLocks noGrp="1"/>
          </p:cNvSpPr>
          <p:nvPr/>
        </p:nvSpPr>
        <p:spPr>
          <a:xfrm>
            <a:off x="3105142" y="91750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83" name="B reuse point 232"/>
          <p:cNvSpPr>
            <a:spLocks noGrp="1"/>
          </p:cNvSpPr>
          <p:nvPr/>
        </p:nvSpPr>
        <p:spPr>
          <a:xfrm>
            <a:off x="3087459" y="91736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84" name="B reuse point 233"/>
          <p:cNvSpPr>
            <a:spLocks noGrp="1"/>
          </p:cNvSpPr>
          <p:nvPr/>
        </p:nvSpPr>
        <p:spPr>
          <a:xfrm>
            <a:off x="3195076" y="81857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85" name="B reuse point 234"/>
          <p:cNvSpPr>
            <a:spLocks noGrp="1"/>
          </p:cNvSpPr>
          <p:nvPr/>
        </p:nvSpPr>
        <p:spPr>
          <a:xfrm>
            <a:off x="3430165" y="78008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86" name="B reuse point 239"/>
          <p:cNvSpPr>
            <a:spLocks noGrp="1"/>
          </p:cNvSpPr>
          <p:nvPr/>
        </p:nvSpPr>
        <p:spPr>
          <a:xfrm>
            <a:off x="3849770" y="40317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87" name="B reuse point 241"/>
          <p:cNvSpPr>
            <a:spLocks noGrp="1"/>
          </p:cNvSpPr>
          <p:nvPr/>
        </p:nvSpPr>
        <p:spPr>
          <a:xfrm>
            <a:off x="3478448" y="73171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88" name="B reuse point 242"/>
          <p:cNvSpPr>
            <a:spLocks noGrp="1"/>
          </p:cNvSpPr>
          <p:nvPr/>
        </p:nvSpPr>
        <p:spPr>
          <a:xfrm>
            <a:off x="3966670" y="51693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89" name="B reuse point 243"/>
          <p:cNvSpPr>
            <a:spLocks noGrp="1"/>
          </p:cNvSpPr>
          <p:nvPr/>
        </p:nvSpPr>
        <p:spPr>
          <a:xfrm>
            <a:off x="3476134" y="72888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90" name="B reuse point 244"/>
          <p:cNvSpPr>
            <a:spLocks noGrp="1"/>
          </p:cNvSpPr>
          <p:nvPr/>
        </p:nvSpPr>
        <p:spPr>
          <a:xfrm>
            <a:off x="3181689" y="81919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91" name="B reuse point 247"/>
          <p:cNvSpPr>
            <a:spLocks noGrp="1"/>
          </p:cNvSpPr>
          <p:nvPr/>
        </p:nvSpPr>
        <p:spPr>
          <a:xfrm>
            <a:off x="3112282" y="91754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92" name="B reuse point 248"/>
          <p:cNvSpPr>
            <a:spLocks noGrp="1"/>
          </p:cNvSpPr>
          <p:nvPr/>
        </p:nvSpPr>
        <p:spPr>
          <a:xfrm>
            <a:off x="3835307" y="44234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93" name="B reuse point 250"/>
          <p:cNvSpPr>
            <a:spLocks noGrp="1"/>
          </p:cNvSpPr>
          <p:nvPr/>
        </p:nvSpPr>
        <p:spPr>
          <a:xfrm>
            <a:off x="3437305" y="80810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94" name="B reuse point 251"/>
          <p:cNvSpPr>
            <a:spLocks noGrp="1"/>
          </p:cNvSpPr>
          <p:nvPr/>
        </p:nvSpPr>
        <p:spPr>
          <a:xfrm>
            <a:off x="3084385" y="91934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95" name="B reuse point 254"/>
          <p:cNvSpPr>
            <a:spLocks noGrp="1"/>
          </p:cNvSpPr>
          <p:nvPr/>
        </p:nvSpPr>
        <p:spPr>
          <a:xfrm>
            <a:off x="2797410" y="113390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96" name="B reuse point 255"/>
          <p:cNvSpPr>
            <a:spLocks noGrp="1"/>
          </p:cNvSpPr>
          <p:nvPr/>
        </p:nvSpPr>
        <p:spPr>
          <a:xfrm>
            <a:off x="3099325" y="91847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97" name="B reuse point 258"/>
          <p:cNvSpPr>
            <a:spLocks noGrp="1"/>
          </p:cNvSpPr>
          <p:nvPr/>
        </p:nvSpPr>
        <p:spPr>
          <a:xfrm>
            <a:off x="3089112" y="91840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98" name="B reuse point 259"/>
          <p:cNvSpPr>
            <a:spLocks noGrp="1"/>
          </p:cNvSpPr>
          <p:nvPr/>
        </p:nvSpPr>
        <p:spPr>
          <a:xfrm>
            <a:off x="2985554" y="102460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199" name="B reuse point 261"/>
          <p:cNvSpPr>
            <a:spLocks noGrp="1"/>
          </p:cNvSpPr>
          <p:nvPr/>
        </p:nvSpPr>
        <p:spPr>
          <a:xfrm>
            <a:off x="2825406" y="113287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00" name="B reuse point 262"/>
          <p:cNvSpPr>
            <a:spLocks noGrp="1"/>
          </p:cNvSpPr>
          <p:nvPr/>
        </p:nvSpPr>
        <p:spPr>
          <a:xfrm>
            <a:off x="3439288" y="39441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01" name="B reuse point 263"/>
          <p:cNvSpPr>
            <a:spLocks noGrp="1"/>
          </p:cNvSpPr>
          <p:nvPr/>
        </p:nvSpPr>
        <p:spPr>
          <a:xfrm>
            <a:off x="4329931" y="44283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02" name="B reuse point 264"/>
          <p:cNvSpPr>
            <a:spLocks noGrp="1"/>
          </p:cNvSpPr>
          <p:nvPr/>
        </p:nvSpPr>
        <p:spPr>
          <a:xfrm>
            <a:off x="3619627" y="54385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03" name="B reuse point 265"/>
          <p:cNvSpPr>
            <a:spLocks noGrp="1"/>
          </p:cNvSpPr>
          <p:nvPr/>
        </p:nvSpPr>
        <p:spPr>
          <a:xfrm>
            <a:off x="2974911" y="102391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04" name="B reuse point 266"/>
          <p:cNvSpPr>
            <a:spLocks noGrp="1"/>
          </p:cNvSpPr>
          <p:nvPr/>
        </p:nvSpPr>
        <p:spPr>
          <a:xfrm>
            <a:off x="3109208" y="91825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05" name="B reuse point 267"/>
          <p:cNvSpPr>
            <a:spLocks noGrp="1"/>
          </p:cNvSpPr>
          <p:nvPr/>
        </p:nvSpPr>
        <p:spPr>
          <a:xfrm>
            <a:off x="3183771" y="81752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06" name="B reuse point 268"/>
          <p:cNvSpPr>
            <a:spLocks noGrp="1"/>
          </p:cNvSpPr>
          <p:nvPr/>
        </p:nvSpPr>
        <p:spPr>
          <a:xfrm>
            <a:off x="2964698" y="102654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07" name="B reuse point 276"/>
          <p:cNvSpPr>
            <a:spLocks noGrp="1"/>
          </p:cNvSpPr>
          <p:nvPr/>
        </p:nvSpPr>
        <p:spPr>
          <a:xfrm>
            <a:off x="2984794" y="102061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08" name="B reuse point 277"/>
          <p:cNvSpPr>
            <a:spLocks noGrp="1"/>
          </p:cNvSpPr>
          <p:nvPr/>
        </p:nvSpPr>
        <p:spPr>
          <a:xfrm>
            <a:off x="3086038" y="92134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09" name="B reuse point 278"/>
          <p:cNvSpPr>
            <a:spLocks noGrp="1"/>
          </p:cNvSpPr>
          <p:nvPr/>
        </p:nvSpPr>
        <p:spPr>
          <a:xfrm>
            <a:off x="3111191" y="91696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10" name="B reuse point 281"/>
          <p:cNvSpPr>
            <a:spLocks noGrp="1"/>
          </p:cNvSpPr>
          <p:nvPr/>
        </p:nvSpPr>
        <p:spPr>
          <a:xfrm>
            <a:off x="3193225" y="81858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11" name="B reuse point 282"/>
          <p:cNvSpPr>
            <a:spLocks noGrp="1"/>
          </p:cNvSpPr>
          <p:nvPr/>
        </p:nvSpPr>
        <p:spPr>
          <a:xfrm>
            <a:off x="3083294" y="91722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12" name="B reuse point 284"/>
          <p:cNvSpPr>
            <a:spLocks noGrp="1"/>
          </p:cNvSpPr>
          <p:nvPr/>
        </p:nvSpPr>
        <p:spPr>
          <a:xfrm>
            <a:off x="3426001" y="67642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13" name="B reuse point 285"/>
          <p:cNvSpPr>
            <a:spLocks noGrp="1"/>
          </p:cNvSpPr>
          <p:nvPr/>
        </p:nvSpPr>
        <p:spPr>
          <a:xfrm>
            <a:off x="3198381" y="81684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14" name="B reuse point 287"/>
          <p:cNvSpPr>
            <a:spLocks noGrp="1"/>
          </p:cNvSpPr>
          <p:nvPr/>
        </p:nvSpPr>
        <p:spPr>
          <a:xfrm>
            <a:off x="2794006" y="113350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15" name="B reuse point 291"/>
          <p:cNvSpPr>
            <a:spLocks noGrp="1"/>
          </p:cNvSpPr>
          <p:nvPr/>
        </p:nvSpPr>
        <p:spPr>
          <a:xfrm>
            <a:off x="3095491" y="91873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16" name="B reuse point 296"/>
          <p:cNvSpPr>
            <a:spLocks noGrp="1"/>
          </p:cNvSpPr>
          <p:nvPr/>
        </p:nvSpPr>
        <p:spPr>
          <a:xfrm>
            <a:off x="3092747" y="91670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17" name="B reuse point 297"/>
          <p:cNvSpPr>
            <a:spLocks noGrp="1"/>
          </p:cNvSpPr>
          <p:nvPr/>
        </p:nvSpPr>
        <p:spPr>
          <a:xfrm>
            <a:off x="3108117" y="90138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18" name="B reuse point 298"/>
          <p:cNvSpPr>
            <a:spLocks noGrp="1"/>
          </p:cNvSpPr>
          <p:nvPr/>
        </p:nvSpPr>
        <p:spPr>
          <a:xfrm>
            <a:off x="3090434" y="91395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19" name="B reuse point 300"/>
          <p:cNvSpPr>
            <a:spLocks noGrp="1"/>
          </p:cNvSpPr>
          <p:nvPr/>
        </p:nvSpPr>
        <p:spPr>
          <a:xfrm>
            <a:off x="3097904" y="91722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20" name="B reuse point 306"/>
          <p:cNvSpPr>
            <a:spLocks noGrp="1"/>
          </p:cNvSpPr>
          <p:nvPr/>
        </p:nvSpPr>
        <p:spPr>
          <a:xfrm>
            <a:off x="2991603" y="102376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21" name="B reuse point 308"/>
          <p:cNvSpPr>
            <a:spLocks noGrp="1"/>
          </p:cNvSpPr>
          <p:nvPr/>
        </p:nvSpPr>
        <p:spPr>
          <a:xfrm>
            <a:off x="3084947" y="91829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22" name="B reuse point 309"/>
          <p:cNvSpPr>
            <a:spLocks noGrp="1"/>
          </p:cNvSpPr>
          <p:nvPr/>
        </p:nvSpPr>
        <p:spPr>
          <a:xfrm>
            <a:off x="3110100" y="91712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23" name="B reuse point 310"/>
          <p:cNvSpPr>
            <a:spLocks noGrp="1"/>
          </p:cNvSpPr>
          <p:nvPr/>
        </p:nvSpPr>
        <p:spPr>
          <a:xfrm>
            <a:off x="3092417" y="91587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24" name="B reuse point 313"/>
          <p:cNvSpPr>
            <a:spLocks noGrp="1"/>
          </p:cNvSpPr>
          <p:nvPr/>
        </p:nvSpPr>
        <p:spPr>
          <a:xfrm>
            <a:off x="3174450" y="80331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25" name="B reuse point 315"/>
          <p:cNvSpPr>
            <a:spLocks noGrp="1"/>
          </p:cNvSpPr>
          <p:nvPr/>
        </p:nvSpPr>
        <p:spPr>
          <a:xfrm>
            <a:off x="2970747" y="102167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26" name="B reuse point 317"/>
          <p:cNvSpPr>
            <a:spLocks noGrp="1"/>
          </p:cNvSpPr>
          <p:nvPr/>
        </p:nvSpPr>
        <p:spPr>
          <a:xfrm>
            <a:off x="3432380" y="78333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27" name="B reuse point 318"/>
          <p:cNvSpPr>
            <a:spLocks noGrp="1"/>
          </p:cNvSpPr>
          <p:nvPr/>
        </p:nvSpPr>
        <p:spPr>
          <a:xfrm>
            <a:off x="3112513" y="91856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28" name="B reuse point 319"/>
          <p:cNvSpPr>
            <a:spLocks noGrp="1"/>
          </p:cNvSpPr>
          <p:nvPr/>
        </p:nvSpPr>
        <p:spPr>
          <a:xfrm>
            <a:off x="3262448" y="72346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29" name="B reuse point 320"/>
          <p:cNvSpPr>
            <a:spLocks noGrp="1"/>
          </p:cNvSpPr>
          <p:nvPr/>
        </p:nvSpPr>
        <p:spPr>
          <a:xfrm>
            <a:off x="3086930" y="90150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30" name="B reuse point 321"/>
          <p:cNvSpPr>
            <a:spLocks noGrp="1"/>
          </p:cNvSpPr>
          <p:nvPr/>
        </p:nvSpPr>
        <p:spPr>
          <a:xfrm>
            <a:off x="3194547" y="81963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31" name="B reuse point 322"/>
          <p:cNvSpPr>
            <a:spLocks noGrp="1"/>
          </p:cNvSpPr>
          <p:nvPr/>
        </p:nvSpPr>
        <p:spPr>
          <a:xfrm>
            <a:off x="2965689" y="102328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32" name="B reuse point 325"/>
          <p:cNvSpPr>
            <a:spLocks noGrp="1"/>
          </p:cNvSpPr>
          <p:nvPr/>
        </p:nvSpPr>
        <p:spPr>
          <a:xfrm>
            <a:off x="3084187" y="91839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33" name="B reuse point 326"/>
          <p:cNvSpPr>
            <a:spLocks noGrp="1"/>
          </p:cNvSpPr>
          <p:nvPr/>
        </p:nvSpPr>
        <p:spPr>
          <a:xfrm>
            <a:off x="2813011" y="112701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34" name="B reuse point 329"/>
          <p:cNvSpPr>
            <a:spLocks noGrp="1"/>
          </p:cNvSpPr>
          <p:nvPr/>
        </p:nvSpPr>
        <p:spPr>
          <a:xfrm>
            <a:off x="2970416" y="102090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35" name="B reuse point 331"/>
          <p:cNvSpPr>
            <a:spLocks noGrp="1"/>
          </p:cNvSpPr>
          <p:nvPr/>
        </p:nvSpPr>
        <p:spPr>
          <a:xfrm>
            <a:off x="3096813" y="91670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36" name="B reuse point 333"/>
          <p:cNvSpPr>
            <a:spLocks noGrp="1"/>
          </p:cNvSpPr>
          <p:nvPr/>
        </p:nvSpPr>
        <p:spPr>
          <a:xfrm>
            <a:off x="3104283" y="91763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37" name="B reuse point 335"/>
          <p:cNvSpPr>
            <a:spLocks noGrp="1"/>
          </p:cNvSpPr>
          <p:nvPr/>
        </p:nvSpPr>
        <p:spPr>
          <a:xfrm>
            <a:off x="2983042" y="102347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38" name="B reuse point 338"/>
          <p:cNvSpPr>
            <a:spLocks noGrp="1"/>
          </p:cNvSpPr>
          <p:nvPr/>
        </p:nvSpPr>
        <p:spPr>
          <a:xfrm>
            <a:off x="3101540" y="91250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39" name="B reuse point 341"/>
          <p:cNvSpPr>
            <a:spLocks noGrp="1"/>
          </p:cNvSpPr>
          <p:nvPr/>
        </p:nvSpPr>
        <p:spPr>
          <a:xfrm>
            <a:off x="2972399" y="102325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40" name="B reuse point 342"/>
          <p:cNvSpPr>
            <a:spLocks noGrp="1"/>
          </p:cNvSpPr>
          <p:nvPr/>
        </p:nvSpPr>
        <p:spPr>
          <a:xfrm>
            <a:off x="3441932" y="68199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41" name="B reuse point 343"/>
          <p:cNvSpPr>
            <a:spLocks noGrp="1"/>
          </p:cNvSpPr>
          <p:nvPr/>
        </p:nvSpPr>
        <p:spPr>
          <a:xfrm>
            <a:off x="3552960" y="65044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42" name="B reuse point 345"/>
          <p:cNvSpPr>
            <a:spLocks noGrp="1"/>
          </p:cNvSpPr>
          <p:nvPr/>
        </p:nvSpPr>
        <p:spPr>
          <a:xfrm>
            <a:off x="3096482" y="91819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43" name="B reuse point 349"/>
          <p:cNvSpPr>
            <a:spLocks noGrp="1"/>
          </p:cNvSpPr>
          <p:nvPr/>
        </p:nvSpPr>
        <p:spPr>
          <a:xfrm>
            <a:off x="3203669" y="81920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44" name="B reuse point 350"/>
          <p:cNvSpPr>
            <a:spLocks noGrp="1"/>
          </p:cNvSpPr>
          <p:nvPr/>
        </p:nvSpPr>
        <p:spPr>
          <a:xfrm>
            <a:off x="3547902" y="65052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45" name="B reuse point 351"/>
          <p:cNvSpPr>
            <a:spLocks noGrp="1"/>
          </p:cNvSpPr>
          <p:nvPr/>
        </p:nvSpPr>
        <p:spPr>
          <a:xfrm>
            <a:off x="4086413" y="41777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46" name="B reuse point 352"/>
          <p:cNvSpPr>
            <a:spLocks noGrp="1"/>
          </p:cNvSpPr>
          <p:nvPr/>
        </p:nvSpPr>
        <p:spPr>
          <a:xfrm>
            <a:off x="3101209" y="91800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47" name="B reuse point 353"/>
          <p:cNvSpPr>
            <a:spLocks noGrp="1"/>
          </p:cNvSpPr>
          <p:nvPr/>
        </p:nvSpPr>
        <p:spPr>
          <a:xfrm>
            <a:off x="3314869" y="63233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48" name="B reuse point 354"/>
          <p:cNvSpPr>
            <a:spLocks noGrp="1"/>
          </p:cNvSpPr>
          <p:nvPr/>
        </p:nvSpPr>
        <p:spPr>
          <a:xfrm>
            <a:off x="3200926" y="81835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49" name="B reuse point 361"/>
          <p:cNvSpPr>
            <a:spLocks noGrp="1"/>
          </p:cNvSpPr>
          <p:nvPr/>
        </p:nvSpPr>
        <p:spPr>
          <a:xfrm>
            <a:off x="3103622" y="91880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50" name="B reuse point 363"/>
          <p:cNvSpPr>
            <a:spLocks noGrp="1"/>
          </p:cNvSpPr>
          <p:nvPr/>
        </p:nvSpPr>
        <p:spPr>
          <a:xfrm>
            <a:off x="2992165" y="101952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51" name="B reuse point 365"/>
          <p:cNvSpPr>
            <a:spLocks noGrp="1"/>
          </p:cNvSpPr>
          <p:nvPr/>
        </p:nvSpPr>
        <p:spPr>
          <a:xfrm>
            <a:off x="3420745" y="66090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52" name="B reuse point 367"/>
          <p:cNvSpPr>
            <a:spLocks noGrp="1"/>
          </p:cNvSpPr>
          <p:nvPr/>
        </p:nvSpPr>
        <p:spPr>
          <a:xfrm>
            <a:off x="3092979" y="91742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53" name="B reuse point 370"/>
          <p:cNvSpPr>
            <a:spLocks noGrp="1"/>
          </p:cNvSpPr>
          <p:nvPr/>
        </p:nvSpPr>
        <p:spPr>
          <a:xfrm>
            <a:off x="3082765" y="91829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54" name="B reuse point 372"/>
          <p:cNvSpPr>
            <a:spLocks noGrp="1"/>
          </p:cNvSpPr>
          <p:nvPr/>
        </p:nvSpPr>
        <p:spPr>
          <a:xfrm>
            <a:off x="3425472" y="65838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55" name="B reuse point 374"/>
          <p:cNvSpPr>
            <a:spLocks noGrp="1"/>
          </p:cNvSpPr>
          <p:nvPr/>
        </p:nvSpPr>
        <p:spPr>
          <a:xfrm>
            <a:off x="2801377" y="113387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56" name="B reuse point 375"/>
          <p:cNvSpPr>
            <a:spLocks noGrp="1"/>
          </p:cNvSpPr>
          <p:nvPr/>
        </p:nvSpPr>
        <p:spPr>
          <a:xfrm>
            <a:off x="3113075" y="91587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57" name="B reuse point 377"/>
          <p:cNvSpPr>
            <a:spLocks noGrp="1"/>
          </p:cNvSpPr>
          <p:nvPr/>
        </p:nvSpPr>
        <p:spPr>
          <a:xfrm>
            <a:off x="2968565" y="102204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58" name="B reuse point 379"/>
          <p:cNvSpPr>
            <a:spLocks noGrp="1"/>
          </p:cNvSpPr>
          <p:nvPr/>
        </p:nvSpPr>
        <p:spPr>
          <a:xfrm>
            <a:off x="2966251" y="102255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59" name="B reuse point 381"/>
          <p:cNvSpPr>
            <a:spLocks noGrp="1"/>
          </p:cNvSpPr>
          <p:nvPr/>
        </p:nvSpPr>
        <p:spPr>
          <a:xfrm>
            <a:off x="3184895" y="81892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60" name="B reuse point 382"/>
          <p:cNvSpPr>
            <a:spLocks noGrp="1"/>
          </p:cNvSpPr>
          <p:nvPr/>
        </p:nvSpPr>
        <p:spPr>
          <a:xfrm>
            <a:off x="3108018" y="91730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61" name="B reuse point 384"/>
          <p:cNvSpPr>
            <a:spLocks noGrp="1"/>
          </p:cNvSpPr>
          <p:nvPr/>
        </p:nvSpPr>
        <p:spPr>
          <a:xfrm>
            <a:off x="3082435" y="91728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62" name="B reuse point 386"/>
          <p:cNvSpPr>
            <a:spLocks noGrp="1"/>
          </p:cNvSpPr>
          <p:nvPr/>
        </p:nvSpPr>
        <p:spPr>
          <a:xfrm>
            <a:off x="2970978" y="102324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63" name="B reuse point 387"/>
          <p:cNvSpPr>
            <a:spLocks noGrp="1"/>
          </p:cNvSpPr>
          <p:nvPr/>
        </p:nvSpPr>
        <p:spPr>
          <a:xfrm>
            <a:off x="3272893" y="72327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64" name="B reuse point 393"/>
          <p:cNvSpPr>
            <a:spLocks noGrp="1"/>
          </p:cNvSpPr>
          <p:nvPr/>
        </p:nvSpPr>
        <p:spPr>
          <a:xfrm>
            <a:off x="3473424" y="72613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65" name="B reuse point 397"/>
          <p:cNvSpPr>
            <a:spLocks noGrp="1"/>
          </p:cNvSpPr>
          <p:nvPr/>
        </p:nvSpPr>
        <p:spPr>
          <a:xfrm>
            <a:off x="3435024" y="77373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66" name="B reuse point 405"/>
          <p:cNvSpPr>
            <a:spLocks noGrp="1"/>
          </p:cNvSpPr>
          <p:nvPr/>
        </p:nvSpPr>
        <p:spPr>
          <a:xfrm>
            <a:off x="3318175" y="63432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67" name="B reuse point 408"/>
          <p:cNvSpPr>
            <a:spLocks noGrp="1"/>
          </p:cNvSpPr>
          <p:nvPr/>
        </p:nvSpPr>
        <p:spPr>
          <a:xfrm>
            <a:off x="2990744" y="102344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68" name="B reuse point 409"/>
          <p:cNvSpPr>
            <a:spLocks noGrp="1"/>
          </p:cNvSpPr>
          <p:nvPr/>
        </p:nvSpPr>
        <p:spPr>
          <a:xfrm>
            <a:off x="3619660" y="54053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69" name="B reuse point 414"/>
          <p:cNvSpPr>
            <a:spLocks noGrp="1"/>
          </p:cNvSpPr>
          <p:nvPr/>
        </p:nvSpPr>
        <p:spPr>
          <a:xfrm>
            <a:off x="3099028" y="91862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70" name="B reuse point 415"/>
          <p:cNvSpPr>
            <a:spLocks noGrp="1"/>
          </p:cNvSpPr>
          <p:nvPr/>
        </p:nvSpPr>
        <p:spPr>
          <a:xfrm>
            <a:off x="2962417" y="102329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71" name="B reuse point 416"/>
          <p:cNvSpPr>
            <a:spLocks noGrp="1"/>
          </p:cNvSpPr>
          <p:nvPr/>
        </p:nvSpPr>
        <p:spPr>
          <a:xfrm>
            <a:off x="2977787" y="102149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72" name="B reuse point 418"/>
          <p:cNvSpPr>
            <a:spLocks noGrp="1"/>
          </p:cNvSpPr>
          <p:nvPr/>
        </p:nvSpPr>
        <p:spPr>
          <a:xfrm>
            <a:off x="3196431" y="81942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73" name="B reuse point 422"/>
          <p:cNvSpPr>
            <a:spLocks noGrp="1"/>
          </p:cNvSpPr>
          <p:nvPr/>
        </p:nvSpPr>
        <p:spPr>
          <a:xfrm>
            <a:off x="3178318" y="81522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74" name="B reuse point 424"/>
          <p:cNvSpPr>
            <a:spLocks noGrp="1"/>
          </p:cNvSpPr>
          <p:nvPr/>
        </p:nvSpPr>
        <p:spPr>
          <a:xfrm>
            <a:off x="2797212" y="113296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75" name="B reuse point 425"/>
          <p:cNvSpPr>
            <a:spLocks noGrp="1"/>
          </p:cNvSpPr>
          <p:nvPr/>
        </p:nvSpPr>
        <p:spPr>
          <a:xfrm>
            <a:off x="3108910" y="91894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76" name="B reuse point 426"/>
          <p:cNvSpPr>
            <a:spLocks noGrp="1"/>
          </p:cNvSpPr>
          <p:nvPr/>
        </p:nvSpPr>
        <p:spPr>
          <a:xfrm>
            <a:off x="3183474" y="81731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77" name="B reuse point 427"/>
          <p:cNvSpPr>
            <a:spLocks noGrp="1"/>
          </p:cNvSpPr>
          <p:nvPr/>
        </p:nvSpPr>
        <p:spPr>
          <a:xfrm>
            <a:off x="3175574" y="81731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78" name="B reuse point 428"/>
          <p:cNvSpPr>
            <a:spLocks noGrp="1"/>
          </p:cNvSpPr>
          <p:nvPr/>
        </p:nvSpPr>
        <p:spPr>
          <a:xfrm>
            <a:off x="3190944" y="79337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79" name="B reuse point 430"/>
          <p:cNvSpPr>
            <a:spLocks noGrp="1"/>
          </p:cNvSpPr>
          <p:nvPr/>
        </p:nvSpPr>
        <p:spPr>
          <a:xfrm>
            <a:off x="3198414" y="81853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80" name="B reuse point 431"/>
          <p:cNvSpPr>
            <a:spLocks noGrp="1"/>
          </p:cNvSpPr>
          <p:nvPr/>
        </p:nvSpPr>
        <p:spPr>
          <a:xfrm>
            <a:off x="3088484" y="91771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81" name="B reuse point 434"/>
          <p:cNvSpPr>
            <a:spLocks noGrp="1"/>
          </p:cNvSpPr>
          <p:nvPr/>
        </p:nvSpPr>
        <p:spPr>
          <a:xfrm>
            <a:off x="3529516" y="69775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82" name="B reuse point 436"/>
          <p:cNvSpPr>
            <a:spLocks noGrp="1"/>
          </p:cNvSpPr>
          <p:nvPr/>
        </p:nvSpPr>
        <p:spPr>
          <a:xfrm>
            <a:off x="3085740" y="91082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83" name="B reuse point 438"/>
          <p:cNvSpPr>
            <a:spLocks noGrp="1"/>
          </p:cNvSpPr>
          <p:nvPr/>
        </p:nvSpPr>
        <p:spPr>
          <a:xfrm>
            <a:off x="2806665" y="112902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84" name="B reuse point 439"/>
          <p:cNvSpPr>
            <a:spLocks noGrp="1"/>
          </p:cNvSpPr>
          <p:nvPr/>
        </p:nvSpPr>
        <p:spPr>
          <a:xfrm>
            <a:off x="2989653" y="102390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85" name="B reuse point 441"/>
          <p:cNvSpPr>
            <a:spLocks noGrp="1"/>
          </p:cNvSpPr>
          <p:nvPr/>
        </p:nvSpPr>
        <p:spPr>
          <a:xfrm>
            <a:off x="2964070" y="102010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86" name="B reuse point 442"/>
          <p:cNvSpPr>
            <a:spLocks noGrp="1"/>
          </p:cNvSpPr>
          <p:nvPr/>
        </p:nvSpPr>
        <p:spPr>
          <a:xfrm>
            <a:off x="3265985" y="72372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87" name="B reuse point 443"/>
          <p:cNvSpPr>
            <a:spLocks noGrp="1"/>
          </p:cNvSpPr>
          <p:nvPr/>
        </p:nvSpPr>
        <p:spPr>
          <a:xfrm>
            <a:off x="3377012" y="54948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88" name="B reuse point 444"/>
          <p:cNvSpPr>
            <a:spLocks noGrp="1"/>
          </p:cNvSpPr>
          <p:nvPr/>
        </p:nvSpPr>
        <p:spPr>
          <a:xfrm>
            <a:off x="3198083" y="81871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89" name="B reuse point 448"/>
          <p:cNvSpPr>
            <a:spLocks noGrp="1"/>
          </p:cNvSpPr>
          <p:nvPr/>
        </p:nvSpPr>
        <p:spPr>
          <a:xfrm>
            <a:off x="2968796" y="102178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90" name="B reuse point 450"/>
          <p:cNvSpPr>
            <a:spLocks noGrp="1"/>
          </p:cNvSpPr>
          <p:nvPr/>
        </p:nvSpPr>
        <p:spPr>
          <a:xfrm>
            <a:off x="2966483" y="102155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91" name="B reuse point 451"/>
          <p:cNvSpPr>
            <a:spLocks noGrp="1"/>
          </p:cNvSpPr>
          <p:nvPr/>
        </p:nvSpPr>
        <p:spPr>
          <a:xfrm>
            <a:off x="3202810" y="81728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92" name="B reuse point 452"/>
          <p:cNvSpPr>
            <a:spLocks noGrp="1"/>
          </p:cNvSpPr>
          <p:nvPr/>
        </p:nvSpPr>
        <p:spPr>
          <a:xfrm>
            <a:off x="3092880" y="91761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93" name="B reuse point 455"/>
          <p:cNvSpPr>
            <a:spLocks noGrp="1"/>
          </p:cNvSpPr>
          <p:nvPr/>
        </p:nvSpPr>
        <p:spPr>
          <a:xfrm>
            <a:off x="3082666" y="91823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94" name="B reuse point 457"/>
          <p:cNvSpPr>
            <a:spLocks noGrp="1"/>
          </p:cNvSpPr>
          <p:nvPr/>
        </p:nvSpPr>
        <p:spPr>
          <a:xfrm>
            <a:off x="3182383" y="81714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95" name="B reuse point 458"/>
          <p:cNvSpPr>
            <a:spLocks noGrp="1"/>
          </p:cNvSpPr>
          <p:nvPr/>
        </p:nvSpPr>
        <p:spPr>
          <a:xfrm>
            <a:off x="2986579" y="102206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96" name="B reuse point 462"/>
          <p:cNvSpPr>
            <a:spLocks noGrp="1"/>
          </p:cNvSpPr>
          <p:nvPr/>
        </p:nvSpPr>
        <p:spPr>
          <a:xfrm>
            <a:off x="2968466" y="102239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97" name="B reuse point 463"/>
          <p:cNvSpPr>
            <a:spLocks noGrp="1"/>
          </p:cNvSpPr>
          <p:nvPr/>
        </p:nvSpPr>
        <p:spPr>
          <a:xfrm>
            <a:off x="3102763" y="90790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98" name="B reuse point 464"/>
          <p:cNvSpPr>
            <a:spLocks noGrp="1"/>
          </p:cNvSpPr>
          <p:nvPr/>
        </p:nvSpPr>
        <p:spPr>
          <a:xfrm>
            <a:off x="3262481" y="72307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299" name="B reuse point 465"/>
          <p:cNvSpPr>
            <a:spLocks noGrp="1"/>
          </p:cNvSpPr>
          <p:nvPr/>
        </p:nvSpPr>
        <p:spPr>
          <a:xfrm>
            <a:off x="3110233" y="91723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00" name="B reuse point 466"/>
          <p:cNvSpPr>
            <a:spLocks noGrp="1"/>
          </p:cNvSpPr>
          <p:nvPr/>
        </p:nvSpPr>
        <p:spPr>
          <a:xfrm>
            <a:off x="3184796" y="81859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01" name="B reuse point 467"/>
          <p:cNvSpPr>
            <a:spLocks noGrp="1"/>
          </p:cNvSpPr>
          <p:nvPr/>
        </p:nvSpPr>
        <p:spPr>
          <a:xfrm>
            <a:off x="3176896" y="81847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02" name="B reuse point 468"/>
          <p:cNvSpPr>
            <a:spLocks noGrp="1"/>
          </p:cNvSpPr>
          <p:nvPr/>
        </p:nvSpPr>
        <p:spPr>
          <a:xfrm>
            <a:off x="2813474" y="113489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03" name="B reuse point 470"/>
          <p:cNvSpPr>
            <a:spLocks noGrp="1"/>
          </p:cNvSpPr>
          <p:nvPr/>
        </p:nvSpPr>
        <p:spPr>
          <a:xfrm>
            <a:off x="2988562" y="102248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04" name="B reuse point 472"/>
          <p:cNvSpPr>
            <a:spLocks noGrp="1"/>
          </p:cNvSpPr>
          <p:nvPr/>
        </p:nvSpPr>
        <p:spPr>
          <a:xfrm>
            <a:off x="3417142" y="44140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05" name="B reuse point 473"/>
          <p:cNvSpPr>
            <a:spLocks noGrp="1"/>
          </p:cNvSpPr>
          <p:nvPr/>
        </p:nvSpPr>
        <p:spPr>
          <a:xfrm>
            <a:off x="3097276" y="91651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06" name="B reuse point 474"/>
          <p:cNvSpPr>
            <a:spLocks noGrp="1"/>
          </p:cNvSpPr>
          <p:nvPr/>
        </p:nvSpPr>
        <p:spPr>
          <a:xfrm>
            <a:off x="2802831" y="113387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07" name="B reuse point 477"/>
          <p:cNvSpPr>
            <a:spLocks noGrp="1"/>
          </p:cNvSpPr>
          <p:nvPr/>
        </p:nvSpPr>
        <p:spPr>
          <a:xfrm>
            <a:off x="2993289" y="102378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08" name="B reuse point 478"/>
          <p:cNvSpPr>
            <a:spLocks noGrp="1"/>
          </p:cNvSpPr>
          <p:nvPr/>
        </p:nvSpPr>
        <p:spPr>
          <a:xfrm>
            <a:off x="3186779" y="81769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09" name="B reuse point 479"/>
          <p:cNvSpPr>
            <a:spLocks noGrp="1"/>
          </p:cNvSpPr>
          <p:nvPr/>
        </p:nvSpPr>
        <p:spPr>
          <a:xfrm>
            <a:off x="3341246" y="63351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10" name="B reuse point 485"/>
          <p:cNvSpPr>
            <a:spLocks noGrp="1"/>
          </p:cNvSpPr>
          <p:nvPr/>
        </p:nvSpPr>
        <p:spPr>
          <a:xfrm>
            <a:off x="4218760" y="42771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11" name="B reuse point 486"/>
          <p:cNvSpPr>
            <a:spLocks noGrp="1"/>
          </p:cNvSpPr>
          <p:nvPr/>
        </p:nvSpPr>
        <p:spPr>
          <a:xfrm>
            <a:off x="3173822" y="81852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12" name="B reuse point 487"/>
          <p:cNvSpPr>
            <a:spLocks noGrp="1"/>
          </p:cNvSpPr>
          <p:nvPr/>
        </p:nvSpPr>
        <p:spPr>
          <a:xfrm>
            <a:off x="2987802" y="102315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13" name="B reuse point 488"/>
          <p:cNvSpPr>
            <a:spLocks noGrp="1"/>
          </p:cNvSpPr>
          <p:nvPr/>
        </p:nvSpPr>
        <p:spPr>
          <a:xfrm>
            <a:off x="3320389" y="63255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14" name="B reuse point 489"/>
          <p:cNvSpPr>
            <a:spLocks noGrp="1"/>
          </p:cNvSpPr>
          <p:nvPr/>
        </p:nvSpPr>
        <p:spPr>
          <a:xfrm>
            <a:off x="2985488" y="102167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15" name="B reuse point 491"/>
          <p:cNvSpPr>
            <a:spLocks noGrp="1"/>
          </p:cNvSpPr>
          <p:nvPr/>
        </p:nvSpPr>
        <p:spPr>
          <a:xfrm>
            <a:off x="3447122" y="43278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16" name="B reuse point 494"/>
          <p:cNvSpPr>
            <a:spLocks noGrp="1"/>
          </p:cNvSpPr>
          <p:nvPr/>
        </p:nvSpPr>
        <p:spPr>
          <a:xfrm>
            <a:off x="2815127" y="113417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17" name="B reuse point 496"/>
          <p:cNvSpPr>
            <a:spLocks noGrp="1"/>
          </p:cNvSpPr>
          <p:nvPr/>
        </p:nvSpPr>
        <p:spPr>
          <a:xfrm>
            <a:off x="2990215" y="102340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18" name="B reuse point 499"/>
          <p:cNvSpPr>
            <a:spLocks noGrp="1"/>
          </p:cNvSpPr>
          <p:nvPr/>
        </p:nvSpPr>
        <p:spPr>
          <a:xfrm>
            <a:off x="3191175" y="81907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19" name="B reuse point 502"/>
          <p:cNvSpPr>
            <a:spLocks noGrp="1"/>
          </p:cNvSpPr>
          <p:nvPr/>
        </p:nvSpPr>
        <p:spPr>
          <a:xfrm>
            <a:off x="3423951" y="64239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20" name="B reuse point 508"/>
          <p:cNvSpPr>
            <a:spLocks noGrp="1"/>
          </p:cNvSpPr>
          <p:nvPr/>
        </p:nvSpPr>
        <p:spPr>
          <a:xfrm>
            <a:off x="2992198" y="102473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21" name="B reuse point 509"/>
          <p:cNvSpPr>
            <a:spLocks noGrp="1"/>
          </p:cNvSpPr>
          <p:nvPr/>
        </p:nvSpPr>
        <p:spPr>
          <a:xfrm>
            <a:off x="3261060" y="73390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22" name="B reuse point 513"/>
          <p:cNvSpPr>
            <a:spLocks noGrp="1"/>
          </p:cNvSpPr>
          <p:nvPr/>
        </p:nvSpPr>
        <p:spPr>
          <a:xfrm>
            <a:off x="2979671" y="102041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23" name="B reuse point 514"/>
          <p:cNvSpPr>
            <a:spLocks noGrp="1"/>
          </p:cNvSpPr>
          <p:nvPr/>
        </p:nvSpPr>
        <p:spPr>
          <a:xfrm>
            <a:off x="2971771" y="102054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24" name="B reuse point 518"/>
          <p:cNvSpPr>
            <a:spLocks noGrp="1"/>
          </p:cNvSpPr>
          <p:nvPr/>
        </p:nvSpPr>
        <p:spPr>
          <a:xfrm>
            <a:off x="3583107" y="57575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25" name="B reuse point 520"/>
          <p:cNvSpPr>
            <a:spLocks noGrp="1"/>
          </p:cNvSpPr>
          <p:nvPr/>
        </p:nvSpPr>
        <p:spPr>
          <a:xfrm>
            <a:off x="3103324" y="91653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26" name="B reuse point 527"/>
          <p:cNvSpPr>
            <a:spLocks noGrp="1"/>
          </p:cNvSpPr>
          <p:nvPr/>
        </p:nvSpPr>
        <p:spPr>
          <a:xfrm>
            <a:off x="3526244" y="67497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27" name="B reuse point 529"/>
          <p:cNvSpPr>
            <a:spLocks noGrp="1"/>
          </p:cNvSpPr>
          <p:nvPr/>
        </p:nvSpPr>
        <p:spPr>
          <a:xfrm>
            <a:off x="3417704" y="40377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28" name="B reuse point 533"/>
          <p:cNvSpPr>
            <a:spLocks noGrp="1"/>
          </p:cNvSpPr>
          <p:nvPr/>
        </p:nvSpPr>
        <p:spPr>
          <a:xfrm>
            <a:off x="3605513" y="51961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29" name="B reuse point 536"/>
          <p:cNvSpPr>
            <a:spLocks noGrp="1"/>
          </p:cNvSpPr>
          <p:nvPr/>
        </p:nvSpPr>
        <p:spPr>
          <a:xfrm>
            <a:off x="3110464" y="91856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30" name="B reuse point 537"/>
          <p:cNvSpPr>
            <a:spLocks noGrp="1"/>
          </p:cNvSpPr>
          <p:nvPr/>
        </p:nvSpPr>
        <p:spPr>
          <a:xfrm>
            <a:off x="3389109" y="51918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31" name="B reuse point 538"/>
          <p:cNvSpPr>
            <a:spLocks noGrp="1"/>
          </p:cNvSpPr>
          <p:nvPr/>
        </p:nvSpPr>
        <p:spPr>
          <a:xfrm>
            <a:off x="3420117" y="77587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32" name="B reuse point 540"/>
          <p:cNvSpPr>
            <a:spLocks noGrp="1"/>
          </p:cNvSpPr>
          <p:nvPr/>
        </p:nvSpPr>
        <p:spPr>
          <a:xfrm>
            <a:off x="3259969" y="72318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33" name="B reuse point 542"/>
          <p:cNvSpPr>
            <a:spLocks noGrp="1"/>
          </p:cNvSpPr>
          <p:nvPr/>
        </p:nvSpPr>
        <p:spPr>
          <a:xfrm>
            <a:off x="3435057" y="43144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34" name="B reuse point 544"/>
          <p:cNvSpPr>
            <a:spLocks noGrp="1"/>
          </p:cNvSpPr>
          <p:nvPr/>
        </p:nvSpPr>
        <p:spPr>
          <a:xfrm>
            <a:off x="3097507" y="91625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35" name="B reuse point 546"/>
          <p:cNvSpPr>
            <a:spLocks noGrp="1"/>
          </p:cNvSpPr>
          <p:nvPr/>
        </p:nvSpPr>
        <p:spPr>
          <a:xfrm>
            <a:off x="3104977" y="91777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36" name="B reuse point 547"/>
          <p:cNvSpPr>
            <a:spLocks noGrp="1"/>
          </p:cNvSpPr>
          <p:nvPr/>
        </p:nvSpPr>
        <p:spPr>
          <a:xfrm>
            <a:off x="3466086" y="74421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37" name="B reuse point 548"/>
          <p:cNvSpPr>
            <a:spLocks noGrp="1"/>
          </p:cNvSpPr>
          <p:nvPr/>
        </p:nvSpPr>
        <p:spPr>
          <a:xfrm>
            <a:off x="3530640" y="67615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38" name="B reuse point 549"/>
          <p:cNvSpPr>
            <a:spLocks noGrp="1"/>
          </p:cNvSpPr>
          <p:nvPr/>
        </p:nvSpPr>
        <p:spPr>
          <a:xfrm>
            <a:off x="3582017" y="57766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39" name="B reuse point 551"/>
          <p:cNvSpPr>
            <a:spLocks noGrp="1"/>
          </p:cNvSpPr>
          <p:nvPr/>
        </p:nvSpPr>
        <p:spPr>
          <a:xfrm>
            <a:off x="3388779" y="52090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40" name="B reuse point 552"/>
          <p:cNvSpPr>
            <a:spLocks noGrp="1"/>
          </p:cNvSpPr>
          <p:nvPr/>
        </p:nvSpPr>
        <p:spPr>
          <a:xfrm>
            <a:off x="3419787" y="64504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41" name="B reuse point 555"/>
          <p:cNvSpPr>
            <a:spLocks noGrp="1"/>
          </p:cNvSpPr>
          <p:nvPr/>
        </p:nvSpPr>
        <p:spPr>
          <a:xfrm>
            <a:off x="3525583" y="67479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42" name="B reuse point 557"/>
          <p:cNvSpPr>
            <a:spLocks noGrp="1"/>
          </p:cNvSpPr>
          <p:nvPr/>
        </p:nvSpPr>
        <p:spPr>
          <a:xfrm>
            <a:off x="3081807" y="91716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43" name="B reuse point 558"/>
          <p:cNvSpPr>
            <a:spLocks noGrp="1"/>
          </p:cNvSpPr>
          <p:nvPr/>
        </p:nvSpPr>
        <p:spPr>
          <a:xfrm>
            <a:off x="2988033" y="102307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44" name="B reuse point 561"/>
          <p:cNvSpPr>
            <a:spLocks noGrp="1"/>
          </p:cNvSpPr>
          <p:nvPr/>
        </p:nvSpPr>
        <p:spPr>
          <a:xfrm>
            <a:off x="2977820" y="102290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45" name="B reuse point 562"/>
          <p:cNvSpPr>
            <a:spLocks noGrp="1"/>
          </p:cNvSpPr>
          <p:nvPr/>
        </p:nvSpPr>
        <p:spPr>
          <a:xfrm>
            <a:off x="3343460" y="63426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46" name="B reuse point 564"/>
          <p:cNvSpPr>
            <a:spLocks noGrp="1"/>
          </p:cNvSpPr>
          <p:nvPr/>
        </p:nvSpPr>
        <p:spPr>
          <a:xfrm>
            <a:off x="2799988" y="113247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47" name="B reuse point 565"/>
          <p:cNvSpPr>
            <a:spLocks noGrp="1"/>
          </p:cNvSpPr>
          <p:nvPr/>
        </p:nvSpPr>
        <p:spPr>
          <a:xfrm>
            <a:off x="3437140" y="43200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48" name="B reuse point 569"/>
          <p:cNvSpPr>
            <a:spLocks noGrp="1"/>
          </p:cNvSpPr>
          <p:nvPr/>
        </p:nvSpPr>
        <p:spPr>
          <a:xfrm>
            <a:off x="2964863" y="102366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49" name="B reuse point 571"/>
          <p:cNvSpPr>
            <a:spLocks noGrp="1"/>
          </p:cNvSpPr>
          <p:nvPr/>
        </p:nvSpPr>
        <p:spPr>
          <a:xfrm>
            <a:off x="2972333" y="102026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50" name="B reuse point 573"/>
          <p:cNvSpPr>
            <a:spLocks noGrp="1"/>
          </p:cNvSpPr>
          <p:nvPr/>
        </p:nvSpPr>
        <p:spPr>
          <a:xfrm>
            <a:off x="2802401" y="113367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51" name="B reuse point 574"/>
          <p:cNvSpPr>
            <a:spLocks noGrp="1"/>
          </p:cNvSpPr>
          <p:nvPr/>
        </p:nvSpPr>
        <p:spPr>
          <a:xfrm>
            <a:off x="3367592" y="54888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52" name="B reuse point 575"/>
          <p:cNvSpPr>
            <a:spLocks noGrp="1"/>
          </p:cNvSpPr>
          <p:nvPr/>
        </p:nvSpPr>
        <p:spPr>
          <a:xfrm>
            <a:off x="3550580" y="62432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53" name="B reuse point 576"/>
          <p:cNvSpPr>
            <a:spLocks noGrp="1"/>
          </p:cNvSpPr>
          <p:nvPr/>
        </p:nvSpPr>
        <p:spPr>
          <a:xfrm>
            <a:off x="3423753" y="42977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54" name="B reuse point 577"/>
          <p:cNvSpPr>
            <a:spLocks noGrp="1"/>
          </p:cNvSpPr>
          <p:nvPr/>
        </p:nvSpPr>
        <p:spPr>
          <a:xfrm>
            <a:off x="2984959" y="102292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55" name="B reuse point 578"/>
          <p:cNvSpPr>
            <a:spLocks noGrp="1"/>
          </p:cNvSpPr>
          <p:nvPr/>
        </p:nvSpPr>
        <p:spPr>
          <a:xfrm>
            <a:off x="2967276" y="102290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56" name="B reuse point 579"/>
          <p:cNvSpPr>
            <a:spLocks noGrp="1"/>
          </p:cNvSpPr>
          <p:nvPr/>
        </p:nvSpPr>
        <p:spPr>
          <a:xfrm>
            <a:off x="3397902" y="54783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57" name="B reuse point 580"/>
          <p:cNvSpPr>
            <a:spLocks noGrp="1"/>
          </p:cNvSpPr>
          <p:nvPr/>
        </p:nvSpPr>
        <p:spPr>
          <a:xfrm>
            <a:off x="3472465" y="72590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58" name="B reuse point 581"/>
          <p:cNvSpPr>
            <a:spLocks noGrp="1"/>
          </p:cNvSpPr>
          <p:nvPr/>
        </p:nvSpPr>
        <p:spPr>
          <a:xfrm>
            <a:off x="3444279" y="43182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59" name="B reuse point 582"/>
          <p:cNvSpPr>
            <a:spLocks noGrp="1"/>
          </p:cNvSpPr>
          <p:nvPr/>
        </p:nvSpPr>
        <p:spPr>
          <a:xfrm>
            <a:off x="3699295" y="40368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60" name="B reuse point 588"/>
          <p:cNvSpPr>
            <a:spLocks noGrp="1"/>
          </p:cNvSpPr>
          <p:nvPr/>
        </p:nvSpPr>
        <p:spPr>
          <a:xfrm>
            <a:off x="3415953" y="68052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61" name="B reuse point 589"/>
          <p:cNvSpPr>
            <a:spLocks noGrp="1"/>
          </p:cNvSpPr>
          <p:nvPr/>
        </p:nvSpPr>
        <p:spPr>
          <a:xfrm>
            <a:off x="2977159" y="102261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62" name="B reuse point 590"/>
          <p:cNvSpPr>
            <a:spLocks noGrp="1"/>
          </p:cNvSpPr>
          <p:nvPr/>
        </p:nvSpPr>
        <p:spPr>
          <a:xfrm>
            <a:off x="2969259" y="102369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63" name="B reuse point 593"/>
          <p:cNvSpPr>
            <a:spLocks noGrp="1"/>
          </p:cNvSpPr>
          <p:nvPr/>
        </p:nvSpPr>
        <p:spPr>
          <a:xfrm>
            <a:off x="3278644" y="72294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64" name="B reuse point 597"/>
          <p:cNvSpPr>
            <a:spLocks noGrp="1"/>
          </p:cNvSpPr>
          <p:nvPr/>
        </p:nvSpPr>
        <p:spPr>
          <a:xfrm>
            <a:off x="2973986" y="102237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65" name="B reuse point 598"/>
          <p:cNvSpPr>
            <a:spLocks noGrp="1"/>
          </p:cNvSpPr>
          <p:nvPr/>
        </p:nvSpPr>
        <p:spPr>
          <a:xfrm>
            <a:off x="3339626" y="63253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66" name="B reuse point 600"/>
          <p:cNvSpPr>
            <a:spLocks noGrp="1"/>
          </p:cNvSpPr>
          <p:nvPr/>
        </p:nvSpPr>
        <p:spPr>
          <a:xfrm>
            <a:off x="3417936" y="68871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67" name="B reuse point 603"/>
          <p:cNvSpPr>
            <a:spLocks noGrp="1"/>
          </p:cNvSpPr>
          <p:nvPr/>
        </p:nvSpPr>
        <p:spPr>
          <a:xfrm>
            <a:off x="3863123" y="39794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68" name="B reuse point 611"/>
          <p:cNvSpPr>
            <a:spLocks noGrp="1"/>
          </p:cNvSpPr>
          <p:nvPr/>
        </p:nvSpPr>
        <p:spPr>
          <a:xfrm>
            <a:off x="3546746" y="65307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69" name="B reuse point 613"/>
          <p:cNvSpPr>
            <a:spLocks noGrp="1"/>
          </p:cNvSpPr>
          <p:nvPr/>
        </p:nvSpPr>
        <p:spPr>
          <a:xfrm>
            <a:off x="3972409" y="45198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70" name="B reuse point 614"/>
          <p:cNvSpPr>
            <a:spLocks noGrp="1"/>
          </p:cNvSpPr>
          <p:nvPr/>
        </p:nvSpPr>
        <p:spPr>
          <a:xfrm>
            <a:off x="3174616" y="81813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71" name="B reuse point 615"/>
          <p:cNvSpPr>
            <a:spLocks noGrp="1"/>
          </p:cNvSpPr>
          <p:nvPr/>
        </p:nvSpPr>
        <p:spPr>
          <a:xfrm>
            <a:off x="3189985" y="81887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72" name="B reuse point 616"/>
          <p:cNvSpPr>
            <a:spLocks noGrp="1"/>
          </p:cNvSpPr>
          <p:nvPr/>
        </p:nvSpPr>
        <p:spPr>
          <a:xfrm>
            <a:off x="3376384" y="53053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73" name="B reuse point 620"/>
          <p:cNvSpPr>
            <a:spLocks noGrp="1"/>
          </p:cNvSpPr>
          <p:nvPr/>
        </p:nvSpPr>
        <p:spPr>
          <a:xfrm>
            <a:off x="4014649" y="47067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74" name="B reuse point 622"/>
          <p:cNvSpPr>
            <a:spLocks noGrp="1"/>
          </p:cNvSpPr>
          <p:nvPr/>
        </p:nvSpPr>
        <p:spPr>
          <a:xfrm>
            <a:off x="3746598" y="56531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75" name="B reuse point 623"/>
          <p:cNvSpPr>
            <a:spLocks noGrp="1"/>
          </p:cNvSpPr>
          <p:nvPr/>
        </p:nvSpPr>
        <p:spPr>
          <a:xfrm>
            <a:off x="2965855" y="102258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76" name="B reuse point 624"/>
          <p:cNvSpPr>
            <a:spLocks noGrp="1"/>
          </p:cNvSpPr>
          <p:nvPr/>
        </p:nvSpPr>
        <p:spPr>
          <a:xfrm>
            <a:off x="2991008" y="102318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77" name="B reuse point 630"/>
          <p:cNvSpPr>
            <a:spLocks noGrp="1"/>
          </p:cNvSpPr>
          <p:nvPr/>
        </p:nvSpPr>
        <p:spPr>
          <a:xfrm>
            <a:off x="3543672" y="62616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78" name="B reuse point 637"/>
          <p:cNvSpPr>
            <a:spLocks noGrp="1"/>
          </p:cNvSpPr>
          <p:nvPr/>
        </p:nvSpPr>
        <p:spPr>
          <a:xfrm>
            <a:off x="3261853" y="72310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79" name="B reuse point 638"/>
          <p:cNvSpPr>
            <a:spLocks noGrp="1"/>
          </p:cNvSpPr>
          <p:nvPr/>
        </p:nvSpPr>
        <p:spPr>
          <a:xfrm>
            <a:off x="3109605" y="91708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80" name="B reuse point 639"/>
          <p:cNvSpPr>
            <a:spLocks noGrp="1"/>
          </p:cNvSpPr>
          <p:nvPr/>
        </p:nvSpPr>
        <p:spPr>
          <a:xfrm>
            <a:off x="4444599" y="37192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81" name="B reuse point 640"/>
          <p:cNvSpPr>
            <a:spLocks noGrp="1"/>
          </p:cNvSpPr>
          <p:nvPr/>
        </p:nvSpPr>
        <p:spPr>
          <a:xfrm>
            <a:off x="3769529" y="51805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82" name="B reuse point 643"/>
          <p:cNvSpPr>
            <a:spLocks noGrp="1"/>
          </p:cNvSpPr>
          <p:nvPr/>
        </p:nvSpPr>
        <p:spPr>
          <a:xfrm>
            <a:off x="3705014" y="41809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83" name="B reuse point 644"/>
          <p:cNvSpPr>
            <a:spLocks noGrp="1"/>
          </p:cNvSpPr>
          <p:nvPr/>
        </p:nvSpPr>
        <p:spPr>
          <a:xfrm>
            <a:off x="3424414" y="77680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84" name="B reuse point 645"/>
          <p:cNvSpPr>
            <a:spLocks noGrp="1"/>
          </p:cNvSpPr>
          <p:nvPr/>
        </p:nvSpPr>
        <p:spPr>
          <a:xfrm>
            <a:off x="3081278" y="91763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85" name="B reuse point 649"/>
          <p:cNvSpPr>
            <a:spLocks noGrp="1"/>
          </p:cNvSpPr>
          <p:nvPr/>
        </p:nvSpPr>
        <p:spPr>
          <a:xfrm>
            <a:off x="2967507" y="102262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86" name="B reuse point 652"/>
          <p:cNvSpPr>
            <a:spLocks noGrp="1"/>
          </p:cNvSpPr>
          <p:nvPr/>
        </p:nvSpPr>
        <p:spPr>
          <a:xfrm>
            <a:off x="3421241" y="43113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87" name="B reuse point 653"/>
          <p:cNvSpPr>
            <a:spLocks noGrp="1"/>
          </p:cNvSpPr>
          <p:nvPr/>
        </p:nvSpPr>
        <p:spPr>
          <a:xfrm>
            <a:off x="3387920" y="52175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88" name="B reuse point 655"/>
          <p:cNvSpPr>
            <a:spLocks noGrp="1"/>
          </p:cNvSpPr>
          <p:nvPr/>
        </p:nvSpPr>
        <p:spPr>
          <a:xfrm>
            <a:off x="3866429" y="50644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89" name="B reuse point 656"/>
          <p:cNvSpPr>
            <a:spLocks noGrp="1"/>
          </p:cNvSpPr>
          <p:nvPr/>
        </p:nvSpPr>
        <p:spPr>
          <a:xfrm>
            <a:off x="2804616" y="113374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90" name="B reuse point 657"/>
          <p:cNvSpPr>
            <a:spLocks noGrp="1"/>
          </p:cNvSpPr>
          <p:nvPr/>
        </p:nvSpPr>
        <p:spPr>
          <a:xfrm>
            <a:off x="3624419" y="53109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91" name="B reuse point 658"/>
          <p:cNvSpPr>
            <a:spLocks noGrp="1"/>
          </p:cNvSpPr>
          <p:nvPr/>
        </p:nvSpPr>
        <p:spPr>
          <a:xfrm>
            <a:off x="3839340" y="44152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92" name="B reuse point 659"/>
          <p:cNvSpPr>
            <a:spLocks noGrp="1"/>
          </p:cNvSpPr>
          <p:nvPr/>
        </p:nvSpPr>
        <p:spPr>
          <a:xfrm>
            <a:off x="2962021" y="102203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93" name="B reuse point 660"/>
          <p:cNvSpPr>
            <a:spLocks noGrp="1"/>
          </p:cNvSpPr>
          <p:nvPr/>
        </p:nvSpPr>
        <p:spPr>
          <a:xfrm>
            <a:off x="2987174" y="102302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94" name="B reuse point 661"/>
          <p:cNvSpPr>
            <a:spLocks noGrp="1"/>
          </p:cNvSpPr>
          <p:nvPr/>
        </p:nvSpPr>
        <p:spPr>
          <a:xfrm>
            <a:off x="3088418" y="91768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95" name="B reuse point 664"/>
          <p:cNvSpPr>
            <a:spLocks noGrp="1"/>
          </p:cNvSpPr>
          <p:nvPr/>
        </p:nvSpPr>
        <p:spPr>
          <a:xfrm>
            <a:off x="4019584" y="45858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96" name="B reuse point 669"/>
          <p:cNvSpPr>
            <a:spLocks noGrp="1"/>
          </p:cNvSpPr>
          <p:nvPr/>
        </p:nvSpPr>
        <p:spPr>
          <a:xfrm>
            <a:off x="3108514" y="91805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97" name="B reuse point 670"/>
          <p:cNvSpPr>
            <a:spLocks noGrp="1"/>
          </p:cNvSpPr>
          <p:nvPr/>
        </p:nvSpPr>
        <p:spPr>
          <a:xfrm>
            <a:off x="3377376" y="54892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98" name="B reuse point 674"/>
          <p:cNvSpPr>
            <a:spLocks noGrp="1"/>
          </p:cNvSpPr>
          <p:nvPr/>
        </p:nvSpPr>
        <p:spPr>
          <a:xfrm>
            <a:off x="3198017" y="81769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399" name="B reuse point 675"/>
          <p:cNvSpPr>
            <a:spLocks noGrp="1"/>
          </p:cNvSpPr>
          <p:nvPr/>
        </p:nvSpPr>
        <p:spPr>
          <a:xfrm>
            <a:off x="3374632" y="54820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00" name="B reuse point 677"/>
          <p:cNvSpPr>
            <a:spLocks noGrp="1"/>
          </p:cNvSpPr>
          <p:nvPr/>
        </p:nvSpPr>
        <p:spPr>
          <a:xfrm>
            <a:off x="2976630" y="102277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01" name="B reuse point 680"/>
          <p:cNvSpPr>
            <a:spLocks noGrp="1"/>
          </p:cNvSpPr>
          <p:nvPr/>
        </p:nvSpPr>
        <p:spPr>
          <a:xfrm>
            <a:off x="3464136" y="74208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02" name="B reuse point 681"/>
          <p:cNvSpPr>
            <a:spLocks noGrp="1"/>
          </p:cNvSpPr>
          <p:nvPr/>
        </p:nvSpPr>
        <p:spPr>
          <a:xfrm>
            <a:off x="3397042" y="50233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03" name="B reuse point 683"/>
          <p:cNvSpPr>
            <a:spLocks noGrp="1"/>
          </p:cNvSpPr>
          <p:nvPr/>
        </p:nvSpPr>
        <p:spPr>
          <a:xfrm>
            <a:off x="4089963" y="46096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04" name="B reuse point 685"/>
          <p:cNvSpPr>
            <a:spLocks noGrp="1"/>
          </p:cNvSpPr>
          <p:nvPr/>
        </p:nvSpPr>
        <p:spPr>
          <a:xfrm>
            <a:off x="3174847" y="81775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05" name="B reuse point 686"/>
          <p:cNvSpPr>
            <a:spLocks noGrp="1"/>
          </p:cNvSpPr>
          <p:nvPr/>
        </p:nvSpPr>
        <p:spPr>
          <a:xfrm>
            <a:off x="3200001" y="81732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06" name="B reuse point 687"/>
          <p:cNvSpPr>
            <a:spLocks noGrp="1"/>
          </p:cNvSpPr>
          <p:nvPr/>
        </p:nvSpPr>
        <p:spPr>
          <a:xfrm>
            <a:off x="3468862" y="72967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07" name="B reuse point 688"/>
          <p:cNvSpPr>
            <a:spLocks noGrp="1"/>
          </p:cNvSpPr>
          <p:nvPr/>
        </p:nvSpPr>
        <p:spPr>
          <a:xfrm>
            <a:off x="3440676" y="66888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08" name="B reuse point 691"/>
          <p:cNvSpPr>
            <a:spLocks noGrp="1"/>
          </p:cNvSpPr>
          <p:nvPr/>
        </p:nvSpPr>
        <p:spPr>
          <a:xfrm>
            <a:off x="3095226" y="91784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09" name="B reuse point 692"/>
          <p:cNvSpPr>
            <a:spLocks noGrp="1"/>
          </p:cNvSpPr>
          <p:nvPr/>
        </p:nvSpPr>
        <p:spPr>
          <a:xfrm>
            <a:off x="3891761" y="50322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10" name="B reuse point 696"/>
          <p:cNvSpPr>
            <a:spLocks noGrp="1"/>
          </p:cNvSpPr>
          <p:nvPr/>
        </p:nvSpPr>
        <p:spPr>
          <a:xfrm>
            <a:off x="3092483" y="91605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11" name="B reuse point 698"/>
          <p:cNvSpPr>
            <a:spLocks noGrp="1"/>
          </p:cNvSpPr>
          <p:nvPr/>
        </p:nvSpPr>
        <p:spPr>
          <a:xfrm>
            <a:off x="3554116" y="65041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12" name="B reuse point 699"/>
          <p:cNvSpPr>
            <a:spLocks noGrp="1"/>
          </p:cNvSpPr>
          <p:nvPr/>
        </p:nvSpPr>
        <p:spPr>
          <a:xfrm>
            <a:off x="3417506" y="69473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13" name="B reuse point 700"/>
          <p:cNvSpPr>
            <a:spLocks noGrp="1"/>
          </p:cNvSpPr>
          <p:nvPr/>
        </p:nvSpPr>
        <p:spPr>
          <a:xfrm>
            <a:off x="2988496" y="102302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14" name="B reuse point 701"/>
          <p:cNvSpPr>
            <a:spLocks noGrp="1"/>
          </p:cNvSpPr>
          <p:nvPr/>
        </p:nvSpPr>
        <p:spPr>
          <a:xfrm>
            <a:off x="2970813" y="102222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15" name="B reuse point 703"/>
          <p:cNvSpPr>
            <a:spLocks noGrp="1"/>
          </p:cNvSpPr>
          <p:nvPr/>
        </p:nvSpPr>
        <p:spPr>
          <a:xfrm>
            <a:off x="3432446" y="77183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16" name="B reuse point 713"/>
          <p:cNvSpPr>
            <a:spLocks noGrp="1"/>
          </p:cNvSpPr>
          <p:nvPr/>
        </p:nvSpPr>
        <p:spPr>
          <a:xfrm>
            <a:off x="2972796" y="102173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17" name="B reuse point 715"/>
          <p:cNvSpPr>
            <a:spLocks noGrp="1"/>
          </p:cNvSpPr>
          <p:nvPr/>
        </p:nvSpPr>
        <p:spPr>
          <a:xfrm>
            <a:off x="3099193" y="91733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18" name="B reuse point 722"/>
          <p:cNvSpPr>
            <a:spLocks noGrp="1"/>
          </p:cNvSpPr>
          <p:nvPr/>
        </p:nvSpPr>
        <p:spPr>
          <a:xfrm>
            <a:off x="3186383" y="81657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19" name="B reuse point 723"/>
          <p:cNvSpPr>
            <a:spLocks noGrp="1"/>
          </p:cNvSpPr>
          <p:nvPr/>
        </p:nvSpPr>
        <p:spPr>
          <a:xfrm>
            <a:off x="2967309" y="102250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20" name="B reuse point 731"/>
          <p:cNvSpPr>
            <a:spLocks noGrp="1"/>
          </p:cNvSpPr>
          <p:nvPr/>
        </p:nvSpPr>
        <p:spPr>
          <a:xfrm>
            <a:off x="2987405" y="102250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21" name="B reuse point 734"/>
          <p:cNvSpPr>
            <a:spLocks noGrp="1"/>
          </p:cNvSpPr>
          <p:nvPr/>
        </p:nvSpPr>
        <p:spPr>
          <a:xfrm>
            <a:off x="3929074" y="44179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22" name="B reuse point 737"/>
          <p:cNvSpPr>
            <a:spLocks noGrp="1"/>
          </p:cNvSpPr>
          <p:nvPr/>
        </p:nvSpPr>
        <p:spPr>
          <a:xfrm>
            <a:off x="3603794" y="53424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23" name="B reuse point 738"/>
          <p:cNvSpPr>
            <a:spLocks noGrp="1"/>
          </p:cNvSpPr>
          <p:nvPr/>
        </p:nvSpPr>
        <p:spPr>
          <a:xfrm>
            <a:off x="3436512" y="78846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24" name="B reuse point 741"/>
          <p:cNvSpPr>
            <a:spLocks noGrp="1"/>
          </p:cNvSpPr>
          <p:nvPr/>
        </p:nvSpPr>
        <p:spPr>
          <a:xfrm>
            <a:off x="3100845" y="91804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25" name="B reuse point 742"/>
          <p:cNvSpPr>
            <a:spLocks noGrp="1"/>
          </p:cNvSpPr>
          <p:nvPr/>
        </p:nvSpPr>
        <p:spPr>
          <a:xfrm>
            <a:off x="3083162" y="91843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26" name="B reuse point 743"/>
          <p:cNvSpPr>
            <a:spLocks noGrp="1"/>
          </p:cNvSpPr>
          <p:nvPr/>
        </p:nvSpPr>
        <p:spPr>
          <a:xfrm>
            <a:off x="3856116" y="39554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27" name="B reuse point 745"/>
          <p:cNvSpPr>
            <a:spLocks noGrp="1"/>
          </p:cNvSpPr>
          <p:nvPr/>
        </p:nvSpPr>
        <p:spPr>
          <a:xfrm>
            <a:off x="3273620" y="72287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28" name="B reuse point 746"/>
          <p:cNvSpPr>
            <a:spLocks noGrp="1"/>
          </p:cNvSpPr>
          <p:nvPr/>
        </p:nvSpPr>
        <p:spPr>
          <a:xfrm>
            <a:off x="3255937" y="72328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29" name="B reuse point 747"/>
          <p:cNvSpPr>
            <a:spLocks noGrp="1"/>
          </p:cNvSpPr>
          <p:nvPr/>
        </p:nvSpPr>
        <p:spPr>
          <a:xfrm>
            <a:off x="2961492" y="102338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30" name="B reuse point 748"/>
          <p:cNvSpPr>
            <a:spLocks noGrp="1"/>
          </p:cNvSpPr>
          <p:nvPr/>
        </p:nvSpPr>
        <p:spPr>
          <a:xfrm>
            <a:off x="3263407" y="72279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31" name="B reuse point 749"/>
          <p:cNvSpPr>
            <a:spLocks noGrp="1"/>
          </p:cNvSpPr>
          <p:nvPr/>
        </p:nvSpPr>
        <p:spPr>
          <a:xfrm>
            <a:off x="3255507" y="72412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32" name="B reuse point 752"/>
          <p:cNvSpPr>
            <a:spLocks noGrp="1"/>
          </p:cNvSpPr>
          <p:nvPr/>
        </p:nvSpPr>
        <p:spPr>
          <a:xfrm>
            <a:off x="3342072" y="63317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33" name="B reuse point 756"/>
          <p:cNvSpPr>
            <a:spLocks noGrp="1"/>
          </p:cNvSpPr>
          <p:nvPr/>
        </p:nvSpPr>
        <p:spPr>
          <a:xfrm>
            <a:off x="3250450" y="72202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34" name="B reuse point 757"/>
          <p:cNvSpPr>
            <a:spLocks noGrp="1"/>
          </p:cNvSpPr>
          <p:nvPr/>
        </p:nvSpPr>
        <p:spPr>
          <a:xfrm>
            <a:off x="3200232" y="81787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35" name="B reuse point 758"/>
          <p:cNvSpPr>
            <a:spLocks noGrp="1"/>
          </p:cNvSpPr>
          <p:nvPr/>
        </p:nvSpPr>
        <p:spPr>
          <a:xfrm>
            <a:off x="3376847" y="52135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36" name="B reuse point 759"/>
          <p:cNvSpPr>
            <a:spLocks noGrp="1"/>
          </p:cNvSpPr>
          <p:nvPr/>
        </p:nvSpPr>
        <p:spPr>
          <a:xfrm>
            <a:off x="3105671" y="91833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37" name="B reuse point 760"/>
          <p:cNvSpPr>
            <a:spLocks noGrp="1"/>
          </p:cNvSpPr>
          <p:nvPr/>
        </p:nvSpPr>
        <p:spPr>
          <a:xfrm>
            <a:off x="4440666" y="37992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38" name="B reuse point 767"/>
          <p:cNvSpPr>
            <a:spLocks noGrp="1"/>
          </p:cNvSpPr>
          <p:nvPr/>
        </p:nvSpPr>
        <p:spPr>
          <a:xfrm>
            <a:off x="3850299" y="40067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39" name="B reuse point 779"/>
          <p:cNvSpPr>
            <a:spLocks noGrp="1"/>
          </p:cNvSpPr>
          <p:nvPr/>
        </p:nvSpPr>
        <p:spPr>
          <a:xfrm>
            <a:off x="2975771" y="102216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40" name="B reuse point 787"/>
          <p:cNvSpPr>
            <a:spLocks noGrp="1"/>
          </p:cNvSpPr>
          <p:nvPr/>
        </p:nvSpPr>
        <p:spPr>
          <a:xfrm>
            <a:off x="3928252" y="39275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41" name="B reuse point 794"/>
          <p:cNvSpPr>
            <a:spLocks noGrp="1"/>
          </p:cNvSpPr>
          <p:nvPr/>
        </p:nvSpPr>
        <p:spPr>
          <a:xfrm>
            <a:off x="3421704" y="76744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42" name="B reuse point 795"/>
          <p:cNvSpPr>
            <a:spLocks noGrp="1"/>
          </p:cNvSpPr>
          <p:nvPr/>
        </p:nvSpPr>
        <p:spPr>
          <a:xfrm>
            <a:off x="3723619" y="61148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43" name="B reuse point 796"/>
          <p:cNvSpPr>
            <a:spLocks noGrp="1"/>
          </p:cNvSpPr>
          <p:nvPr/>
        </p:nvSpPr>
        <p:spPr>
          <a:xfrm>
            <a:off x="3380483" y="54841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44" name="B reuse point 798"/>
          <p:cNvSpPr>
            <a:spLocks noGrp="1"/>
          </p:cNvSpPr>
          <p:nvPr/>
        </p:nvSpPr>
        <p:spPr>
          <a:xfrm>
            <a:off x="3183871" y="81956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45" name="B reuse point 812"/>
          <p:cNvSpPr>
            <a:spLocks noGrp="1"/>
          </p:cNvSpPr>
          <p:nvPr/>
        </p:nvSpPr>
        <p:spPr>
          <a:xfrm>
            <a:off x="3101077" y="91822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46" name="B reuse point 817"/>
          <p:cNvSpPr>
            <a:spLocks noGrp="1"/>
          </p:cNvSpPr>
          <p:nvPr/>
        </p:nvSpPr>
        <p:spPr>
          <a:xfrm>
            <a:off x="4125587" y="34420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47" name="B reuse point 826"/>
          <p:cNvSpPr>
            <a:spLocks noGrp="1"/>
          </p:cNvSpPr>
          <p:nvPr/>
        </p:nvSpPr>
        <p:spPr>
          <a:xfrm>
            <a:off x="3647157" y="50598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48" name="B reuse point 831"/>
          <p:cNvSpPr>
            <a:spLocks noGrp="1"/>
          </p:cNvSpPr>
          <p:nvPr/>
        </p:nvSpPr>
        <p:spPr>
          <a:xfrm>
            <a:off x="2811458" y="113332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49" name="B reuse point 833"/>
          <p:cNvSpPr>
            <a:spLocks noGrp="1"/>
          </p:cNvSpPr>
          <p:nvPr/>
        </p:nvSpPr>
        <p:spPr>
          <a:xfrm>
            <a:off x="3197720" y="81895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50" name="B reuse point 835"/>
          <p:cNvSpPr>
            <a:spLocks noGrp="1"/>
          </p:cNvSpPr>
          <p:nvPr/>
        </p:nvSpPr>
        <p:spPr>
          <a:xfrm>
            <a:off x="3103159" y="91824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51" name="B reuse point 836"/>
          <p:cNvSpPr>
            <a:spLocks noGrp="1"/>
          </p:cNvSpPr>
          <p:nvPr/>
        </p:nvSpPr>
        <p:spPr>
          <a:xfrm>
            <a:off x="3474052" y="72458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52" name="B reuse point 837"/>
          <p:cNvSpPr>
            <a:spLocks noGrp="1"/>
          </p:cNvSpPr>
          <p:nvPr/>
        </p:nvSpPr>
        <p:spPr>
          <a:xfrm>
            <a:off x="3202876" y="81913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53" name="B reuse point 839"/>
          <p:cNvSpPr>
            <a:spLocks noGrp="1"/>
          </p:cNvSpPr>
          <p:nvPr/>
        </p:nvSpPr>
        <p:spPr>
          <a:xfrm>
            <a:off x="3371591" y="54877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54" name="B reuse point 841"/>
          <p:cNvSpPr>
            <a:spLocks noGrp="1"/>
          </p:cNvSpPr>
          <p:nvPr/>
        </p:nvSpPr>
        <p:spPr>
          <a:xfrm>
            <a:off x="3952152" y="41065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55" name="B reuse point 842"/>
          <p:cNvSpPr>
            <a:spLocks noGrp="1"/>
          </p:cNvSpPr>
          <p:nvPr/>
        </p:nvSpPr>
        <p:spPr>
          <a:xfrm>
            <a:off x="3443122" y="42843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56" name="B reuse point 846"/>
          <p:cNvSpPr>
            <a:spLocks noGrp="1"/>
          </p:cNvSpPr>
          <p:nvPr/>
        </p:nvSpPr>
        <p:spPr>
          <a:xfrm>
            <a:off x="3321116" y="61500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57" name="B reuse point 857"/>
          <p:cNvSpPr>
            <a:spLocks noGrp="1"/>
          </p:cNvSpPr>
          <p:nvPr/>
        </p:nvSpPr>
        <p:spPr>
          <a:xfrm>
            <a:off x="3330999" y="63488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58" name="B reuse point 863"/>
          <p:cNvSpPr>
            <a:spLocks noGrp="1"/>
          </p:cNvSpPr>
          <p:nvPr/>
        </p:nvSpPr>
        <p:spPr>
          <a:xfrm>
            <a:off x="3566445" y="64973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59" name="B reuse point 868"/>
          <p:cNvSpPr>
            <a:spLocks noGrp="1"/>
          </p:cNvSpPr>
          <p:nvPr/>
        </p:nvSpPr>
        <p:spPr>
          <a:xfrm>
            <a:off x="4452433" y="31191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60" name="B reuse point 880"/>
          <p:cNvSpPr>
            <a:spLocks noGrp="1"/>
          </p:cNvSpPr>
          <p:nvPr/>
        </p:nvSpPr>
        <p:spPr>
          <a:xfrm>
            <a:off x="4454416" y="31914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61" name="B reuse point 881"/>
          <p:cNvSpPr>
            <a:spLocks noGrp="1"/>
          </p:cNvSpPr>
          <p:nvPr/>
        </p:nvSpPr>
        <p:spPr>
          <a:xfrm>
            <a:off x="3953474" y="36168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62" name="B reuse point 888"/>
          <p:cNvSpPr>
            <a:spLocks noGrp="1"/>
          </p:cNvSpPr>
          <p:nvPr/>
        </p:nvSpPr>
        <p:spPr>
          <a:xfrm>
            <a:off x="3385110" y="51282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63" name="B reuse point 890"/>
          <p:cNvSpPr>
            <a:spLocks noGrp="1"/>
          </p:cNvSpPr>
          <p:nvPr/>
        </p:nvSpPr>
        <p:spPr>
          <a:xfrm>
            <a:off x="3431487" y="39799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64" name="B reuse point 891"/>
          <p:cNvSpPr>
            <a:spLocks noGrp="1"/>
          </p:cNvSpPr>
          <p:nvPr/>
        </p:nvSpPr>
        <p:spPr>
          <a:xfrm>
            <a:off x="3319695" y="63426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65" name="B reuse point 893"/>
          <p:cNvSpPr>
            <a:spLocks noGrp="1"/>
          </p:cNvSpPr>
          <p:nvPr/>
        </p:nvSpPr>
        <p:spPr>
          <a:xfrm>
            <a:off x="2976894" y="102313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66" name="B reuse point 895"/>
          <p:cNvSpPr>
            <a:spLocks noGrp="1"/>
          </p:cNvSpPr>
          <p:nvPr/>
        </p:nvSpPr>
        <p:spPr>
          <a:xfrm>
            <a:off x="2974581" y="102289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67" name="B reuse point 896"/>
          <p:cNvSpPr>
            <a:spLocks noGrp="1"/>
          </p:cNvSpPr>
          <p:nvPr/>
        </p:nvSpPr>
        <p:spPr>
          <a:xfrm>
            <a:off x="2966681" y="102252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68" name="B reuse point 899"/>
          <p:cNvSpPr>
            <a:spLocks noGrp="1"/>
          </p:cNvSpPr>
          <p:nvPr/>
        </p:nvSpPr>
        <p:spPr>
          <a:xfrm>
            <a:off x="3108448" y="91451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69" name="B reuse point 915"/>
          <p:cNvSpPr>
            <a:spLocks noGrp="1"/>
          </p:cNvSpPr>
          <p:nvPr/>
        </p:nvSpPr>
        <p:spPr>
          <a:xfrm>
            <a:off x="3082534" y="90501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70" name="B reuse point 916"/>
          <p:cNvSpPr>
            <a:spLocks noGrp="1"/>
          </p:cNvSpPr>
          <p:nvPr/>
        </p:nvSpPr>
        <p:spPr>
          <a:xfrm>
            <a:off x="3097904" y="91700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71" name="B reuse point 921"/>
          <p:cNvSpPr>
            <a:spLocks noGrp="1"/>
          </p:cNvSpPr>
          <p:nvPr/>
        </p:nvSpPr>
        <p:spPr>
          <a:xfrm>
            <a:off x="4241341" y="39006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72" name="B reuse point 929"/>
          <p:cNvSpPr>
            <a:spLocks noGrp="1"/>
          </p:cNvSpPr>
          <p:nvPr/>
        </p:nvSpPr>
        <p:spPr>
          <a:xfrm>
            <a:off x="2795658" y="113393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73" name="B reuse point 937"/>
          <p:cNvSpPr>
            <a:spLocks noGrp="1"/>
          </p:cNvSpPr>
          <p:nvPr/>
        </p:nvSpPr>
        <p:spPr>
          <a:xfrm>
            <a:off x="3194547" y="80902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74" name="B reuse point 938"/>
          <p:cNvSpPr>
            <a:spLocks noGrp="1"/>
          </p:cNvSpPr>
          <p:nvPr/>
        </p:nvSpPr>
        <p:spPr>
          <a:xfrm>
            <a:off x="3094400" y="91744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75" name="B reuse point 941"/>
          <p:cNvSpPr>
            <a:spLocks noGrp="1"/>
          </p:cNvSpPr>
          <p:nvPr/>
        </p:nvSpPr>
        <p:spPr>
          <a:xfrm>
            <a:off x="3807301" y="45194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76" name="B reuse point 955"/>
          <p:cNvSpPr>
            <a:spLocks noGrp="1"/>
          </p:cNvSpPr>
          <p:nvPr/>
        </p:nvSpPr>
        <p:spPr>
          <a:xfrm>
            <a:off x="3419093" y="66877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77" name="B reuse point 963"/>
          <p:cNvSpPr>
            <a:spLocks noGrp="1"/>
          </p:cNvSpPr>
          <p:nvPr/>
        </p:nvSpPr>
        <p:spPr>
          <a:xfrm>
            <a:off x="3591205" y="58738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78" name="B reuse point 968"/>
          <p:cNvSpPr>
            <a:spLocks noGrp="1"/>
          </p:cNvSpPr>
          <p:nvPr/>
        </p:nvSpPr>
        <p:spPr>
          <a:xfrm>
            <a:off x="2814664" y="112769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79" name="B reuse point 972"/>
          <p:cNvSpPr>
            <a:spLocks noGrp="1"/>
          </p:cNvSpPr>
          <p:nvPr/>
        </p:nvSpPr>
        <p:spPr>
          <a:xfrm>
            <a:off x="4024512" y="40457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80" name="B reuse point 993"/>
          <p:cNvSpPr>
            <a:spLocks noGrp="1"/>
          </p:cNvSpPr>
          <p:nvPr/>
        </p:nvSpPr>
        <p:spPr>
          <a:xfrm>
            <a:off x="2968565" y="101246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81" name="B reuse point 1004"/>
          <p:cNvSpPr>
            <a:spLocks noGrp="1"/>
          </p:cNvSpPr>
          <p:nvPr/>
        </p:nvSpPr>
        <p:spPr>
          <a:xfrm>
            <a:off x="4165593" y="37938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82" name="B reuse point 1007"/>
          <p:cNvSpPr>
            <a:spLocks noGrp="1"/>
          </p:cNvSpPr>
          <p:nvPr/>
        </p:nvSpPr>
        <p:spPr>
          <a:xfrm>
            <a:off x="2968234" y="101218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83" name="B reuse point 1015"/>
          <p:cNvSpPr>
            <a:spLocks noGrp="1"/>
          </p:cNvSpPr>
          <p:nvPr/>
        </p:nvSpPr>
        <p:spPr>
          <a:xfrm>
            <a:off x="3107258" y="89785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84" name="B reuse point 1018"/>
          <p:cNvSpPr>
            <a:spLocks noGrp="1"/>
          </p:cNvSpPr>
          <p:nvPr/>
        </p:nvSpPr>
        <p:spPr>
          <a:xfrm>
            <a:off x="3097044" y="90570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85" name="B reuse point 1031"/>
          <p:cNvSpPr>
            <a:spLocks noGrp="1"/>
          </p:cNvSpPr>
          <p:nvPr/>
        </p:nvSpPr>
        <p:spPr>
          <a:xfrm>
            <a:off x="3081344" y="90650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86" name="B reuse point 1036"/>
          <p:cNvSpPr>
            <a:spLocks noGrp="1"/>
          </p:cNvSpPr>
          <p:nvPr/>
        </p:nvSpPr>
        <p:spPr>
          <a:xfrm>
            <a:off x="3111654" y="89195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87" name="B reuse point 1041"/>
          <p:cNvSpPr>
            <a:spLocks noGrp="1"/>
          </p:cNvSpPr>
          <p:nvPr/>
        </p:nvSpPr>
        <p:spPr>
          <a:xfrm>
            <a:off x="3108910" y="90586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88" name="B reuse point 1050"/>
          <p:cNvSpPr>
            <a:spLocks noGrp="1"/>
          </p:cNvSpPr>
          <p:nvPr/>
        </p:nvSpPr>
        <p:spPr>
          <a:xfrm>
            <a:off x="4430948" y="34130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89" name="B reuse point 1052"/>
          <p:cNvSpPr>
            <a:spLocks noGrp="1"/>
          </p:cNvSpPr>
          <p:nvPr/>
        </p:nvSpPr>
        <p:spPr>
          <a:xfrm>
            <a:off x="3790479" y="43321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90" name="B reuse point 1069"/>
          <p:cNvSpPr>
            <a:spLocks noGrp="1"/>
          </p:cNvSpPr>
          <p:nvPr/>
        </p:nvSpPr>
        <p:spPr>
          <a:xfrm>
            <a:off x="3084980" y="90569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91" name="B reuse point 1081"/>
          <p:cNvSpPr>
            <a:spLocks noGrp="1"/>
          </p:cNvSpPr>
          <p:nvPr/>
        </p:nvSpPr>
        <p:spPr>
          <a:xfrm>
            <a:off x="3110233" y="89813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92" name="B reuse point 1083"/>
          <p:cNvSpPr>
            <a:spLocks noGrp="1"/>
          </p:cNvSpPr>
          <p:nvPr/>
        </p:nvSpPr>
        <p:spPr>
          <a:xfrm>
            <a:off x="3084649" y="90547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93" name="B reuse point 1096"/>
          <p:cNvSpPr>
            <a:spLocks noGrp="1"/>
          </p:cNvSpPr>
          <p:nvPr/>
        </p:nvSpPr>
        <p:spPr>
          <a:xfrm>
            <a:off x="3102002" y="90513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94" name="B reuse point 1098"/>
          <p:cNvSpPr>
            <a:spLocks noGrp="1"/>
          </p:cNvSpPr>
          <p:nvPr/>
        </p:nvSpPr>
        <p:spPr>
          <a:xfrm>
            <a:off x="3109472" y="89769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95" name="B reuse point 1103"/>
          <p:cNvSpPr>
            <a:spLocks noGrp="1"/>
          </p:cNvSpPr>
          <p:nvPr/>
        </p:nvSpPr>
        <p:spPr>
          <a:xfrm>
            <a:off x="3106729" y="91768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96" name="B reuse point 1104"/>
          <p:cNvSpPr>
            <a:spLocks noGrp="1"/>
          </p:cNvSpPr>
          <p:nvPr/>
        </p:nvSpPr>
        <p:spPr>
          <a:xfrm>
            <a:off x="3089046" y="90570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97" name="B reuse point 1105"/>
          <p:cNvSpPr>
            <a:spLocks noGrp="1"/>
          </p:cNvSpPr>
          <p:nvPr/>
        </p:nvSpPr>
        <p:spPr>
          <a:xfrm>
            <a:off x="4193699" y="40136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98" name="B reuse point 1118"/>
          <p:cNvSpPr>
            <a:spLocks noGrp="1"/>
          </p:cNvSpPr>
          <p:nvPr/>
        </p:nvSpPr>
        <p:spPr>
          <a:xfrm>
            <a:off x="3190746" y="80257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499" name="B reuse point 1119"/>
          <p:cNvSpPr>
            <a:spLocks noGrp="1"/>
          </p:cNvSpPr>
          <p:nvPr/>
        </p:nvSpPr>
        <p:spPr>
          <a:xfrm>
            <a:off x="3080815" y="90614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00" name="B reuse point 1120"/>
          <p:cNvSpPr>
            <a:spLocks noGrp="1"/>
          </p:cNvSpPr>
          <p:nvPr/>
        </p:nvSpPr>
        <p:spPr>
          <a:xfrm>
            <a:off x="3096185" y="89779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01" name="B reuse point 1121"/>
          <p:cNvSpPr>
            <a:spLocks noGrp="1"/>
          </p:cNvSpPr>
          <p:nvPr/>
        </p:nvSpPr>
        <p:spPr>
          <a:xfrm>
            <a:off x="3088285" y="90610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02" name="B reuse point 1122"/>
          <p:cNvSpPr>
            <a:spLocks noGrp="1"/>
          </p:cNvSpPr>
          <p:nvPr/>
        </p:nvSpPr>
        <p:spPr>
          <a:xfrm>
            <a:off x="3521848" y="64372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03" name="B reuse point 1125"/>
          <p:cNvSpPr>
            <a:spLocks noGrp="1"/>
          </p:cNvSpPr>
          <p:nvPr/>
        </p:nvSpPr>
        <p:spPr>
          <a:xfrm>
            <a:off x="4436336" y="35829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04" name="B reuse point 1127"/>
          <p:cNvSpPr>
            <a:spLocks noGrp="1"/>
          </p:cNvSpPr>
          <p:nvPr/>
        </p:nvSpPr>
        <p:spPr>
          <a:xfrm>
            <a:off x="3100912" y="90680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05" name="B reuse point 1130"/>
          <p:cNvSpPr>
            <a:spLocks noGrp="1"/>
          </p:cNvSpPr>
          <p:nvPr/>
        </p:nvSpPr>
        <p:spPr>
          <a:xfrm>
            <a:off x="3090698" y="90568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06" name="B reuse point 1134"/>
          <p:cNvSpPr>
            <a:spLocks noGrp="1"/>
          </p:cNvSpPr>
          <p:nvPr/>
        </p:nvSpPr>
        <p:spPr>
          <a:xfrm>
            <a:off x="3105638" y="90358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07" name="B reuse point 1140"/>
          <p:cNvSpPr>
            <a:spLocks noGrp="1"/>
          </p:cNvSpPr>
          <p:nvPr/>
        </p:nvSpPr>
        <p:spPr>
          <a:xfrm>
            <a:off x="3085211" y="89819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08" name="B reuse point 1150"/>
          <p:cNvSpPr>
            <a:spLocks noGrp="1"/>
          </p:cNvSpPr>
          <p:nvPr/>
        </p:nvSpPr>
        <p:spPr>
          <a:xfrm>
            <a:off x="3112778" y="90626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09" name="B reuse point 1168"/>
          <p:cNvSpPr>
            <a:spLocks noGrp="1"/>
          </p:cNvSpPr>
          <p:nvPr/>
        </p:nvSpPr>
        <p:spPr>
          <a:xfrm>
            <a:off x="3094334" y="90583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10" name="B reuse point 1169"/>
          <p:cNvSpPr>
            <a:spLocks noGrp="1"/>
          </p:cNvSpPr>
          <p:nvPr/>
        </p:nvSpPr>
        <p:spPr>
          <a:xfrm>
            <a:off x="3109704" y="90594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11" name="B reuse point 1171"/>
          <p:cNvSpPr>
            <a:spLocks noGrp="1"/>
          </p:cNvSpPr>
          <p:nvPr/>
        </p:nvSpPr>
        <p:spPr>
          <a:xfrm>
            <a:off x="3084121" y="89894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12" name="B reuse point 1172"/>
          <p:cNvSpPr>
            <a:spLocks noGrp="1"/>
          </p:cNvSpPr>
          <p:nvPr/>
        </p:nvSpPr>
        <p:spPr>
          <a:xfrm>
            <a:off x="3099490" y="90527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13" name="B reuse point 1179"/>
          <p:cNvSpPr>
            <a:spLocks noGrp="1"/>
          </p:cNvSpPr>
          <p:nvPr/>
        </p:nvSpPr>
        <p:spPr>
          <a:xfrm>
            <a:off x="3104217" y="88182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14" name="B reuse point 1190"/>
          <p:cNvSpPr>
            <a:spLocks noGrp="1"/>
          </p:cNvSpPr>
          <p:nvPr/>
        </p:nvSpPr>
        <p:spPr>
          <a:xfrm>
            <a:off x="3081047" y="90578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15" name="B reuse point 1201"/>
          <p:cNvSpPr>
            <a:spLocks noGrp="1"/>
          </p:cNvSpPr>
          <p:nvPr/>
        </p:nvSpPr>
        <p:spPr>
          <a:xfrm>
            <a:off x="3090930" y="90517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16" name="B reuse point 1204"/>
          <p:cNvSpPr>
            <a:spLocks noGrp="1"/>
          </p:cNvSpPr>
          <p:nvPr/>
        </p:nvSpPr>
        <p:spPr>
          <a:xfrm>
            <a:off x="3080716" y="90522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17" name="B reuse point 1207"/>
          <p:cNvSpPr>
            <a:spLocks noGrp="1"/>
          </p:cNvSpPr>
          <p:nvPr/>
        </p:nvSpPr>
        <p:spPr>
          <a:xfrm>
            <a:off x="3080286" y="90597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18" name="B reuse point 1216"/>
          <p:cNvSpPr>
            <a:spLocks noGrp="1"/>
          </p:cNvSpPr>
          <p:nvPr/>
        </p:nvSpPr>
        <p:spPr>
          <a:xfrm>
            <a:off x="3082699" y="90447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19" name="B reuse point 1224"/>
          <p:cNvSpPr>
            <a:spLocks noGrp="1"/>
          </p:cNvSpPr>
          <p:nvPr/>
        </p:nvSpPr>
        <p:spPr>
          <a:xfrm>
            <a:off x="2983869" y="101000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20" name="B reuse point 1225"/>
          <p:cNvSpPr>
            <a:spLocks noGrp="1"/>
          </p:cNvSpPr>
          <p:nvPr/>
        </p:nvSpPr>
        <p:spPr>
          <a:xfrm>
            <a:off x="3085112" y="89816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21" name="B reuse point 1226"/>
          <p:cNvSpPr>
            <a:spLocks noGrp="1"/>
          </p:cNvSpPr>
          <p:nvPr/>
        </p:nvSpPr>
        <p:spPr>
          <a:xfrm>
            <a:off x="3110266" y="89824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22" name="B reuse point 1230"/>
          <p:cNvSpPr>
            <a:spLocks noGrp="1"/>
          </p:cNvSpPr>
          <p:nvPr/>
        </p:nvSpPr>
        <p:spPr>
          <a:xfrm>
            <a:off x="3082369" y="90684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23" name="B reuse point 1238"/>
          <p:cNvSpPr>
            <a:spLocks noGrp="1"/>
          </p:cNvSpPr>
          <p:nvPr/>
        </p:nvSpPr>
        <p:spPr>
          <a:xfrm>
            <a:off x="3102465" y="88682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24" name="B reuse point 1250"/>
          <p:cNvSpPr>
            <a:spLocks noGrp="1"/>
          </p:cNvSpPr>
          <p:nvPr/>
        </p:nvSpPr>
        <p:spPr>
          <a:xfrm>
            <a:off x="2985521" y="102300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25" name="B reuse point 1251"/>
          <p:cNvSpPr>
            <a:spLocks noGrp="1"/>
          </p:cNvSpPr>
          <p:nvPr/>
        </p:nvSpPr>
        <p:spPr>
          <a:xfrm>
            <a:off x="3254383" y="70244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26" name="B reuse point 1253"/>
          <p:cNvSpPr>
            <a:spLocks noGrp="1"/>
          </p:cNvSpPr>
          <p:nvPr/>
        </p:nvSpPr>
        <p:spPr>
          <a:xfrm>
            <a:off x="3429471" y="77702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27" name="B reuse point 1262"/>
          <p:cNvSpPr>
            <a:spLocks noGrp="1"/>
          </p:cNvSpPr>
          <p:nvPr/>
        </p:nvSpPr>
        <p:spPr>
          <a:xfrm>
            <a:off x="3791939" y="47359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28" name="B reuse point 1263"/>
          <p:cNvSpPr>
            <a:spLocks noGrp="1"/>
          </p:cNvSpPr>
          <p:nvPr/>
        </p:nvSpPr>
        <p:spPr>
          <a:xfrm>
            <a:off x="4124526" y="37820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29" name="B reuse point 1266"/>
          <p:cNvSpPr>
            <a:spLocks noGrp="1"/>
          </p:cNvSpPr>
          <p:nvPr/>
        </p:nvSpPr>
        <p:spPr>
          <a:xfrm>
            <a:off x="2992661" y="102157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30" name="B reuse point 1267"/>
          <p:cNvSpPr>
            <a:spLocks noGrp="1"/>
          </p:cNvSpPr>
          <p:nvPr/>
        </p:nvSpPr>
        <p:spPr>
          <a:xfrm>
            <a:off x="4294478" y="45758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31" name="B reuse point 1270"/>
          <p:cNvSpPr>
            <a:spLocks noGrp="1"/>
          </p:cNvSpPr>
          <p:nvPr/>
        </p:nvSpPr>
        <p:spPr>
          <a:xfrm>
            <a:off x="3428711" y="44091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32" name="B reuse point 1274"/>
          <p:cNvSpPr>
            <a:spLocks noGrp="1"/>
          </p:cNvSpPr>
          <p:nvPr/>
        </p:nvSpPr>
        <p:spPr>
          <a:xfrm>
            <a:off x="3098631" y="91786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33" name="B reuse point 1275"/>
          <p:cNvSpPr>
            <a:spLocks noGrp="1"/>
          </p:cNvSpPr>
          <p:nvPr/>
        </p:nvSpPr>
        <p:spPr>
          <a:xfrm>
            <a:off x="4344378" y="41925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34" name="B reuse point 1276"/>
          <p:cNvSpPr>
            <a:spLocks noGrp="1"/>
          </p:cNvSpPr>
          <p:nvPr/>
        </p:nvSpPr>
        <p:spPr>
          <a:xfrm>
            <a:off x="3441337" y="79709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35" name="B reuse point 1277"/>
          <p:cNvSpPr>
            <a:spLocks noGrp="1"/>
          </p:cNvSpPr>
          <p:nvPr/>
        </p:nvSpPr>
        <p:spPr>
          <a:xfrm>
            <a:off x="3088418" y="88724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36" name="B reuse point 1281"/>
          <p:cNvSpPr>
            <a:spLocks noGrp="1"/>
          </p:cNvSpPr>
          <p:nvPr/>
        </p:nvSpPr>
        <p:spPr>
          <a:xfrm>
            <a:off x="2984430" y="102357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37" name="B reuse point 1282"/>
          <p:cNvSpPr>
            <a:spLocks noGrp="1"/>
          </p:cNvSpPr>
          <p:nvPr/>
        </p:nvSpPr>
        <p:spPr>
          <a:xfrm>
            <a:off x="3420911" y="79676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38" name="B reuse point 1283"/>
          <p:cNvSpPr>
            <a:spLocks noGrp="1"/>
          </p:cNvSpPr>
          <p:nvPr/>
        </p:nvSpPr>
        <p:spPr>
          <a:xfrm>
            <a:off x="3708980" y="38458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39" name="B reuse point 1288"/>
          <p:cNvSpPr>
            <a:spLocks noGrp="1"/>
          </p:cNvSpPr>
          <p:nvPr/>
        </p:nvSpPr>
        <p:spPr>
          <a:xfrm>
            <a:off x="3552464" y="65204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40" name="B reuse point 1292"/>
          <p:cNvSpPr>
            <a:spLocks noGrp="1"/>
          </p:cNvSpPr>
          <p:nvPr/>
        </p:nvSpPr>
        <p:spPr>
          <a:xfrm>
            <a:off x="3853985" y="55868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41" name="B reuse point 1293"/>
          <p:cNvSpPr>
            <a:spLocks noGrp="1"/>
          </p:cNvSpPr>
          <p:nvPr/>
        </p:nvSpPr>
        <p:spPr>
          <a:xfrm>
            <a:off x="3095557" y="90365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42" name="B reuse point 1310"/>
          <p:cNvSpPr>
            <a:spLocks noGrp="1"/>
          </p:cNvSpPr>
          <p:nvPr/>
        </p:nvSpPr>
        <p:spPr>
          <a:xfrm>
            <a:off x="3473589" y="74468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43" name="B reuse point 1314"/>
          <p:cNvSpPr>
            <a:spLocks noGrp="1"/>
          </p:cNvSpPr>
          <p:nvPr/>
        </p:nvSpPr>
        <p:spPr>
          <a:xfrm>
            <a:off x="2981026" y="102163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44" name="B reuse point 1324"/>
          <p:cNvSpPr>
            <a:spLocks noGrp="1"/>
          </p:cNvSpPr>
          <p:nvPr/>
        </p:nvSpPr>
        <p:spPr>
          <a:xfrm>
            <a:off x="3325810" y="63349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45" name="B reuse point 1329"/>
          <p:cNvSpPr>
            <a:spLocks noGrp="1"/>
          </p:cNvSpPr>
          <p:nvPr/>
        </p:nvSpPr>
        <p:spPr>
          <a:xfrm>
            <a:off x="3259341" y="72401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46" name="B reuse point 1331"/>
          <p:cNvSpPr>
            <a:spLocks noGrp="1"/>
          </p:cNvSpPr>
          <p:nvPr/>
        </p:nvSpPr>
        <p:spPr>
          <a:xfrm>
            <a:off x="3191440" y="79872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47" name="B reuse point 1333"/>
          <p:cNvSpPr>
            <a:spLocks noGrp="1"/>
          </p:cNvSpPr>
          <p:nvPr/>
        </p:nvSpPr>
        <p:spPr>
          <a:xfrm>
            <a:off x="3925604" y="49639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48" name="B reuse point 1337"/>
          <p:cNvSpPr>
            <a:spLocks noGrp="1"/>
          </p:cNvSpPr>
          <p:nvPr/>
        </p:nvSpPr>
        <p:spPr>
          <a:xfrm>
            <a:off x="3816557" y="48708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49" name="B reuse point 1339"/>
          <p:cNvSpPr>
            <a:spLocks noGrp="1"/>
          </p:cNvSpPr>
          <p:nvPr/>
        </p:nvSpPr>
        <p:spPr>
          <a:xfrm>
            <a:off x="3890670" y="50110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50" name="B reuse point 1353"/>
          <p:cNvSpPr>
            <a:spLocks noGrp="1"/>
          </p:cNvSpPr>
          <p:nvPr/>
        </p:nvSpPr>
        <p:spPr>
          <a:xfrm>
            <a:off x="2799360" y="112684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51" name="B reuse point 1354"/>
          <p:cNvSpPr>
            <a:spLocks noGrp="1"/>
          </p:cNvSpPr>
          <p:nvPr/>
        </p:nvSpPr>
        <p:spPr>
          <a:xfrm>
            <a:off x="3598312" y="60375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52" name="B reuse point 1362"/>
          <p:cNvSpPr>
            <a:spLocks noGrp="1"/>
          </p:cNvSpPr>
          <p:nvPr/>
        </p:nvSpPr>
        <p:spPr>
          <a:xfrm>
            <a:off x="4440996" y="38019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53" name="B reuse point 1363"/>
          <p:cNvSpPr>
            <a:spLocks noGrp="1"/>
          </p:cNvSpPr>
          <p:nvPr/>
        </p:nvSpPr>
        <p:spPr>
          <a:xfrm>
            <a:off x="3598308" y="55855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54" name="B reuse point 1368"/>
          <p:cNvSpPr>
            <a:spLocks noGrp="1"/>
          </p:cNvSpPr>
          <p:nvPr/>
        </p:nvSpPr>
        <p:spPr>
          <a:xfrm>
            <a:off x="2991801" y="102114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55" name="B reuse point 1372"/>
          <p:cNvSpPr>
            <a:spLocks noGrp="1"/>
          </p:cNvSpPr>
          <p:nvPr/>
        </p:nvSpPr>
        <p:spPr>
          <a:xfrm>
            <a:off x="3690768" y="43495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56" name="B reuse point 1374"/>
          <p:cNvSpPr>
            <a:spLocks noGrp="1"/>
          </p:cNvSpPr>
          <p:nvPr/>
        </p:nvSpPr>
        <p:spPr>
          <a:xfrm>
            <a:off x="3688454" y="43294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57" name="B reuse point 1375"/>
          <p:cNvSpPr>
            <a:spLocks noGrp="1"/>
          </p:cNvSpPr>
          <p:nvPr/>
        </p:nvSpPr>
        <p:spPr>
          <a:xfrm>
            <a:off x="4034284" y="41242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58" name="B reuse point 1376"/>
          <p:cNvSpPr>
            <a:spLocks noGrp="1"/>
          </p:cNvSpPr>
          <p:nvPr/>
        </p:nvSpPr>
        <p:spPr>
          <a:xfrm>
            <a:off x="3871570" y="56148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59" name="B reuse point 1377"/>
          <p:cNvSpPr>
            <a:spLocks noGrp="1"/>
          </p:cNvSpPr>
          <p:nvPr/>
        </p:nvSpPr>
        <p:spPr>
          <a:xfrm>
            <a:off x="4089748" y="42584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60" name="B reuse point 1380"/>
          <p:cNvSpPr>
            <a:spLocks noGrp="1"/>
          </p:cNvSpPr>
          <p:nvPr/>
        </p:nvSpPr>
        <p:spPr>
          <a:xfrm>
            <a:off x="4455606" y="37949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61" name="B reuse point 1384"/>
          <p:cNvSpPr>
            <a:spLocks noGrp="1"/>
          </p:cNvSpPr>
          <p:nvPr/>
        </p:nvSpPr>
        <p:spPr>
          <a:xfrm>
            <a:off x="4427709" y="37666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62" name="B reuse point 1388"/>
          <p:cNvSpPr>
            <a:spLocks noGrp="1"/>
          </p:cNvSpPr>
          <p:nvPr/>
        </p:nvSpPr>
        <p:spPr>
          <a:xfrm>
            <a:off x="2980828" y="102262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63" name="B reuse point 1390"/>
          <p:cNvSpPr>
            <a:spLocks noGrp="1"/>
          </p:cNvSpPr>
          <p:nvPr/>
        </p:nvSpPr>
        <p:spPr>
          <a:xfrm>
            <a:off x="3328785" y="63384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64" name="B reuse point 1393"/>
          <p:cNvSpPr>
            <a:spLocks noGrp="1"/>
          </p:cNvSpPr>
          <p:nvPr/>
        </p:nvSpPr>
        <p:spPr>
          <a:xfrm>
            <a:off x="4149327" y="46285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65" name="B reuse point 1402"/>
          <p:cNvSpPr>
            <a:spLocks noGrp="1"/>
          </p:cNvSpPr>
          <p:nvPr/>
        </p:nvSpPr>
        <p:spPr>
          <a:xfrm>
            <a:off x="2812879" y="113418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66" name="B reuse point 1409"/>
          <p:cNvSpPr>
            <a:spLocks noGrp="1"/>
          </p:cNvSpPr>
          <p:nvPr/>
        </p:nvSpPr>
        <p:spPr>
          <a:xfrm>
            <a:off x="3591404" y="58754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67" name="B reuse point 1412"/>
          <p:cNvSpPr>
            <a:spLocks noGrp="1"/>
          </p:cNvSpPr>
          <p:nvPr/>
        </p:nvSpPr>
        <p:spPr>
          <a:xfrm>
            <a:off x="3548101" y="64976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68" name="B reuse point 1413"/>
          <p:cNvSpPr>
            <a:spLocks noGrp="1"/>
          </p:cNvSpPr>
          <p:nvPr/>
        </p:nvSpPr>
        <p:spPr>
          <a:xfrm>
            <a:off x="2990380" y="101518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69" name="B reuse point 1417"/>
          <p:cNvSpPr>
            <a:spLocks noGrp="1"/>
          </p:cNvSpPr>
          <p:nvPr/>
        </p:nvSpPr>
        <p:spPr>
          <a:xfrm>
            <a:off x="3609083" y="56147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70" name="B reuse point 1419"/>
          <p:cNvSpPr>
            <a:spLocks noGrp="1"/>
          </p:cNvSpPr>
          <p:nvPr/>
        </p:nvSpPr>
        <p:spPr>
          <a:xfrm>
            <a:off x="3190911" y="81830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71" name="B reuse point 1433"/>
          <p:cNvSpPr>
            <a:spLocks noGrp="1"/>
          </p:cNvSpPr>
          <p:nvPr/>
        </p:nvSpPr>
        <p:spPr>
          <a:xfrm>
            <a:off x="2979406" y="102235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72" name="B reuse point 1436"/>
          <p:cNvSpPr>
            <a:spLocks noGrp="1"/>
          </p:cNvSpPr>
          <p:nvPr/>
        </p:nvSpPr>
        <p:spPr>
          <a:xfrm>
            <a:off x="3575373" y="58806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73" name="B reuse point 1437"/>
          <p:cNvSpPr>
            <a:spLocks noGrp="1"/>
          </p:cNvSpPr>
          <p:nvPr/>
        </p:nvSpPr>
        <p:spPr>
          <a:xfrm>
            <a:off x="4408585" y="39024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74" name="B reuse point 1440"/>
          <p:cNvSpPr>
            <a:spLocks noGrp="1"/>
          </p:cNvSpPr>
          <p:nvPr/>
        </p:nvSpPr>
        <p:spPr>
          <a:xfrm>
            <a:off x="3103060" y="91803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75" name="B reuse point 1445"/>
          <p:cNvSpPr>
            <a:spLocks noGrp="1"/>
          </p:cNvSpPr>
          <p:nvPr/>
        </p:nvSpPr>
        <p:spPr>
          <a:xfrm>
            <a:off x="3090533" y="918562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76" name="B reuse point 1446"/>
          <p:cNvSpPr>
            <a:spLocks noGrp="1"/>
          </p:cNvSpPr>
          <p:nvPr/>
        </p:nvSpPr>
        <p:spPr>
          <a:xfrm>
            <a:off x="3461425" y="74838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77" name="B reuse point 1447"/>
          <p:cNvSpPr>
            <a:spLocks noGrp="1"/>
          </p:cNvSpPr>
          <p:nvPr/>
        </p:nvSpPr>
        <p:spPr>
          <a:xfrm>
            <a:off x="4440897" y="37575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78" name="B reuse point 1450"/>
          <p:cNvSpPr>
            <a:spLocks noGrp="1"/>
          </p:cNvSpPr>
          <p:nvPr/>
        </p:nvSpPr>
        <p:spPr>
          <a:xfrm>
            <a:off x="2968863" y="102122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79" name="B reuse point 1454"/>
          <p:cNvSpPr>
            <a:spLocks noGrp="1"/>
          </p:cNvSpPr>
          <p:nvPr/>
        </p:nvSpPr>
        <p:spPr>
          <a:xfrm>
            <a:off x="3102729" y="917265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80" name="B reuse point 1457"/>
          <p:cNvSpPr>
            <a:spLocks noGrp="1"/>
          </p:cNvSpPr>
          <p:nvPr/>
        </p:nvSpPr>
        <p:spPr>
          <a:xfrm>
            <a:off x="3579769" y="58096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81" name="B reuse point 1461"/>
          <p:cNvSpPr>
            <a:spLocks noGrp="1"/>
          </p:cNvSpPr>
          <p:nvPr/>
        </p:nvSpPr>
        <p:spPr>
          <a:xfrm>
            <a:off x="2988529" y="102380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82" name="B reuse point 1462"/>
          <p:cNvSpPr>
            <a:spLocks noGrp="1"/>
          </p:cNvSpPr>
          <p:nvPr/>
        </p:nvSpPr>
        <p:spPr>
          <a:xfrm>
            <a:off x="2803227" y="1133823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83" name="B reuse point 1465"/>
          <p:cNvSpPr>
            <a:spLocks noGrp="1"/>
          </p:cNvSpPr>
          <p:nvPr/>
        </p:nvSpPr>
        <p:spPr>
          <a:xfrm>
            <a:off x="3902012" y="53675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84" name="B reuse point 1468"/>
          <p:cNvSpPr>
            <a:spLocks noGrp="1"/>
          </p:cNvSpPr>
          <p:nvPr/>
        </p:nvSpPr>
        <p:spPr>
          <a:xfrm>
            <a:off x="2815854" y="113451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85" name="B reuse point 1474"/>
          <p:cNvSpPr>
            <a:spLocks noGrp="1"/>
          </p:cNvSpPr>
          <p:nvPr/>
        </p:nvSpPr>
        <p:spPr>
          <a:xfrm>
            <a:off x="3579009" y="58644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86" name="B reuse point 1475"/>
          <p:cNvSpPr>
            <a:spLocks noGrp="1"/>
          </p:cNvSpPr>
          <p:nvPr/>
        </p:nvSpPr>
        <p:spPr>
          <a:xfrm>
            <a:off x="4069216" y="452349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87" name="B reuse point 1479"/>
          <p:cNvSpPr>
            <a:spLocks noGrp="1"/>
          </p:cNvSpPr>
          <p:nvPr/>
        </p:nvSpPr>
        <p:spPr>
          <a:xfrm>
            <a:off x="4455176" y="377858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88" name="B reuse point 1481"/>
          <p:cNvSpPr>
            <a:spLocks noGrp="1"/>
          </p:cNvSpPr>
          <p:nvPr/>
        </p:nvSpPr>
        <p:spPr>
          <a:xfrm>
            <a:off x="4006352" y="458931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89" name="B reuse point 1482"/>
          <p:cNvSpPr>
            <a:spLocks noGrp="1"/>
          </p:cNvSpPr>
          <p:nvPr/>
        </p:nvSpPr>
        <p:spPr>
          <a:xfrm>
            <a:off x="3111852" y="91832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90" name="B reuse point 1485"/>
          <p:cNvSpPr>
            <a:spLocks noGrp="1"/>
          </p:cNvSpPr>
          <p:nvPr/>
        </p:nvSpPr>
        <p:spPr>
          <a:xfrm>
            <a:off x="3388184" y="51494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91" name="B reuse point 1488"/>
          <p:cNvSpPr>
            <a:spLocks noGrp="1"/>
          </p:cNvSpPr>
          <p:nvPr/>
        </p:nvSpPr>
        <p:spPr>
          <a:xfrm>
            <a:off x="3183672" y="81858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92" name="B reuse point 1490"/>
          <p:cNvSpPr>
            <a:spLocks noGrp="1"/>
          </p:cNvSpPr>
          <p:nvPr/>
        </p:nvSpPr>
        <p:spPr>
          <a:xfrm>
            <a:off x="2812350" y="1134056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93" name="B reuse point 1493"/>
          <p:cNvSpPr>
            <a:spLocks noGrp="1"/>
          </p:cNvSpPr>
          <p:nvPr/>
        </p:nvSpPr>
        <p:spPr>
          <a:xfrm>
            <a:off x="4124460" y="43262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94" name="B reuse point 1494"/>
          <p:cNvSpPr>
            <a:spLocks noGrp="1"/>
          </p:cNvSpPr>
          <p:nvPr/>
        </p:nvSpPr>
        <p:spPr>
          <a:xfrm>
            <a:off x="2985125" y="1022580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95" name="B reuse point 1495"/>
          <p:cNvSpPr>
            <a:spLocks noGrp="1"/>
          </p:cNvSpPr>
          <p:nvPr/>
        </p:nvSpPr>
        <p:spPr>
          <a:xfrm>
            <a:off x="4026830" y="444764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96" name="B reuse point 1499"/>
          <p:cNvSpPr>
            <a:spLocks noGrp="1"/>
          </p:cNvSpPr>
          <p:nvPr/>
        </p:nvSpPr>
        <p:spPr>
          <a:xfrm>
            <a:off x="3101308" y="916957"/>
            <a:ext cx="9525" cy="11663"/>
          </a:xfrm>
          <a:prstGeom prst="ellipse">
            <a:avLst/>
          </a:prstGeom>
          <a:solidFill>
            <a:srgbClr val="10A39B"/>
          </a:solidFill>
          <a:ln w="0">
            <a:noFill/>
          </a:ln>
        </p:spPr>
      </p:sp>
      <p:sp>
        <p:nvSpPr>
          <p:cNvPr id="1597" name="B median trend 0"/>
          <p:cNvSpPr>
            <a:spLocks noGrp="1"/>
          </p:cNvSpPr>
          <p:nvPr/>
        </p:nvSpPr>
        <p:spPr>
          <a:xfrm flipV="1">
            <a:off x="2528237" y="1028771"/>
            <a:ext cx="454163" cy="227827"/>
          </a:xfrm>
          <a:prstGeom prst="line">
            <a:avLst/>
          </a:prstGeom>
          <a:noFill/>
          <a:ln w="11716">
            <a:solidFill>
              <a:srgbClr val="C99A36"/>
            </a:solidFill>
            <a:prstDash val="solid"/>
          </a:ln>
        </p:spPr>
      </p:sp>
      <p:sp>
        <p:nvSpPr>
          <p:cNvPr id="1598" name="B median trend 1"/>
          <p:cNvSpPr>
            <a:spLocks noGrp="1"/>
          </p:cNvSpPr>
          <p:nvPr/>
        </p:nvSpPr>
        <p:spPr>
          <a:xfrm flipV="1">
            <a:off x="2982401" y="824567"/>
            <a:ext cx="211174" cy="204204"/>
          </a:xfrm>
          <a:prstGeom prst="line">
            <a:avLst/>
          </a:prstGeom>
          <a:noFill/>
          <a:ln w="11716">
            <a:solidFill>
              <a:srgbClr val="C99A36"/>
            </a:solidFill>
            <a:prstDash val="solid"/>
          </a:ln>
        </p:spPr>
      </p:sp>
      <p:sp>
        <p:nvSpPr>
          <p:cNvPr id="1599" name="B median trend 2"/>
          <p:cNvSpPr>
            <a:spLocks noGrp="1"/>
          </p:cNvSpPr>
          <p:nvPr/>
        </p:nvSpPr>
        <p:spPr>
          <a:xfrm flipV="1">
            <a:off x="3193575" y="492921"/>
            <a:ext cx="593260" cy="331646"/>
          </a:xfrm>
          <a:prstGeom prst="line">
            <a:avLst/>
          </a:prstGeom>
          <a:noFill/>
          <a:ln w="11716">
            <a:solidFill>
              <a:srgbClr val="C99A36"/>
            </a:solidFill>
            <a:prstDash val="solid"/>
          </a:ln>
        </p:spPr>
      </p:sp>
      <p:sp>
        <p:nvSpPr>
          <p:cNvPr id="1600" name="B median 0"/>
          <p:cNvSpPr>
            <a:spLocks noGrp="1"/>
          </p:cNvSpPr>
          <p:nvPr/>
        </p:nvSpPr>
        <p:spPr>
          <a:xfrm>
            <a:off x="2505377" y="1228606"/>
            <a:ext cx="45720" cy="55984"/>
          </a:xfrm>
          <a:prstGeom prst="diamond">
            <a:avLst/>
          </a:prstGeom>
          <a:solidFill>
            <a:srgbClr val="FFFFFF"/>
          </a:solidFill>
          <a:ln w="12383">
            <a:solidFill>
              <a:srgbClr val="C99A36"/>
            </a:solidFill>
            <a:prstDash val="solid"/>
          </a:ln>
        </p:spPr>
      </p:sp>
      <p:sp>
        <p:nvSpPr>
          <p:cNvPr id="1601" name="B median label 0"/>
          <p:cNvSpPr>
            <a:spLocks noGrp="1"/>
          </p:cNvSpPr>
          <p:nvPr/>
        </p:nvSpPr>
        <p:spPr>
          <a:xfrm>
            <a:off x="2401237" y="1124415"/>
            <a:ext cx="254000" cy="855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45" b="1" i="0">
                <a:solidFill>
                  <a:srgbClr val="C99A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445" b="1" i="0">
                <a:solidFill>
                  <a:srgbClr val="C99A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1.07×</a:t>
            </a:r>
            <a:endParaRPr sz="445" b="1" i="0">
              <a:solidFill>
                <a:srgbClr val="C99A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02" name="B median 1–2"/>
          <p:cNvSpPr>
            <a:spLocks noGrp="1"/>
          </p:cNvSpPr>
          <p:nvPr/>
        </p:nvSpPr>
        <p:spPr>
          <a:xfrm>
            <a:off x="2959541" y="1000779"/>
            <a:ext cx="45720" cy="55984"/>
          </a:xfrm>
          <a:prstGeom prst="diamond">
            <a:avLst/>
          </a:prstGeom>
          <a:solidFill>
            <a:srgbClr val="FFFFFF"/>
          </a:solidFill>
          <a:ln w="12383">
            <a:solidFill>
              <a:srgbClr val="C99A36"/>
            </a:solidFill>
            <a:prstDash val="solid"/>
          </a:ln>
        </p:spPr>
      </p:sp>
      <p:sp>
        <p:nvSpPr>
          <p:cNvPr id="1603" name="B median label 1–2"/>
          <p:cNvSpPr>
            <a:spLocks noGrp="1"/>
          </p:cNvSpPr>
          <p:nvPr/>
        </p:nvSpPr>
        <p:spPr>
          <a:xfrm>
            <a:off x="2855401" y="896587"/>
            <a:ext cx="254000" cy="855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45" b="1" i="0">
                <a:solidFill>
                  <a:srgbClr val="C99A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445" b="1" i="0">
                <a:solidFill>
                  <a:srgbClr val="C99A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1.88×</a:t>
            </a:r>
            <a:endParaRPr sz="445" b="1" i="0">
              <a:solidFill>
                <a:srgbClr val="C99A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04" name="B median 3–8"/>
          <p:cNvSpPr>
            <a:spLocks noGrp="1"/>
          </p:cNvSpPr>
          <p:nvPr/>
        </p:nvSpPr>
        <p:spPr>
          <a:xfrm>
            <a:off x="3170715" y="796575"/>
            <a:ext cx="45720" cy="55984"/>
          </a:xfrm>
          <a:prstGeom prst="diamond">
            <a:avLst/>
          </a:prstGeom>
          <a:solidFill>
            <a:srgbClr val="FFFFFF"/>
          </a:solidFill>
          <a:ln w="12383">
            <a:solidFill>
              <a:srgbClr val="C99A36"/>
            </a:solidFill>
            <a:prstDash val="solid"/>
          </a:ln>
        </p:spPr>
      </p:sp>
      <p:sp>
        <p:nvSpPr>
          <p:cNvPr id="1605" name="B median label 3–8"/>
          <p:cNvSpPr>
            <a:spLocks noGrp="1"/>
          </p:cNvSpPr>
          <p:nvPr/>
        </p:nvSpPr>
        <p:spPr>
          <a:xfrm>
            <a:off x="3066575" y="692383"/>
            <a:ext cx="254000" cy="855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45" b="1" i="0">
                <a:solidFill>
                  <a:srgbClr val="C99A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445" b="1" i="0">
                <a:solidFill>
                  <a:srgbClr val="C99A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2.61×</a:t>
            </a:r>
            <a:endParaRPr sz="445" b="1" i="0">
              <a:solidFill>
                <a:srgbClr val="C99A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06" name="B median 9+"/>
          <p:cNvSpPr>
            <a:spLocks noGrp="1"/>
          </p:cNvSpPr>
          <p:nvPr/>
        </p:nvSpPr>
        <p:spPr>
          <a:xfrm>
            <a:off x="3763975" y="464929"/>
            <a:ext cx="45720" cy="55984"/>
          </a:xfrm>
          <a:prstGeom prst="diamond">
            <a:avLst/>
          </a:prstGeom>
          <a:solidFill>
            <a:srgbClr val="FFFFFF"/>
          </a:solidFill>
          <a:ln w="12383">
            <a:solidFill>
              <a:srgbClr val="C99A36"/>
            </a:solidFill>
            <a:prstDash val="solid"/>
          </a:ln>
        </p:spPr>
      </p:sp>
      <p:sp>
        <p:nvSpPr>
          <p:cNvPr id="1607" name="B median label 9+"/>
          <p:cNvSpPr>
            <a:spLocks noGrp="1"/>
          </p:cNvSpPr>
          <p:nvPr/>
        </p:nvSpPr>
        <p:spPr>
          <a:xfrm>
            <a:off x="3659835" y="360737"/>
            <a:ext cx="254000" cy="855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45" b="1" i="0">
                <a:solidFill>
                  <a:srgbClr val="C99A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445" b="1" i="0">
                <a:solidFill>
                  <a:srgbClr val="C99A3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3.79×</a:t>
            </a:r>
            <a:endParaRPr sz="445" b="1" i="0">
              <a:solidFill>
                <a:srgbClr val="C99A3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08" name="B final plot outline"/>
          <p:cNvSpPr>
            <a:spLocks noGrp="1"/>
          </p:cNvSpPr>
          <p:nvPr/>
        </p:nvSpPr>
        <p:spPr>
          <a:xfrm>
            <a:off x="2419350" y="295469"/>
            <a:ext cx="2076450" cy="979714"/>
          </a:xfrm>
          <a:prstGeom prst="rect">
            <a:avLst/>
          </a:prstGeom>
          <a:noFill/>
          <a:ln w="8573">
            <a:solidFill>
              <a:srgbClr val="000000"/>
            </a:solidFill>
            <a:prstDash val="solid"/>
          </a:ln>
        </p:spPr>
      </p:sp>
      <p:sp>
        <p:nvSpPr>
          <p:cNvPr id="1609" name="B y label"/>
          <p:cNvSpPr>
            <a:spLocks noGrp="1"/>
          </p:cNvSpPr>
          <p:nvPr/>
        </p:nvSpPr>
        <p:spPr>
          <a:xfrm rot="16200000">
            <a:off x="2108200" y="528735"/>
            <a:ext cx="114300" cy="5287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85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585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Per-example speedup</a:t>
            </a:r>
            <a:endParaRPr sz="585" b="0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10" name="B x label"/>
          <p:cNvSpPr>
            <a:spLocks noGrp="1"/>
          </p:cNvSpPr>
          <p:nvPr/>
        </p:nvSpPr>
        <p:spPr>
          <a:xfrm>
            <a:off x="2889250" y="1407367"/>
            <a:ext cx="1130300" cy="10108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8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580" b="0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Observed incremental calls</a:t>
            </a:r>
            <a:endParaRPr sz="580" b="0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11" name="B scale note"/>
          <p:cNvSpPr>
            <a:spLocks noGrp="1"/>
          </p:cNvSpPr>
          <p:nvPr/>
        </p:nvSpPr>
        <p:spPr>
          <a:xfrm>
            <a:off x="3016250" y="1500673"/>
            <a:ext cx="876300" cy="777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45" b="0" i="1">
                <a:solidFill>
                  <a:srgbClr val="5D5D5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445" b="0" i="1">
                <a:solidFill>
                  <a:srgbClr val="5D5D5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log₂(1 + calls) spacing</a:t>
            </a:r>
            <a:endParaRPr sz="445" b="0" i="1">
              <a:solidFill>
                <a:srgbClr val="5D5D5D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12" name="B median stat"/>
          <p:cNvSpPr>
            <a:spLocks noGrp="1"/>
          </p:cNvSpPr>
          <p:nvPr/>
        </p:nvSpPr>
        <p:spPr>
          <a:xfrm>
            <a:off x="2260568" y="1594009"/>
            <a:ext cx="2203514" cy="101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495" b="0" i="0">
                <a:solidFill>
                  <a:srgbClr val="171A1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495" b="0" i="0">
                <a:solidFill>
                  <a:srgbClr val="171A1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Speedup = policy-reference latency / Exact latency</a:t>
            </a:r>
            <a:endParaRPr sz="540" b="1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615" name="B statistic note"/>
          <p:cNvSpPr>
            <a:spLocks noGrp="1"/>
          </p:cNvSpPr>
          <p:nvPr/>
        </p:nvSpPr>
        <p:spPr>
          <a:xfrm>
            <a:off x="2413000" y="1702837"/>
            <a:ext cx="2082800" cy="855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445" b="0" i="1">
                <a:solidFill>
                  <a:srgbClr val="5D5D5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445" b="0" i="1">
                <a:solidFill>
                  <a:srgbClr val="5D5D5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Matched pruning policy · identical responses</a:t>
            </a:r>
            <a:endParaRPr sz="445" b="0" i="1">
              <a:solidFill>
                <a:srgbClr val="5D5D5D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518</Words>
  <Application>WPS Spreadsheets</Application>
  <PresentationFormat>Converted Presentation</PresentationFormat>
  <Paragraphs>108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宋体</vt:lpstr>
      <vt:lpstr>Wingdings</vt:lpstr>
      <vt:lpstr>Times New Roman</vt:lpstr>
      <vt:lpstr>宋体-简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Times New Roman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anthony</cp:lastModifiedBy>
  <cp:revision>2</cp:revision>
  <dcterms:created xsi:type="dcterms:W3CDTF">2026-09-23T07:39:15Z</dcterms:created>
  <dcterms:modified xsi:type="dcterms:W3CDTF">2026-09-23T07:39:15Z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25F03047073DF51C5CFAB16A967EEC32_42</vt:lpwstr>
  </property>
  <property fmtid="{D5CDD505-2E9C-101B-9397-08002B2CF9AE}" pid="3" name="KSOProductBuildVer">
    <vt:lpwstr>1033-6.14.0.8924</vt:lpwstr>
  </property>
</Properties>
</file>